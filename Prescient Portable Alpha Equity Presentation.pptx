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5.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drawings/drawing1.xml" ContentType="application/vnd.openxmlformats-officedocument.drawingml.chartshape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chart11.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2.xml" ContentType="application/vnd.openxmlformats-officedocument.drawingml.chart+xml"/>
  <Override PartName="/ppt/charts/chart13.xml" ContentType="application/vnd.openxmlformats-officedocument.drawingml.chart+xml"/>
  <Override PartName="/ppt/charts/style11.xml" ContentType="application/vnd.ms-office.chartstyle+xml"/>
  <Override PartName="/ppt/charts/colors1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3" r:id="rId1"/>
  </p:sldMasterIdLst>
  <p:notesMasterIdLst>
    <p:notesMasterId r:id="rId48"/>
  </p:notesMasterIdLst>
  <p:sldIdLst>
    <p:sldId id="2147472233" r:id="rId2"/>
    <p:sldId id="2147472238" r:id="rId3"/>
    <p:sldId id="2147473929" r:id="rId4"/>
    <p:sldId id="2147473945" r:id="rId5"/>
    <p:sldId id="2147472360" r:id="rId6"/>
    <p:sldId id="2147472315" r:id="rId7"/>
    <p:sldId id="2147473946" r:id="rId8"/>
    <p:sldId id="2147473947" r:id="rId9"/>
    <p:sldId id="2147471146" r:id="rId10"/>
    <p:sldId id="2147473753" r:id="rId11"/>
    <p:sldId id="2147472199" r:id="rId12"/>
    <p:sldId id="2147473754" r:id="rId13"/>
    <p:sldId id="2147473755" r:id="rId14"/>
    <p:sldId id="2147473756" r:id="rId15"/>
    <p:sldId id="2147473757" r:id="rId16"/>
    <p:sldId id="2147473758" r:id="rId17"/>
    <p:sldId id="2147473759" r:id="rId18"/>
    <p:sldId id="2147473760" r:id="rId19"/>
    <p:sldId id="2147471712" r:id="rId20"/>
    <p:sldId id="2147473761" r:id="rId21"/>
    <p:sldId id="2147472329" r:id="rId22"/>
    <p:sldId id="2147473762" r:id="rId23"/>
    <p:sldId id="2147473763" r:id="rId24"/>
    <p:sldId id="2147473764" r:id="rId25"/>
    <p:sldId id="2147473765" r:id="rId26"/>
    <p:sldId id="2147473766" r:id="rId27"/>
    <p:sldId id="2147472668" r:id="rId28"/>
    <p:sldId id="2147472669" r:id="rId29"/>
    <p:sldId id="2147472670" r:id="rId30"/>
    <p:sldId id="2147472671" r:id="rId31"/>
    <p:sldId id="2147472672" r:id="rId32"/>
    <p:sldId id="2147472673" r:id="rId33"/>
    <p:sldId id="2147473767" r:id="rId34"/>
    <p:sldId id="2147472343" r:id="rId35"/>
    <p:sldId id="2147472362" r:id="rId36"/>
    <p:sldId id="2147472319" r:id="rId37"/>
    <p:sldId id="2147472320" r:id="rId38"/>
    <p:sldId id="2147472204" r:id="rId39"/>
    <p:sldId id="2147472321" r:id="rId40"/>
    <p:sldId id="2147472322" r:id="rId41"/>
    <p:sldId id="316" r:id="rId42"/>
    <p:sldId id="2147473949" r:id="rId43"/>
    <p:sldId id="2147473950" r:id="rId44"/>
    <p:sldId id="2147473951" r:id="rId45"/>
    <p:sldId id="2147473952" r:id="rId46"/>
    <p:sldId id="2147473953" r:id="rId47"/>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0F24C02-6863-4788-B63B-72D96B92A848}">
          <p14:sldIdLst>
            <p14:sldId id="2147472233"/>
            <p14:sldId id="2147472238"/>
            <p14:sldId id="2147473929"/>
            <p14:sldId id="2147473945"/>
            <p14:sldId id="2147472360"/>
            <p14:sldId id="2147472315"/>
            <p14:sldId id="2147473946"/>
            <p14:sldId id="2147473947"/>
            <p14:sldId id="2147471146"/>
            <p14:sldId id="2147473753"/>
            <p14:sldId id="2147472199"/>
            <p14:sldId id="2147473754"/>
            <p14:sldId id="2147473755"/>
            <p14:sldId id="2147473756"/>
            <p14:sldId id="2147473757"/>
            <p14:sldId id="2147473758"/>
            <p14:sldId id="2147473759"/>
            <p14:sldId id="2147473760"/>
            <p14:sldId id="2147471712"/>
            <p14:sldId id="2147473761"/>
            <p14:sldId id="2147472329"/>
            <p14:sldId id="2147473762"/>
            <p14:sldId id="2147473763"/>
            <p14:sldId id="2147473764"/>
            <p14:sldId id="2147473765"/>
            <p14:sldId id="2147473766"/>
            <p14:sldId id="2147472668"/>
            <p14:sldId id="2147472669"/>
            <p14:sldId id="2147472670"/>
            <p14:sldId id="2147472671"/>
            <p14:sldId id="2147472672"/>
            <p14:sldId id="2147472673"/>
            <p14:sldId id="2147473767"/>
            <p14:sldId id="2147472343"/>
            <p14:sldId id="2147472362"/>
            <p14:sldId id="2147472319"/>
            <p14:sldId id="2147472320"/>
            <p14:sldId id="2147472204"/>
            <p14:sldId id="2147472321"/>
            <p14:sldId id="2147472322"/>
            <p14:sldId id="316"/>
            <p14:sldId id="2147473949"/>
            <p14:sldId id="2147473950"/>
            <p14:sldId id="2147473951"/>
            <p14:sldId id="2147473952"/>
            <p14:sldId id="214747395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855"/>
    <a:srgbClr val="80D8D4"/>
    <a:srgbClr val="00B1A8"/>
    <a:srgbClr val="BBB421"/>
    <a:srgbClr val="5475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73" autoAdjust="0"/>
  </p:normalViewPr>
  <p:slideViewPr>
    <p:cSldViewPr snapToGrid="0">
      <p:cViewPr varScale="1">
        <p:scale>
          <a:sx n="101" d="100"/>
          <a:sy n="101" d="100"/>
        </p:scale>
        <p:origin x="936" y="102"/>
      </p:cViewPr>
      <p:guideLst/>
    </p:cSldViewPr>
  </p:slideViewPr>
  <p:notesTextViewPr>
    <p:cViewPr>
      <p:scale>
        <a:sx n="3" d="2"/>
        <a:sy n="3" d="2"/>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oleObject" Target="file:///\\PIM-CPT-FS.prescient.local\PIM-Documents$\Investments\General%20PIM\AUM\2025\AUM%20Info.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PIM-CPT-FS.prescient.local\PIM-Documents$\Investments\General%20PIM\AUM\2026\AUM%20Info.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PIM-CPT-FS.prescient.local\PIM-Documents$\Investments\General%20PIM\AUM\2026\AUM%20Info.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chartUserShapes" Target="../drawings/drawing1.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1" Type="http://schemas.openxmlformats.org/officeDocument/2006/relationships/oleObject" Target="file:///\\PIM-CPT-FS.prescient.local\PIM-Documents$\Investments\General%20PIM\Performance\Equity\Core%20Equity%20Funds\Prescient%20Core%20Capped%20SWIX%20Equity%20Composite%20Charts.xlsx" TargetMode="External"/></Relationships>
</file>

<file path=ppt/charts/_rels/chart11.xml.rels><?xml version="1.0" encoding="UTF-8" standalone="yes"?>
<Relationships xmlns="http://schemas.openxmlformats.org/package/2006/relationships"><Relationship Id="rId3" Type="http://schemas.openxmlformats.org/officeDocument/2006/relationships/oleObject" Target="file:///\\PIM-CPT-FS.prescient.local\PIM-Documents$\Investments\General%20PIM\Performance\Equity\Core%20Equity%20Funds\Prescient%20Core%20Capped%20SWIX%20Equity%20Composite%20Charts.xlsx" TargetMode="External"/><Relationship Id="rId2" Type="http://schemas.microsoft.com/office/2011/relationships/chartColorStyle" Target="colors10.xml"/><Relationship Id="rId1" Type="http://schemas.microsoft.com/office/2011/relationships/chartStyle" Target="style10.xml"/></Relationships>
</file>

<file path=ppt/charts/_rels/chart12.xml.rels><?xml version="1.0" encoding="UTF-8" standalone="yes"?>
<Relationships xmlns="http://schemas.openxmlformats.org/package/2006/relationships"><Relationship Id="rId1" Type="http://schemas.openxmlformats.org/officeDocument/2006/relationships/oleObject" Target="file:///\\PIM-CPT-FS.prescient.local\PIM-Documents$\Investments\General%20PIM\Performance\Equity\Core%20Equity%20Funds\Performance%20Prescient%20Core%20Equity%20SWIX%20Composite%20Charts.xlsx" TargetMode="External"/></Relationships>
</file>

<file path=ppt/charts/_rels/chart13.xml.rels><?xml version="1.0" encoding="UTF-8" standalone="yes"?>
<Relationships xmlns="http://schemas.openxmlformats.org/package/2006/relationships"><Relationship Id="rId3" Type="http://schemas.openxmlformats.org/officeDocument/2006/relationships/oleObject" Target="file:///\\PIM-CPT-FS.prescient.local\PIM-Documents$\Investments\General%20PIM\Performance\Equity\Core%20Equity%20Funds\Performance%20Prescient%20Core%20Equity%20SWIX%20Composite%20Charts.xlsx" TargetMode="External"/><Relationship Id="rId2" Type="http://schemas.microsoft.com/office/2011/relationships/chartColorStyle" Target="colors11.xml"/><Relationship Id="rId1" Type="http://schemas.microsoft.com/office/2011/relationships/chartStyle" Target="style1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8531078606386856"/>
          <c:y val="0.17739608538385934"/>
          <c:w val="0.49269271042349932"/>
          <c:h val="0.68292841993108466"/>
        </c:manualLayout>
      </c:layout>
      <c:pieChart>
        <c:varyColors val="1"/>
        <c:ser>
          <c:idx val="0"/>
          <c:order val="0"/>
          <c:tx>
            <c:strRef>
              <c:f>'AUM Pie'!$A$13:$A$14</c:f>
              <c:strCache>
                <c:ptCount val="2"/>
                <c:pt idx="0">
                  <c:v>Institutional</c:v>
                </c:pt>
                <c:pt idx="1">
                  <c:v>Retail</c:v>
                </c:pt>
              </c:strCache>
            </c:strRef>
          </c:tx>
          <c:dPt>
            <c:idx val="0"/>
            <c:bubble3D val="0"/>
            <c:spPr>
              <a:solidFill>
                <a:schemeClr val="tx2"/>
              </a:solidFill>
              <a:ln w="19050">
                <a:solidFill>
                  <a:schemeClr val="lt1"/>
                </a:solidFill>
              </a:ln>
              <a:effectLst/>
            </c:spPr>
            <c:extLst>
              <c:ext xmlns:c16="http://schemas.microsoft.com/office/drawing/2014/chart" uri="{C3380CC4-5D6E-409C-BE32-E72D297353CC}">
                <c16:uniqueId val="{00000001-9D30-4681-BC1A-E25405F7B754}"/>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9D30-4681-BC1A-E25405F7B754}"/>
              </c:ext>
            </c:extLst>
          </c:dPt>
          <c:dLbls>
            <c:dLbl>
              <c:idx val="0"/>
              <c:layout>
                <c:manualLayout>
                  <c:x val="-0.22523744285918565"/>
                  <c:y val="-9.617950762529838E-3"/>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2"/>
                      </a:solidFill>
                      <a:latin typeface="Arial" panose="020B0604020202020204" pitchFamily="34" charset="0"/>
                      <a:ea typeface="+mn-ea"/>
                      <a:cs typeface="Arial" panose="020B0604020202020204" pitchFamily="34" charset="0"/>
                    </a:defRPr>
                  </a:pPr>
                  <a:endParaRPr lang="en-US"/>
                </a:p>
              </c:txPr>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D30-4681-BC1A-E25405F7B754}"/>
                </c:ext>
              </c:extLst>
            </c:dLbl>
            <c:dLbl>
              <c:idx val="1"/>
              <c:layout>
                <c:manualLayout>
                  <c:x val="0.19721627942377151"/>
                  <c:y val="1.9180358116802035E-2"/>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2"/>
                      </a:solidFill>
                      <a:latin typeface="Arial" panose="020B0604020202020204" pitchFamily="34" charset="0"/>
                      <a:ea typeface="+mn-ea"/>
                      <a:cs typeface="Arial" panose="020B0604020202020204" pitchFamily="34" charset="0"/>
                    </a:defRPr>
                  </a:pPr>
                  <a:endParaRPr lang="en-US"/>
                </a:p>
              </c:txPr>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D30-4681-BC1A-E25405F7B754}"/>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showLegendKey val="0"/>
            <c:showVal val="1"/>
            <c:showCatName val="1"/>
            <c:showSerName val="0"/>
            <c:showPercent val="0"/>
            <c:showBubbleSize val="0"/>
            <c:showLeaderLines val="1"/>
            <c:leaderLines>
              <c:spPr>
                <a:ln w="9525" cap="flat" cmpd="sng" algn="ctr">
                  <a:solidFill>
                    <a:schemeClr val="bg1">
                      <a:lumMod val="75000"/>
                    </a:schemeClr>
                  </a:solidFill>
                  <a:round/>
                </a:ln>
                <a:effectLst/>
              </c:spPr>
            </c:leaderLines>
            <c:extLst>
              <c:ext xmlns:c15="http://schemas.microsoft.com/office/drawing/2012/chart" uri="{CE6537A1-D6FC-4f65-9D91-7224C49458BB}"/>
            </c:extLst>
          </c:dLbls>
          <c:cat>
            <c:strRef>
              <c:f>'AUM Pie'!$A$13:$A$14</c:f>
              <c:strCache>
                <c:ptCount val="2"/>
                <c:pt idx="0">
                  <c:v>Institutional</c:v>
                </c:pt>
                <c:pt idx="1">
                  <c:v>Retail</c:v>
                </c:pt>
              </c:strCache>
            </c:strRef>
          </c:cat>
          <c:val>
            <c:numRef>
              <c:f>'AUM Pie'!$CS$13:$CS$14</c:f>
              <c:numCache>
                <c:formatCode>0%</c:formatCode>
                <c:ptCount val="2"/>
                <c:pt idx="0">
                  <c:v>0.51439999999999997</c:v>
                </c:pt>
                <c:pt idx="1">
                  <c:v>0.49</c:v>
                </c:pt>
              </c:numCache>
            </c:numRef>
          </c:val>
          <c:extLst>
            <c:ext xmlns:c16="http://schemas.microsoft.com/office/drawing/2014/chart" uri="{C3380CC4-5D6E-409C-BE32-E72D297353CC}">
              <c16:uniqueId val="{00000004-9D30-4681-BC1A-E25405F7B754}"/>
            </c:ext>
          </c:extLst>
        </c:ser>
        <c:ser>
          <c:idx val="1"/>
          <c:order val="1"/>
          <c:tx>
            <c:strRef>
              <c:f>'AUM Pie'!$A$14</c:f>
              <c:strCache>
                <c:ptCount val="1"/>
                <c:pt idx="0">
                  <c:v>Retail</c:v>
                </c:pt>
              </c:strCache>
            </c:strRef>
          </c:tx>
          <c:dPt>
            <c:idx val="0"/>
            <c:bubble3D val="0"/>
            <c:spPr>
              <a:solidFill>
                <a:schemeClr val="accent2"/>
              </a:solidFill>
              <a:ln w="19050">
                <a:solidFill>
                  <a:schemeClr val="lt1"/>
                </a:solidFill>
              </a:ln>
              <a:effectLst/>
            </c:spPr>
            <c:extLst>
              <c:ext xmlns:c16="http://schemas.microsoft.com/office/drawing/2014/chart" uri="{C3380CC4-5D6E-409C-BE32-E72D297353CC}">
                <c16:uniqueId val="{00000006-9D30-4681-BC1A-E25405F7B754}"/>
              </c:ext>
            </c:extLst>
          </c:dPt>
          <c:cat>
            <c:strRef>
              <c:f>'AUM Pie'!$A$13:$A$14</c:f>
              <c:strCache>
                <c:ptCount val="2"/>
                <c:pt idx="0">
                  <c:v>Institutional</c:v>
                </c:pt>
                <c:pt idx="1">
                  <c:v>Retail</c:v>
                </c:pt>
              </c:strCache>
            </c:strRef>
          </c:cat>
          <c:val>
            <c:numRef>
              <c:f>'AUM Pie'!$CS$14</c:f>
              <c:numCache>
                <c:formatCode>0%</c:formatCode>
                <c:ptCount val="1"/>
                <c:pt idx="0">
                  <c:v>0.49</c:v>
                </c:pt>
              </c:numCache>
            </c:numRef>
          </c:val>
          <c:extLst>
            <c:ext xmlns:c16="http://schemas.microsoft.com/office/drawing/2014/chart" uri="{C3380CC4-5D6E-409C-BE32-E72D297353CC}">
              <c16:uniqueId val="{00000007-9D30-4681-BC1A-E25405F7B754}"/>
            </c:ext>
          </c:extLst>
        </c:ser>
        <c:dLbls>
          <c:showLegendKey val="0"/>
          <c:showVal val="0"/>
          <c:showCatName val="0"/>
          <c:showSerName val="0"/>
          <c:showPercent val="0"/>
          <c:showBubbleSize val="0"/>
          <c:showLeaderLines val="1"/>
        </c:dLbls>
        <c:firstSliceAng val="0"/>
      </c:pieChart>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671948347319008"/>
          <c:y val="0.14362800941170742"/>
          <c:w val="0.45515350108957109"/>
          <c:h val="0.77069260006783469"/>
        </c:manualLayout>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D2FE-4300-BA77-E1A9270857F0}"/>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D2FE-4300-BA77-E1A9270857F0}"/>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D2FE-4300-BA77-E1A9270857F0}"/>
              </c:ext>
            </c:extLst>
          </c:dPt>
          <c:dPt>
            <c:idx val="3"/>
            <c:bubble3D val="0"/>
            <c:spPr>
              <a:solidFill>
                <a:schemeClr val="accent4">
                  <a:lumMod val="40000"/>
                  <a:lumOff val="60000"/>
                </a:schemeClr>
              </a:solidFill>
              <a:ln w="19050">
                <a:solidFill>
                  <a:schemeClr val="lt1"/>
                </a:solidFill>
              </a:ln>
              <a:effectLst/>
            </c:spPr>
            <c:extLst>
              <c:ext xmlns:c16="http://schemas.microsoft.com/office/drawing/2014/chart" uri="{C3380CC4-5D6E-409C-BE32-E72D297353CC}">
                <c16:uniqueId val="{00000007-D2FE-4300-BA77-E1A9270857F0}"/>
              </c:ext>
            </c:extLst>
          </c:dPt>
          <c:dPt>
            <c:idx val="4"/>
            <c:bubble3D val="0"/>
            <c:spPr>
              <a:solidFill>
                <a:schemeClr val="accent4"/>
              </a:solidFill>
              <a:ln w="19050">
                <a:solidFill>
                  <a:schemeClr val="lt1"/>
                </a:solidFill>
              </a:ln>
              <a:effectLst/>
            </c:spPr>
            <c:extLst>
              <c:ext xmlns:c16="http://schemas.microsoft.com/office/drawing/2014/chart" uri="{C3380CC4-5D6E-409C-BE32-E72D297353CC}">
                <c16:uniqueId val="{00000009-D2FE-4300-BA77-E1A9270857F0}"/>
              </c:ext>
            </c:extLst>
          </c:dPt>
          <c:dPt>
            <c:idx val="5"/>
            <c:bubble3D val="0"/>
            <c:spPr>
              <a:solidFill>
                <a:schemeClr val="accent5"/>
              </a:solidFill>
              <a:ln w="19050">
                <a:solidFill>
                  <a:schemeClr val="lt1"/>
                </a:solidFill>
              </a:ln>
              <a:effectLst/>
            </c:spPr>
            <c:extLst>
              <c:ext xmlns:c16="http://schemas.microsoft.com/office/drawing/2014/chart" uri="{C3380CC4-5D6E-409C-BE32-E72D297353CC}">
                <c16:uniqueId val="{0000000B-D2FE-4300-BA77-E1A9270857F0}"/>
              </c:ext>
            </c:extLst>
          </c:dPt>
          <c:dPt>
            <c:idx val="6"/>
            <c:bubble3D val="0"/>
            <c:spPr>
              <a:solidFill>
                <a:schemeClr val="accent6"/>
              </a:solidFill>
              <a:ln w="19050">
                <a:solidFill>
                  <a:schemeClr val="lt1"/>
                </a:solidFill>
              </a:ln>
              <a:effectLst/>
            </c:spPr>
            <c:extLst>
              <c:ext xmlns:c16="http://schemas.microsoft.com/office/drawing/2014/chart" uri="{C3380CC4-5D6E-409C-BE32-E72D297353CC}">
                <c16:uniqueId val="{0000000D-D2FE-4300-BA77-E1A9270857F0}"/>
              </c:ext>
            </c:extLst>
          </c:dPt>
          <c:dLbls>
            <c:dLbl>
              <c:idx val="0"/>
              <c:layout>
                <c:manualLayout>
                  <c:x val="2.2111503710417493E-2"/>
                  <c:y val="-6.9733926639552399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2FE-4300-BA77-E1A9270857F0}"/>
                </c:ext>
              </c:extLst>
            </c:dLbl>
            <c:dLbl>
              <c:idx val="1"/>
              <c:layout>
                <c:manualLayout>
                  <c:x val="5.6385954228742825E-2"/>
                  <c:y val="-1.4397476713481209E-3"/>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2FE-4300-BA77-E1A9270857F0}"/>
                </c:ext>
              </c:extLst>
            </c:dLbl>
            <c:dLbl>
              <c:idx val="2"/>
              <c:layout>
                <c:manualLayout>
                  <c:x val="-6.4642287402932722E-2"/>
                  <c:y val="5.6918770249059773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2FE-4300-BA77-E1A9270857F0}"/>
                </c:ext>
              </c:extLst>
            </c:dLbl>
            <c:dLbl>
              <c:idx val="3"/>
              <c:layout>
                <c:manualLayout>
                  <c:x val="-6.3941706250626257E-2"/>
                  <c:y val="6.4394208803957877E-4"/>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7-D2FE-4300-BA77-E1A9270857F0}"/>
                </c:ext>
              </c:extLst>
            </c:dLbl>
            <c:dLbl>
              <c:idx val="4"/>
              <c:layout>
                <c:manualLayout>
                  <c:x val="-7.3161769968500309E-2"/>
                  <c:y val="-6.6396394536128445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9-D2FE-4300-BA77-E1A9270857F0}"/>
                </c:ext>
              </c:extLst>
            </c:dLbl>
            <c:dLbl>
              <c:idx val="5"/>
              <c:layout>
                <c:manualLayout>
                  <c:x val="-7.3350956055308711E-2"/>
                  <c:y val="-1.8740346285848596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B-D2FE-4300-BA77-E1A9270857F0}"/>
                </c:ext>
              </c:extLst>
            </c:dLbl>
            <c:dLbl>
              <c:idx val="6"/>
              <c:layout>
                <c:manualLayout>
                  <c:x val="7.1659208066613452E-4"/>
                  <c:y val="-7.0345896775409769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D-D2FE-4300-BA77-E1A9270857F0}"/>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showLegendKey val="0"/>
            <c:showVal val="1"/>
            <c:showCatName val="1"/>
            <c:showSerName val="0"/>
            <c:showPercent val="0"/>
            <c:showBubbleSize val="0"/>
            <c:showLeaderLines val="1"/>
            <c:leaderLines>
              <c:spPr>
                <a:ln w="9525" cap="flat" cmpd="sng" algn="ctr">
                  <a:solidFill>
                    <a:schemeClr val="bg1">
                      <a:lumMod val="85000"/>
                    </a:schemeClr>
                  </a:solidFill>
                  <a:round/>
                </a:ln>
                <a:effectLst/>
              </c:spPr>
            </c:leaderLines>
            <c:extLst>
              <c:ext xmlns:c15="http://schemas.microsoft.com/office/drawing/2012/chart" uri="{CE6537A1-D6FC-4f65-9D91-7224C49458BB}"/>
            </c:extLst>
          </c:dLbls>
          <c:cat>
            <c:strRef>
              <c:f>'AUM Pie'!$A$2:$A$8</c:f>
              <c:strCache>
                <c:ptCount val="7"/>
                <c:pt idx="0">
                  <c:v>Cash Mandates</c:v>
                </c:pt>
                <c:pt idx="1">
                  <c:v>Income Mandates</c:v>
                </c:pt>
                <c:pt idx="2">
                  <c:v>Bonds Mandates</c:v>
                </c:pt>
                <c:pt idx="3">
                  <c:v>Credit, Clean Energy &amp; Infrastructure Mandates</c:v>
                </c:pt>
                <c:pt idx="4">
                  <c:v>Equity Mandates</c:v>
                </c:pt>
                <c:pt idx="5">
                  <c:v>Multi Asset Mandates</c:v>
                </c:pt>
                <c:pt idx="6">
                  <c:v>Global Mandates</c:v>
                </c:pt>
              </c:strCache>
            </c:strRef>
          </c:cat>
          <c:val>
            <c:numRef>
              <c:f>'AUM Pie'!$CT$2:$CT$8</c:f>
              <c:numCache>
                <c:formatCode>0.0</c:formatCode>
                <c:ptCount val="7"/>
                <c:pt idx="0">
                  <c:v>22.295951325390075</c:v>
                </c:pt>
                <c:pt idx="1">
                  <c:v>65.006358731370071</c:v>
                </c:pt>
                <c:pt idx="2">
                  <c:v>24.82431649594</c:v>
                </c:pt>
                <c:pt idx="3">
                  <c:v>3.453187350070035</c:v>
                </c:pt>
                <c:pt idx="4">
                  <c:v>14.593391649110005</c:v>
                </c:pt>
                <c:pt idx="5">
                  <c:v>32.106811705410003</c:v>
                </c:pt>
                <c:pt idx="6">
                  <c:v>9.2519945027245178</c:v>
                </c:pt>
              </c:numCache>
            </c:numRef>
          </c:val>
          <c:extLst>
            <c:ext xmlns:c16="http://schemas.microsoft.com/office/drawing/2014/chart" uri="{C3380CC4-5D6E-409C-BE32-E72D297353CC}">
              <c16:uniqueId val="{0000000E-D2FE-4300-BA77-E1A9270857F0}"/>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6985654649729224E-2"/>
          <c:y val="3.5198119810670898E-2"/>
          <c:w val="0.61900964316808504"/>
          <c:h val="0.82819390559543871"/>
        </c:manualLayout>
      </c:layout>
      <c:barChart>
        <c:barDir val="col"/>
        <c:grouping val="stacked"/>
        <c:varyColors val="0"/>
        <c:ser>
          <c:idx val="0"/>
          <c:order val="0"/>
          <c:tx>
            <c:strRef>
              <c:f>'AUM Visme'!$CV$3</c:f>
              <c:strCache>
                <c:ptCount val="1"/>
                <c:pt idx="0">
                  <c:v>Cash Mandates</c:v>
                </c:pt>
              </c:strCache>
            </c:strRef>
          </c:tx>
          <c:spPr>
            <a:solidFill>
              <a:schemeClr val="tx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'AUM Visme'!$CW$2:$CZ$2</c:f>
              <c:strCache>
                <c:ptCount val="4"/>
                <c:pt idx="0">
                  <c:v>February 2021
5 Year</c:v>
                </c:pt>
                <c:pt idx="1">
                  <c:v>February 2023
3 Year</c:v>
                </c:pt>
                <c:pt idx="2">
                  <c:v>February 2025
1 Year</c:v>
                </c:pt>
                <c:pt idx="3">
                  <c:v>Current</c:v>
                </c:pt>
              </c:strCache>
            </c:strRef>
          </c:cat>
          <c:val>
            <c:numRef>
              <c:f>'AUM Visme'!$CW$3:$CZ$3</c:f>
              <c:numCache>
                <c:formatCode>0.0</c:formatCode>
                <c:ptCount val="4"/>
                <c:pt idx="0">
                  <c:v>13.647856463880007</c:v>
                </c:pt>
                <c:pt idx="1">
                  <c:v>14.865491946100006</c:v>
                </c:pt>
                <c:pt idx="2">
                  <c:v>19.895366832800036</c:v>
                </c:pt>
                <c:pt idx="3">
                  <c:v>22.295951325390075</c:v>
                </c:pt>
              </c:numCache>
            </c:numRef>
          </c:val>
          <c:extLst>
            <c:ext xmlns:c16="http://schemas.microsoft.com/office/drawing/2014/chart" uri="{C3380CC4-5D6E-409C-BE32-E72D297353CC}">
              <c16:uniqueId val="{00000000-2836-482D-8670-32F8EE908324}"/>
            </c:ext>
          </c:extLst>
        </c:ser>
        <c:ser>
          <c:idx val="1"/>
          <c:order val="1"/>
          <c:tx>
            <c:strRef>
              <c:f>'AUM Visme'!$CV$4</c:f>
              <c:strCache>
                <c:ptCount val="1"/>
                <c:pt idx="0">
                  <c:v>Income Mandates</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'AUM Visme'!$CW$2:$CZ$2</c:f>
              <c:strCache>
                <c:ptCount val="4"/>
                <c:pt idx="0">
                  <c:v>February 2021
5 Year</c:v>
                </c:pt>
                <c:pt idx="1">
                  <c:v>February 2023
3 Year</c:v>
                </c:pt>
                <c:pt idx="2">
                  <c:v>February 2025
1 Year</c:v>
                </c:pt>
                <c:pt idx="3">
                  <c:v>Current</c:v>
                </c:pt>
              </c:strCache>
            </c:strRef>
          </c:cat>
          <c:val>
            <c:numRef>
              <c:f>'AUM Visme'!$CW$4:$CZ$4</c:f>
              <c:numCache>
                <c:formatCode>0.0</c:formatCode>
                <c:ptCount val="4"/>
                <c:pt idx="0">
                  <c:v>44.125846107760012</c:v>
                </c:pt>
                <c:pt idx="1">
                  <c:v>47.245520309000007</c:v>
                </c:pt>
                <c:pt idx="2">
                  <c:v>54.827842003910021</c:v>
                </c:pt>
                <c:pt idx="3">
                  <c:v>65.006358731370071</c:v>
                </c:pt>
              </c:numCache>
            </c:numRef>
          </c:val>
          <c:extLst>
            <c:ext xmlns:c16="http://schemas.microsoft.com/office/drawing/2014/chart" uri="{C3380CC4-5D6E-409C-BE32-E72D297353CC}">
              <c16:uniqueId val="{00000001-2836-482D-8670-32F8EE908324}"/>
            </c:ext>
          </c:extLst>
        </c:ser>
        <c:ser>
          <c:idx val="2"/>
          <c:order val="2"/>
          <c:tx>
            <c:strRef>
              <c:f>'AUM Visme'!$CV$5</c:f>
              <c:strCache>
                <c:ptCount val="1"/>
                <c:pt idx="0">
                  <c:v>Bonds Mandates</c:v>
                </c:pt>
              </c:strCache>
            </c:strRef>
          </c:tx>
          <c:spPr>
            <a:solidFill>
              <a:schemeClr val="accent3"/>
            </a:solidFill>
            <a:ln>
              <a:noFill/>
            </a:ln>
            <a:effectLst/>
          </c:spPr>
          <c:invertIfNegative val="0"/>
          <c:dLbls>
            <c:dLbl>
              <c:idx val="0"/>
              <c:layout>
                <c:manualLayout>
                  <c:x val="0"/>
                  <c:y val="1.480687520913244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836-482D-8670-32F8EE908324}"/>
                </c:ext>
              </c:extLst>
            </c:dLbl>
            <c:dLbl>
              <c:idx val="1"/>
              <c:layout>
                <c:manualLayout>
                  <c:x val="0"/>
                  <c:y val="1.23390626742771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836-482D-8670-32F8EE908324}"/>
                </c:ext>
              </c:extLst>
            </c:dLbl>
            <c:dLbl>
              <c:idx val="2"/>
              <c:layout>
                <c:manualLayout>
                  <c:x val="0"/>
                  <c:y val="9.8712501394216928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836-482D-8670-32F8EE908324}"/>
                </c:ext>
              </c:extLst>
            </c:dLbl>
            <c:dLbl>
              <c:idx val="3"/>
              <c:layout>
                <c:manualLayout>
                  <c:x val="0"/>
                  <c:y val="7.403437604566269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2836-482D-8670-32F8EE908324}"/>
                </c:ext>
              </c:extLst>
            </c:dLbl>
            <c:spPr>
              <a:noFill/>
              <a:ln>
                <a:noFill/>
              </a:ln>
              <a:effectLst/>
            </c:spPr>
            <c:txPr>
              <a:bodyPr rot="0" spcFirstLastPara="1" vertOverflow="ellipsis" vert="horz" wrap="square" anchor="ctr" anchorCtr="1"/>
              <a:lstStyle/>
              <a:p>
                <a:pPr>
                  <a:defRPr sz="11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'AUM Visme'!$CW$2:$CZ$2</c:f>
              <c:strCache>
                <c:ptCount val="4"/>
                <c:pt idx="0">
                  <c:v>February 2021
5 Year</c:v>
                </c:pt>
                <c:pt idx="1">
                  <c:v>February 2023
3 Year</c:v>
                </c:pt>
                <c:pt idx="2">
                  <c:v>February 2025
1 Year</c:v>
                </c:pt>
                <c:pt idx="3">
                  <c:v>Current</c:v>
                </c:pt>
              </c:strCache>
            </c:strRef>
          </c:cat>
          <c:val>
            <c:numRef>
              <c:f>'AUM Visme'!$CW$5:$CZ$5</c:f>
              <c:numCache>
                <c:formatCode>0.0</c:formatCode>
                <c:ptCount val="4"/>
                <c:pt idx="0">
                  <c:v>19.812398948809996</c:v>
                </c:pt>
                <c:pt idx="1">
                  <c:v>22.056643691480005</c:v>
                </c:pt>
                <c:pt idx="2">
                  <c:v>20.250886554919997</c:v>
                </c:pt>
                <c:pt idx="3">
                  <c:v>24.82431649594</c:v>
                </c:pt>
              </c:numCache>
            </c:numRef>
          </c:val>
          <c:extLst>
            <c:ext xmlns:c16="http://schemas.microsoft.com/office/drawing/2014/chart" uri="{C3380CC4-5D6E-409C-BE32-E72D297353CC}">
              <c16:uniqueId val="{00000006-2836-482D-8670-32F8EE908324}"/>
            </c:ext>
          </c:extLst>
        </c:ser>
        <c:ser>
          <c:idx val="3"/>
          <c:order val="3"/>
          <c:tx>
            <c:strRef>
              <c:f>'AUM Visme'!$CV$6</c:f>
              <c:strCache>
                <c:ptCount val="1"/>
                <c:pt idx="0">
                  <c:v>Credit, Clean Energy &amp; Infrastructure Mandates</c:v>
                </c:pt>
              </c:strCache>
            </c:strRef>
          </c:tx>
          <c:spPr>
            <a:solidFill>
              <a:schemeClr val="accent1">
                <a:lumMod val="25000"/>
                <a:lumOff val="75000"/>
              </a:schemeClr>
            </a:solidFill>
            <a:ln w="25400">
              <a:noFill/>
            </a:ln>
            <a:effectLst/>
          </c:spPr>
          <c:invertIfNegative val="0"/>
          <c:dLbls>
            <c:dLbl>
              <c:idx val="0"/>
              <c:layout>
                <c:manualLayout>
                  <c:x val="-2.4267418671229716E-3"/>
                  <c:y val="1.763475519493970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2836-482D-8670-32F8EE908324}"/>
                </c:ext>
              </c:extLst>
            </c:dLbl>
            <c:dLbl>
              <c:idx val="1"/>
              <c:layout>
                <c:manualLayout>
                  <c:x val="0"/>
                  <c:y val="1.293918866600424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2836-482D-8670-32F8EE908324}"/>
                </c:ext>
              </c:extLst>
            </c:dLbl>
            <c:dLbl>
              <c:idx val="2"/>
              <c:layout>
                <c:manualLayout>
                  <c:x val="-2.3581069386245357E-3"/>
                  <c:y val="1.725545046517285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2836-482D-8670-32F8EE908324}"/>
                </c:ext>
              </c:extLst>
            </c:dLbl>
            <c:dLbl>
              <c:idx val="3"/>
              <c:layout>
                <c:manualLayout>
                  <c:x val="-8.9903316902666743E-17"/>
                  <c:y val="1.478122550404585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2836-482D-8670-32F8EE908324}"/>
                </c:ext>
              </c:extLst>
            </c:dLbl>
            <c:spPr>
              <a:noFill/>
              <a:ln>
                <a:noFill/>
              </a:ln>
              <a:effectLst/>
            </c:spPr>
            <c:txPr>
              <a:bodyPr rot="0" spcFirstLastPara="1" vertOverflow="ellipsis" vert="horz" wrap="square" anchor="ctr" anchorCtr="1"/>
              <a:lstStyle/>
              <a:p>
                <a:pPr>
                  <a:defRPr sz="11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'AUM Visme'!$CW$6:$CZ$6</c:f>
              <c:numCache>
                <c:formatCode>0.0</c:formatCode>
                <c:ptCount val="4"/>
                <c:pt idx="0">
                  <c:v>0.31036901066000233</c:v>
                </c:pt>
                <c:pt idx="1">
                  <c:v>1.4191628072900118</c:v>
                </c:pt>
                <c:pt idx="2">
                  <c:v>2.4090001974700019</c:v>
                </c:pt>
                <c:pt idx="3">
                  <c:v>3.453187350070035</c:v>
                </c:pt>
              </c:numCache>
            </c:numRef>
          </c:val>
          <c:extLst>
            <c:ext xmlns:c16="http://schemas.microsoft.com/office/drawing/2014/chart" uri="{C3380CC4-5D6E-409C-BE32-E72D297353CC}">
              <c16:uniqueId val="{0000000B-2836-482D-8670-32F8EE908324}"/>
            </c:ext>
          </c:extLst>
        </c:ser>
        <c:ser>
          <c:idx val="5"/>
          <c:order val="4"/>
          <c:tx>
            <c:strRef>
              <c:f>'AUM Visme'!$CV$7</c:f>
              <c:strCache>
                <c:ptCount val="1"/>
                <c:pt idx="0">
                  <c:v>Equity Mandates</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'AUM Visme'!$CW$2:$CZ$2</c:f>
              <c:strCache>
                <c:ptCount val="4"/>
                <c:pt idx="0">
                  <c:v>February 2021
5 Year</c:v>
                </c:pt>
                <c:pt idx="1">
                  <c:v>February 2023
3 Year</c:v>
                </c:pt>
                <c:pt idx="2">
                  <c:v>February 2025
1 Year</c:v>
                </c:pt>
                <c:pt idx="3">
                  <c:v>Current</c:v>
                </c:pt>
              </c:strCache>
            </c:strRef>
          </c:cat>
          <c:val>
            <c:numRef>
              <c:f>'AUM Visme'!$CW$7:$CZ$7</c:f>
              <c:numCache>
                <c:formatCode>0.0</c:formatCode>
                <c:ptCount val="4"/>
                <c:pt idx="0">
                  <c:v>4.9217060766600031</c:v>
                </c:pt>
                <c:pt idx="1">
                  <c:v>9.2726678698000011</c:v>
                </c:pt>
                <c:pt idx="2">
                  <c:v>9.9495611538300039</c:v>
                </c:pt>
                <c:pt idx="3">
                  <c:v>14.593391649110005</c:v>
                </c:pt>
              </c:numCache>
            </c:numRef>
          </c:val>
          <c:extLst>
            <c:ext xmlns:c16="http://schemas.microsoft.com/office/drawing/2014/chart" uri="{C3380CC4-5D6E-409C-BE32-E72D297353CC}">
              <c16:uniqueId val="{0000000C-2836-482D-8670-32F8EE908324}"/>
            </c:ext>
          </c:extLst>
        </c:ser>
        <c:ser>
          <c:idx val="6"/>
          <c:order val="5"/>
          <c:tx>
            <c:strRef>
              <c:f>'AUM Visme'!$CV$8</c:f>
              <c:strCache>
                <c:ptCount val="1"/>
                <c:pt idx="0">
                  <c:v>Multi Asset Mandates</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'AUM Visme'!$CW$2:$CZ$2</c:f>
              <c:strCache>
                <c:ptCount val="4"/>
                <c:pt idx="0">
                  <c:v>February 2021
5 Year</c:v>
                </c:pt>
                <c:pt idx="1">
                  <c:v>February 2023
3 Year</c:v>
                </c:pt>
                <c:pt idx="2">
                  <c:v>February 2025
1 Year</c:v>
                </c:pt>
                <c:pt idx="3">
                  <c:v>Current</c:v>
                </c:pt>
              </c:strCache>
            </c:strRef>
          </c:cat>
          <c:val>
            <c:numRef>
              <c:f>'AUM Visme'!$CW$8:$CZ$8</c:f>
              <c:numCache>
                <c:formatCode>0.0</c:formatCode>
                <c:ptCount val="4"/>
                <c:pt idx="0">
                  <c:v>14.80875599696</c:v>
                </c:pt>
                <c:pt idx="1">
                  <c:v>27.909845783300003</c:v>
                </c:pt>
                <c:pt idx="2">
                  <c:v>35.282038606229996</c:v>
                </c:pt>
                <c:pt idx="3">
                  <c:v>32.106811705410003</c:v>
                </c:pt>
              </c:numCache>
            </c:numRef>
          </c:val>
          <c:extLst>
            <c:ext xmlns:c16="http://schemas.microsoft.com/office/drawing/2014/chart" uri="{C3380CC4-5D6E-409C-BE32-E72D297353CC}">
              <c16:uniqueId val="{0000000D-2836-482D-8670-32F8EE908324}"/>
            </c:ext>
          </c:extLst>
        </c:ser>
        <c:ser>
          <c:idx val="7"/>
          <c:order val="6"/>
          <c:tx>
            <c:strRef>
              <c:f>'AUM Visme'!$CV$9</c:f>
              <c:strCache>
                <c:ptCount val="1"/>
                <c:pt idx="0">
                  <c:v>Global Mandates</c:v>
                </c:pt>
              </c:strCache>
            </c:strRef>
          </c:tx>
          <c:spPr>
            <a:solidFill>
              <a:schemeClr val="accent6">
                <a:lumMod val="75000"/>
              </a:schemeClr>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'AUM Visme'!$CW$2:$CZ$2</c:f>
              <c:strCache>
                <c:ptCount val="4"/>
                <c:pt idx="0">
                  <c:v>February 2021
5 Year</c:v>
                </c:pt>
                <c:pt idx="1">
                  <c:v>February 2023
3 Year</c:v>
                </c:pt>
                <c:pt idx="2">
                  <c:v>February 2025
1 Year</c:v>
                </c:pt>
                <c:pt idx="3">
                  <c:v>Current</c:v>
                </c:pt>
              </c:strCache>
            </c:strRef>
          </c:cat>
          <c:val>
            <c:numRef>
              <c:f>'AUM Visme'!$CW$9:$CZ$9</c:f>
              <c:numCache>
                <c:formatCode>0.0</c:formatCode>
                <c:ptCount val="4"/>
                <c:pt idx="0">
                  <c:v>5.9054993784604921</c:v>
                </c:pt>
                <c:pt idx="1">
                  <c:v>6.8422294716146208</c:v>
                </c:pt>
                <c:pt idx="2">
                  <c:v>8.2863141449312447</c:v>
                </c:pt>
                <c:pt idx="3">
                  <c:v>9.2519945027245178</c:v>
                </c:pt>
              </c:numCache>
            </c:numRef>
          </c:val>
          <c:extLst>
            <c:ext xmlns:c16="http://schemas.microsoft.com/office/drawing/2014/chart" uri="{C3380CC4-5D6E-409C-BE32-E72D297353CC}">
              <c16:uniqueId val="{0000000E-2836-482D-8670-32F8EE908324}"/>
            </c:ext>
          </c:extLst>
        </c:ser>
        <c:dLbls>
          <c:showLegendKey val="0"/>
          <c:showVal val="0"/>
          <c:showCatName val="0"/>
          <c:showSerName val="0"/>
          <c:showPercent val="0"/>
          <c:showBubbleSize val="0"/>
        </c:dLbls>
        <c:gapWidth val="150"/>
        <c:overlap val="100"/>
        <c:axId val="1218763896"/>
        <c:axId val="1218764224"/>
      </c:barChart>
      <c:lineChart>
        <c:grouping val="standard"/>
        <c:varyColors val="0"/>
        <c:ser>
          <c:idx val="8"/>
          <c:order val="7"/>
          <c:tx>
            <c:strRef>
              <c:f>'AUM Visme'!$CV$10</c:f>
              <c:strCache>
                <c:ptCount val="1"/>
                <c:pt idx="0">
                  <c:v>Total</c:v>
                </c:pt>
              </c:strCache>
            </c:strRef>
          </c:tx>
          <c:spPr>
            <a:ln w="28575" cap="rnd">
              <a:noFill/>
              <a:round/>
            </a:ln>
            <a:effectLst/>
          </c:spPr>
          <c:marker>
            <c:symbol val="circle"/>
            <c:size val="5"/>
            <c:spPr>
              <a:noFill/>
              <a:ln w="9525">
                <a:noFill/>
              </a:ln>
              <a:effectLst/>
            </c:spPr>
          </c:marker>
          <c:dLbls>
            <c:dLbl>
              <c:idx val="0"/>
              <c:layout>
                <c:manualLayout>
                  <c:x val="-2.486087741122318E-2"/>
                  <c:y val="-3.61842882794180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2836-482D-8670-32F8EE908324}"/>
                </c:ext>
              </c:extLst>
            </c:dLbl>
            <c:dLbl>
              <c:idx val="1"/>
              <c:layout>
                <c:manualLayout>
                  <c:x val="-2.8725083781959388E-2"/>
                  <c:y val="-2.596110663277074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2836-482D-8670-32F8EE908324}"/>
                </c:ext>
              </c:extLst>
            </c:dLbl>
            <c:dLbl>
              <c:idx val="2"/>
              <c:layout>
                <c:manualLayout>
                  <c:x val="-2.9752867314170629E-2"/>
                  <c:y val="-3.184405649066381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2836-482D-8670-32F8EE908324}"/>
                </c:ext>
              </c:extLst>
            </c:dLbl>
            <c:dLbl>
              <c:idx val="3"/>
              <c:layout>
                <c:manualLayout>
                  <c:x val="-2.9819258469621145E-2"/>
                  <c:y val="-3.625658640580804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2836-482D-8670-32F8EE908324}"/>
                </c:ext>
              </c:extLst>
            </c:dLbl>
            <c:spPr>
              <a:noFill/>
              <a:ln>
                <a:noFill/>
              </a:ln>
              <a:effectLst/>
            </c:spPr>
            <c:txPr>
              <a:bodyPr rot="0" spcFirstLastPara="1" vertOverflow="ellipsis" vert="horz" wrap="square" anchor="ctr" anchorCtr="1"/>
              <a:lstStyle/>
              <a:p>
                <a:pPr>
                  <a:defRPr sz="11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'AUM Visme'!$CZ$2</c:f>
              <c:strCache>
                <c:ptCount val="1"/>
                <c:pt idx="0">
                  <c:v>Current</c:v>
                </c:pt>
              </c:strCache>
            </c:strRef>
          </c:cat>
          <c:val>
            <c:numRef>
              <c:f>'AUM Visme'!$CW$10:$CZ$10</c:f>
              <c:numCache>
                <c:formatCode>0.0</c:formatCode>
                <c:ptCount val="4"/>
                <c:pt idx="0">
                  <c:v>103.53243198319051</c:v>
                </c:pt>
                <c:pt idx="1">
                  <c:v>129.61156187858467</c:v>
                </c:pt>
                <c:pt idx="2">
                  <c:v>150.90100949409131</c:v>
                </c:pt>
                <c:pt idx="3">
                  <c:v>171.53201176001471</c:v>
                </c:pt>
              </c:numCache>
            </c:numRef>
          </c:val>
          <c:smooth val="0"/>
          <c:extLst>
            <c:ext xmlns:c16="http://schemas.microsoft.com/office/drawing/2014/chart" uri="{C3380CC4-5D6E-409C-BE32-E72D297353CC}">
              <c16:uniqueId val="{00000013-2836-482D-8670-32F8EE908324}"/>
            </c:ext>
          </c:extLst>
        </c:ser>
        <c:dLbls>
          <c:showLegendKey val="0"/>
          <c:showVal val="0"/>
          <c:showCatName val="0"/>
          <c:showSerName val="0"/>
          <c:showPercent val="0"/>
          <c:showBubbleSize val="0"/>
        </c:dLbls>
        <c:marker val="1"/>
        <c:smooth val="0"/>
        <c:axId val="1218763896"/>
        <c:axId val="1218764224"/>
      </c:lineChart>
      <c:catAx>
        <c:axId val="1218763896"/>
        <c:scaling>
          <c:orientation val="minMax"/>
        </c:scaling>
        <c:delete val="0"/>
        <c:axPos val="b"/>
        <c:numFmt formatCode="General" sourceLinked="1"/>
        <c:majorTickMark val="none"/>
        <c:minorTickMark val="none"/>
        <c:tickLblPos val="nextTo"/>
        <c:spPr>
          <a:noFill/>
          <a:ln w="9525" cap="flat" cmpd="sng" algn="ctr">
            <a:solidFill>
              <a:schemeClr val="bg1">
                <a:lumMod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1218764224"/>
        <c:crosses val="autoZero"/>
        <c:auto val="1"/>
        <c:lblAlgn val="ctr"/>
        <c:lblOffset val="100"/>
        <c:noMultiLvlLbl val="0"/>
      </c:catAx>
      <c:valAx>
        <c:axId val="1218764224"/>
        <c:scaling>
          <c:orientation val="minMax"/>
          <c:min val="0"/>
        </c:scaling>
        <c:delete val="0"/>
        <c:axPos val="l"/>
        <c:title>
          <c:tx>
            <c:rich>
              <a:bodyPr rot="-5400000" spcFirstLastPara="1" vertOverflow="ellipsis" vert="horz" wrap="square" anchor="ctr" anchorCtr="1"/>
              <a:lstStyle/>
              <a:p>
                <a:pPr>
                  <a:defRPr sz="1100" b="1" i="0" u="none" strike="noStrike" kern="1200" baseline="0">
                    <a:solidFill>
                      <a:schemeClr val="tx1"/>
                    </a:solidFill>
                    <a:latin typeface="Arial" panose="020B0604020202020204" pitchFamily="34" charset="0"/>
                    <a:ea typeface="+mn-ea"/>
                    <a:cs typeface="Arial" panose="020B0604020202020204" pitchFamily="34" charset="0"/>
                  </a:defRPr>
                </a:pPr>
                <a:r>
                  <a:rPr lang="en-ZA" b="1"/>
                  <a:t>AUM R'bn</a:t>
                </a:r>
              </a:p>
            </c:rich>
          </c:tx>
          <c:layout>
            <c:manualLayout>
              <c:xMode val="edge"/>
              <c:yMode val="edge"/>
              <c:x val="1.1547827564768427E-2"/>
              <c:y val="0.3552278741778967"/>
            </c:manualLayout>
          </c:layout>
          <c:overlay val="0"/>
          <c:spPr>
            <a:noFill/>
            <a:ln>
              <a:noFill/>
            </a:ln>
            <a:effectLst/>
          </c:spPr>
          <c:txPr>
            <a:bodyPr rot="-5400000" spcFirstLastPara="1" vertOverflow="ellipsis" vert="horz" wrap="square" anchor="ctr" anchorCtr="1"/>
            <a:lstStyle/>
            <a:p>
              <a:pPr>
                <a:defRPr sz="11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title>
        <c:numFmt formatCode="0.0" sourceLinked="1"/>
        <c:majorTickMark val="none"/>
        <c:minorTickMark val="none"/>
        <c:tickLblPos val="nextTo"/>
        <c:spPr>
          <a:noFill/>
          <a:ln>
            <a:solidFill>
              <a:schemeClr val="bg1">
                <a:lumMod val="85000"/>
              </a:schemeClr>
            </a:solidFill>
          </a:ln>
          <a:effectLst/>
        </c:spPr>
        <c:txPr>
          <a:bodyPr rot="-60000000" spcFirstLastPara="1" vertOverflow="ellipsis" vert="horz" wrap="square" anchor="ctr" anchorCtr="1"/>
          <a:lstStyle/>
          <a:p>
            <a:pPr>
              <a:defRPr sz="11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1218763896"/>
        <c:crosses val="autoZero"/>
        <c:crossBetween val="between"/>
        <c:majorUnit val="20"/>
      </c:valAx>
      <c:spPr>
        <a:noFill/>
        <a:ln>
          <a:noFill/>
        </a:ln>
        <a:effectLst/>
      </c:spPr>
    </c:plotArea>
    <c:legend>
      <c:legendPos val="r"/>
      <c:legendEntry>
        <c:idx val="7"/>
        <c:delete val="1"/>
      </c:legendEntry>
      <c:layout>
        <c:manualLayout>
          <c:xMode val="edge"/>
          <c:yMode val="edge"/>
          <c:x val="0.69892790338449284"/>
          <c:y val="0.21906105425045641"/>
          <c:w val="0.30107213959961149"/>
          <c:h val="0.48440061423022923"/>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2"/>
    </a:solidFill>
    <a:ln w="9525" cap="flat" cmpd="sng" algn="ctr">
      <a:noFill/>
      <a:round/>
    </a:ln>
    <a:effectLst/>
  </c:spPr>
  <c:txPr>
    <a:bodyPr/>
    <a:lstStyle/>
    <a:p>
      <a:pPr>
        <a:defRPr sz="1100">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1655-4AC3-911B-EC55F860339A}"/>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1655-4AC3-911B-EC55F860339A}"/>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1655-4AC3-911B-EC55F860339A}"/>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1655-4AC3-911B-EC55F860339A}"/>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1655-4AC3-911B-EC55F860339A}"/>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1655-4AC3-911B-EC55F860339A}"/>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1655-4AC3-911B-EC55F860339A}"/>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1655-4AC3-911B-EC55F860339A}"/>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1655-4AC3-911B-EC55F860339A}"/>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13-1655-4AC3-911B-EC55F860339A}"/>
              </c:ext>
            </c:extLst>
          </c:dPt>
          <c:dLbls>
            <c:dLbl>
              <c:idx val="0"/>
              <c:layout>
                <c:manualLayout>
                  <c:x val="4.4643540133936371E-2"/>
                  <c:y val="-6.3401620484710985E-3"/>
                </c:manualLayout>
              </c:layout>
              <c:tx>
                <c:rich>
                  <a:bodyPr/>
                  <a:lstStyle/>
                  <a:p>
                    <a:fld id="{8DF0DBD9-B31F-4928-A649-E27663F83D1B}" type="CATEGORYNAME">
                      <a:rPr lang="en-US"/>
                      <a:pPr/>
                      <a:t>[CATEGORY NAME]</a:t>
                    </a:fld>
                    <a:r>
                      <a:rPr lang="en-US" baseline="0"/>
                      <a:t> </a:t>
                    </a:r>
                  </a:p>
                  <a:p>
                    <a:fld id="{4766959A-1703-4B6E-ABC3-8693305F9253}" type="VALUE">
                      <a:rPr lang="en-US" baseline="0"/>
                      <a:pPr/>
                      <a:t>[VALUE]</a:t>
                    </a:fld>
                    <a:endParaRPr lang="en-ZA"/>
                  </a:p>
                </c:rich>
              </c:tx>
              <c:showLegendKey val="0"/>
              <c:showVal val="1"/>
              <c:showCatName val="1"/>
              <c:showSerName val="0"/>
              <c:showPercent val="0"/>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1-1655-4AC3-911B-EC55F860339A}"/>
                </c:ext>
              </c:extLst>
            </c:dLbl>
            <c:dLbl>
              <c:idx val="1"/>
              <c:layout>
                <c:manualLayout>
                  <c:x val="4.4934202902488386E-3"/>
                  <c:y val="4.258925888077307E-2"/>
                </c:manualLayout>
              </c:layou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3-1655-4AC3-911B-EC55F860339A}"/>
                </c:ext>
              </c:extLst>
            </c:dLbl>
            <c:dLbl>
              <c:idx val="2"/>
              <c:layout>
                <c:manualLayout>
                  <c:x val="-1.3148387446176558E-2"/>
                  <c:y val="4.1967134528549353E-2"/>
                </c:manualLayout>
              </c:layout>
              <c:showLegendKey val="0"/>
              <c:showVal val="1"/>
              <c:showCatName val="1"/>
              <c:showSerName val="0"/>
              <c:showPercent val="0"/>
              <c:showBubbleSize val="0"/>
              <c:separator> </c:separator>
              <c:extLst>
                <c:ext xmlns:c15="http://schemas.microsoft.com/office/drawing/2012/chart" uri="{CE6537A1-D6FC-4f65-9D91-7224C49458BB}">
                  <c15:layout>
                    <c:manualLayout>
                      <c:w val="0.11523156809973084"/>
                      <c:h val="9.0456751518650721E-2"/>
                    </c:manualLayout>
                  </c15:layout>
                </c:ext>
                <c:ext xmlns:c16="http://schemas.microsoft.com/office/drawing/2014/chart" uri="{C3380CC4-5D6E-409C-BE32-E72D297353CC}">
                  <c16:uniqueId val="{00000005-1655-4AC3-911B-EC55F860339A}"/>
                </c:ext>
              </c:extLst>
            </c:dLbl>
            <c:dLbl>
              <c:idx val="3"/>
              <c:layout>
                <c:manualLayout>
                  <c:x val="-5.9407531174448081E-2"/>
                  <c:y val="2.1778632469338463E-2"/>
                </c:manualLayout>
              </c:layout>
              <c:showLegendKey val="0"/>
              <c:showVal val="1"/>
              <c:showCatName val="1"/>
              <c:showSerName val="0"/>
              <c:showPercent val="0"/>
              <c:showBubbleSize val="0"/>
              <c:separator> </c:separator>
              <c:extLst>
                <c:ext xmlns:c15="http://schemas.microsoft.com/office/drawing/2012/chart" uri="{CE6537A1-D6FC-4f65-9D91-7224C49458BB}">
                  <c15:layout>
                    <c:manualLayout>
                      <c:w val="8.2893246187363823E-2"/>
                      <c:h val="9.6921302376342042E-2"/>
                    </c:manualLayout>
                  </c15:layout>
                </c:ext>
                <c:ext xmlns:c16="http://schemas.microsoft.com/office/drawing/2014/chart" uri="{C3380CC4-5D6E-409C-BE32-E72D297353CC}">
                  <c16:uniqueId val="{00000007-1655-4AC3-911B-EC55F860339A}"/>
                </c:ext>
              </c:extLst>
            </c:dLbl>
            <c:dLbl>
              <c:idx val="4"/>
              <c:layout>
                <c:manualLayout>
                  <c:x val="-3.7147121221418201E-2"/>
                  <c:y val="1.4976793535459245E-2"/>
                </c:manualLayout>
              </c:layou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9-1655-4AC3-911B-EC55F860339A}"/>
                </c:ext>
              </c:extLst>
            </c:dLbl>
            <c:dLbl>
              <c:idx val="5"/>
              <c:layout>
                <c:manualLayout>
                  <c:x val="-4.2935850781684999E-2"/>
                  <c:y val="3.7190959323154618E-3"/>
                </c:manualLayout>
              </c:layou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B-1655-4AC3-911B-EC55F860339A}"/>
                </c:ext>
              </c:extLst>
            </c:dLbl>
            <c:dLbl>
              <c:idx val="6"/>
              <c:layout>
                <c:manualLayout>
                  <c:x val="-1.308169365220048E-2"/>
                  <c:y val="-7.1861262336351105E-3"/>
                </c:manualLayout>
              </c:layout>
              <c:showLegendKey val="0"/>
              <c:showVal val="1"/>
              <c:showCatName val="1"/>
              <c:showSerName val="0"/>
              <c:showPercent val="0"/>
              <c:showBubbleSize val="0"/>
              <c:separator> </c:separator>
              <c:extLst>
                <c:ext xmlns:c15="http://schemas.microsoft.com/office/drawing/2012/chart" uri="{CE6537A1-D6FC-4f65-9D91-7224C49458BB}">
                  <c15:layout>
                    <c:manualLayout>
                      <c:w val="0.13964565088550468"/>
                      <c:h val="9.0456658379705707E-2"/>
                    </c:manualLayout>
                  </c15:layout>
                </c:ext>
                <c:ext xmlns:c16="http://schemas.microsoft.com/office/drawing/2014/chart" uri="{C3380CC4-5D6E-409C-BE32-E72D297353CC}">
                  <c16:uniqueId val="{0000000D-1655-4AC3-911B-EC55F860339A}"/>
                </c:ext>
              </c:extLst>
            </c:dLbl>
            <c:dLbl>
              <c:idx val="7"/>
              <c:layout>
                <c:manualLayout>
                  <c:x val="-2.4912388607004173E-2"/>
                  <c:y val="-1.7523130694467998E-2"/>
                </c:manualLayout>
              </c:layou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F-1655-4AC3-911B-EC55F860339A}"/>
                </c:ext>
              </c:extLst>
            </c:dLbl>
            <c:dLbl>
              <c:idx val="8"/>
              <c:layout>
                <c:manualLayout>
                  <c:x val="-1.3821434045125851E-2"/>
                  <c:y val="-3.6670170213130279E-2"/>
                </c:manualLayout>
              </c:layou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11-1655-4AC3-911B-EC55F860339A}"/>
                </c:ext>
              </c:extLst>
            </c:dLbl>
            <c:dLbl>
              <c:idx val="9"/>
              <c:layout>
                <c:manualLayout>
                  <c:x val="-2.4453965645812464E-2"/>
                  <c:y val="-3.0649052226286701E-2"/>
                </c:manualLayout>
              </c:layou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13-1655-4AC3-911B-EC55F860339A}"/>
                </c:ext>
              </c:extLst>
            </c:dLbl>
            <c:spPr>
              <a:noFill/>
              <a:ln>
                <a:noFill/>
              </a:ln>
              <a:effectLst/>
            </c:spPr>
            <c:txPr>
              <a:bodyPr rot="0" spcFirstLastPara="1" vertOverflow="ellipsis" vert="horz" wrap="square" anchor="ctr" anchorCtr="1"/>
              <a:lstStyle/>
              <a:p>
                <a:pPr>
                  <a:defRPr sz="1050" b="0" i="0" u="none" strike="noStrike" kern="1200" baseline="0">
                    <a:solidFill>
                      <a:srgbClr val="002060"/>
                    </a:solidFill>
                    <a:latin typeface="Arial" panose="020B0604020202020204" pitchFamily="34" charset="0"/>
                    <a:ea typeface="+mn-ea"/>
                    <a:cs typeface="Arial" panose="020B0604020202020204" pitchFamily="34" charset="0"/>
                  </a:defRPr>
                </a:pPr>
                <a:endParaRPr lang="en-US"/>
              </a:p>
            </c:txPr>
            <c:showLegendKey val="0"/>
            <c:showVal val="1"/>
            <c:showCatName val="1"/>
            <c:showSerName val="0"/>
            <c:showPercent val="0"/>
            <c:showBubbleSize val="0"/>
            <c:separator> </c:separator>
            <c:showLeaderLines val="1"/>
            <c:leaderLines>
              <c:spPr>
                <a:ln w="9525" cap="flat" cmpd="sng" algn="ctr">
                  <a:solidFill>
                    <a:schemeClr val="bg1">
                      <a:lumMod val="85000"/>
                    </a:schemeClr>
                  </a:solidFill>
                  <a:round/>
                </a:ln>
                <a:effectLst/>
              </c:spPr>
            </c:leaderLines>
            <c:extLst>
              <c:ext xmlns:c15="http://schemas.microsoft.com/office/drawing/2012/chart" uri="{CE6537A1-D6FC-4f65-9D91-7224C49458BB}"/>
            </c:extLst>
          </c:dLbls>
          <c:cat>
            <c:strRef>
              <c:f>'Equity AUM Split'!$D$2:$D$11</c:f>
              <c:strCache>
                <c:ptCount val="10"/>
                <c:pt idx="0">
                  <c:v>Capped ALSI</c:v>
                </c:pt>
                <c:pt idx="1">
                  <c:v>ALSI</c:v>
                </c:pt>
                <c:pt idx="2">
                  <c:v>ALSI Large - Mid Cap</c:v>
                </c:pt>
                <c:pt idx="3">
                  <c:v>Top40</c:v>
                </c:pt>
                <c:pt idx="4">
                  <c:v>SA Property</c:v>
                </c:pt>
                <c:pt idx="5">
                  <c:v>Blended</c:v>
                </c:pt>
                <c:pt idx="6">
                  <c:v>Peer Group Cognisant</c:v>
                </c:pt>
                <c:pt idx="7">
                  <c:v>ESG Cognisant</c:v>
                </c:pt>
                <c:pt idx="8">
                  <c:v>Global (Feeder)</c:v>
                </c:pt>
                <c:pt idx="9">
                  <c:v>Global USD 224m</c:v>
                </c:pt>
              </c:strCache>
            </c:strRef>
          </c:cat>
          <c:val>
            <c:numRef>
              <c:f>'Equity AUM Split'!$E$2:$E$11</c:f>
              <c:numCache>
                <c:formatCode>_-* #,##0.0_-;\-* #,##0.0_-;_-* "-"??_-;_-@_-</c:formatCode>
                <c:ptCount val="10"/>
                <c:pt idx="0">
                  <c:v>10461.828727350001</c:v>
                </c:pt>
                <c:pt idx="1">
                  <c:v>3552.7598104200001</c:v>
                </c:pt>
                <c:pt idx="2">
                  <c:v>102.98855004000001</c:v>
                </c:pt>
                <c:pt idx="3">
                  <c:v>2059.8096007899999</c:v>
                </c:pt>
                <c:pt idx="4">
                  <c:v>841.54186833000006</c:v>
                </c:pt>
                <c:pt idx="5">
                  <c:v>67.045955829999997</c:v>
                </c:pt>
                <c:pt idx="6">
                  <c:v>1484.6797593199999</c:v>
                </c:pt>
                <c:pt idx="7">
                  <c:v>179.26847734</c:v>
                </c:pt>
                <c:pt idx="8">
                  <c:v>1071.8062968500001</c:v>
                </c:pt>
                <c:pt idx="9">
                  <c:v>3612.7148938085002</c:v>
                </c:pt>
              </c:numCache>
            </c:numRef>
          </c:val>
          <c:extLst>
            <c:ext xmlns:c16="http://schemas.microsoft.com/office/drawing/2014/chart" uri="{C3380CC4-5D6E-409C-BE32-E72D297353CC}">
              <c16:uniqueId val="{00000014-1655-4AC3-911B-EC55F860339A}"/>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50">
          <a:solidFill>
            <a:srgbClr val="002060"/>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5781808643988207E-2"/>
          <c:y val="3.0337779743322281E-2"/>
          <c:w val="0.91369863469335222"/>
          <c:h val="0.89610890677607036"/>
        </c:manualLayout>
      </c:layout>
      <c:barChart>
        <c:barDir val="col"/>
        <c:grouping val="stacked"/>
        <c:varyColors val="0"/>
        <c:ser>
          <c:idx val="0"/>
          <c:order val="0"/>
          <c:tx>
            <c:strRef>
              <c:f>'Fund Net Asset Value (3)'!$W$3</c:f>
              <c:strCache>
                <c:ptCount val="1"/>
                <c:pt idx="0">
                  <c:v> Capped ALSI </c:v>
                </c:pt>
              </c:strCache>
            </c:strRef>
          </c:tx>
          <c:spPr>
            <a:solidFill>
              <a:schemeClr val="accent1"/>
            </a:solidFill>
            <a:ln>
              <a:noFill/>
            </a:ln>
            <a:effectLst/>
          </c:spPr>
          <c:invertIfNegative val="0"/>
          <c:cat>
            <c:numRef>
              <c:f>'Fund Net Asset Value (3)'!$V$4:$V$20</c:f>
              <c:numCache>
                <c:formatCode>0</c:formatCode>
                <c:ptCount val="17"/>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numCache>
            </c:numRef>
          </c:cat>
          <c:val>
            <c:numRef>
              <c:f>'Fund Net Asset Value (3)'!$W$4:$W$20</c:f>
              <c:numCache>
                <c:formatCode>_-* #,##0_-;\-* #,##0_-;_-* "-"??_-;_-@_-</c:formatCode>
                <c:ptCount val="17"/>
                <c:pt idx="0">
                  <c:v>0.21867889761000001</c:v>
                </c:pt>
                <c:pt idx="1">
                  <c:v>0.17808698488999999</c:v>
                </c:pt>
                <c:pt idx="2">
                  <c:v>0.11412965653</c:v>
                </c:pt>
                <c:pt idx="3">
                  <c:v>0.29044542616000002</c:v>
                </c:pt>
                <c:pt idx="4">
                  <c:v>0.16604729546000002</c:v>
                </c:pt>
                <c:pt idx="5">
                  <c:v>0.18489349307</c:v>
                </c:pt>
                <c:pt idx="6">
                  <c:v>0.17182892138</c:v>
                </c:pt>
                <c:pt idx="7">
                  <c:v>0.25403711311999999</c:v>
                </c:pt>
                <c:pt idx="8">
                  <c:v>0.36802455243999999</c:v>
                </c:pt>
                <c:pt idx="9">
                  <c:v>0.83008495016000006</c:v>
                </c:pt>
                <c:pt idx="10">
                  <c:v>0.88266452247000005</c:v>
                </c:pt>
                <c:pt idx="11">
                  <c:v>3.8204181616200001</c:v>
                </c:pt>
                <c:pt idx="12">
                  <c:v>7.0924254980699999</c:v>
                </c:pt>
                <c:pt idx="13">
                  <c:v>7.2430226838199996</c:v>
                </c:pt>
                <c:pt idx="14" formatCode="_-* #,##0.0_-;\-* #,##0.0_-;_-* &quot;-&quot;??_-;_-@_-">
                  <c:v>9.3470202087800001</c:v>
                </c:pt>
                <c:pt idx="15" formatCode="_-* #,##0.0_-;\-* #,##0.0_-;_-* &quot;-&quot;??_-;_-@_-">
                  <c:v>10.26927380589</c:v>
                </c:pt>
                <c:pt idx="16" formatCode="_-* #,##0.0_-;\-* #,##0.0_-;_-* &quot;-&quot;??_-;_-@_-">
                  <c:v>10.461828727350003</c:v>
                </c:pt>
              </c:numCache>
            </c:numRef>
          </c:val>
          <c:extLst>
            <c:ext xmlns:c16="http://schemas.microsoft.com/office/drawing/2014/chart" uri="{C3380CC4-5D6E-409C-BE32-E72D297353CC}">
              <c16:uniqueId val="{00000000-8069-4846-8A1B-4EFE35AE5733}"/>
            </c:ext>
          </c:extLst>
        </c:ser>
        <c:ser>
          <c:idx val="1"/>
          <c:order val="1"/>
          <c:tx>
            <c:strRef>
              <c:f>'Fund Net Asset Value (3)'!$X$3</c:f>
              <c:strCache>
                <c:ptCount val="1"/>
                <c:pt idx="0">
                  <c:v>ALSI</c:v>
                </c:pt>
              </c:strCache>
            </c:strRef>
          </c:tx>
          <c:spPr>
            <a:solidFill>
              <a:schemeClr val="accent2"/>
            </a:solidFill>
            <a:ln>
              <a:noFill/>
            </a:ln>
            <a:effectLst/>
          </c:spPr>
          <c:invertIfNegative val="0"/>
          <c:cat>
            <c:numRef>
              <c:f>'Fund Net Asset Value (3)'!$V$4:$V$20</c:f>
              <c:numCache>
                <c:formatCode>0</c:formatCode>
                <c:ptCount val="17"/>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numCache>
            </c:numRef>
          </c:cat>
          <c:val>
            <c:numRef>
              <c:f>'Fund Net Asset Value (3)'!$X$4:$X$20</c:f>
              <c:numCache>
                <c:formatCode>_-* #,##0_-;\-* #,##0_-;_-* "-"??_-;_-@_-</c:formatCode>
                <c:ptCount val="17"/>
                <c:pt idx="0">
                  <c:v>0</c:v>
                </c:pt>
                <c:pt idx="1">
                  <c:v>0</c:v>
                </c:pt>
                <c:pt idx="2">
                  <c:v>9.6391015700000009E-3</c:v>
                </c:pt>
                <c:pt idx="3">
                  <c:v>1.7781973670000003E-2</c:v>
                </c:pt>
                <c:pt idx="4">
                  <c:v>0.21717980698</c:v>
                </c:pt>
                <c:pt idx="5">
                  <c:v>0.32867725502</c:v>
                </c:pt>
                <c:pt idx="6">
                  <c:v>0.80866871691000008</c:v>
                </c:pt>
                <c:pt idx="7">
                  <c:v>2.29925685674</c:v>
                </c:pt>
                <c:pt idx="8">
                  <c:v>1.9458166074099998</c:v>
                </c:pt>
                <c:pt idx="9">
                  <c:v>2.02885038898</c:v>
                </c:pt>
                <c:pt idx="10">
                  <c:v>2.4779982240500003</c:v>
                </c:pt>
                <c:pt idx="11">
                  <c:v>3.38164103569</c:v>
                </c:pt>
                <c:pt idx="12">
                  <c:v>3.6367892239100001</c:v>
                </c:pt>
                <c:pt idx="13">
                  <c:v>3.1775071218700006</c:v>
                </c:pt>
                <c:pt idx="14" formatCode="_-* #,##0.0_-;\-* #,##0.0_-;_-* &quot;-&quot;??_-;_-@_-">
                  <c:v>2.97309716025</c:v>
                </c:pt>
                <c:pt idx="15" formatCode="_-* #,##0.0_-;\-* #,##0.0_-;_-* &quot;-&quot;??_-;_-@_-">
                  <c:v>3.5097472911700001</c:v>
                </c:pt>
                <c:pt idx="16" formatCode="_-* #,##0.0_-;\-* #,##0.0_-;_-* &quot;-&quot;??_-;_-@_-">
                  <c:v>3.6557483604600001</c:v>
                </c:pt>
              </c:numCache>
            </c:numRef>
          </c:val>
          <c:extLst>
            <c:ext xmlns:c16="http://schemas.microsoft.com/office/drawing/2014/chart" uri="{C3380CC4-5D6E-409C-BE32-E72D297353CC}">
              <c16:uniqueId val="{00000001-8069-4846-8A1B-4EFE35AE5733}"/>
            </c:ext>
          </c:extLst>
        </c:ser>
        <c:ser>
          <c:idx val="2"/>
          <c:order val="2"/>
          <c:tx>
            <c:strRef>
              <c:f>'Fund Net Asset Value (3)'!$Y$3</c:f>
              <c:strCache>
                <c:ptCount val="1"/>
                <c:pt idx="0">
                  <c:v>Top40</c:v>
                </c:pt>
              </c:strCache>
            </c:strRef>
          </c:tx>
          <c:spPr>
            <a:solidFill>
              <a:schemeClr val="accent3"/>
            </a:solidFill>
            <a:ln>
              <a:noFill/>
            </a:ln>
            <a:effectLst/>
          </c:spPr>
          <c:invertIfNegative val="0"/>
          <c:cat>
            <c:numRef>
              <c:f>'Fund Net Asset Value (3)'!$V$4:$V$20</c:f>
              <c:numCache>
                <c:formatCode>0</c:formatCode>
                <c:ptCount val="17"/>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numCache>
            </c:numRef>
          </c:cat>
          <c:val>
            <c:numRef>
              <c:f>'Fund Net Asset Value (3)'!$Y$4:$Y$20</c:f>
              <c:numCache>
                <c:formatCode>_-* #,##0_-;\-* #,##0_-;_-* "-"??_-;_-@_-</c:formatCode>
                <c:ptCount val="17"/>
                <c:pt idx="0">
                  <c:v>0.66065444195</c:v>
                </c:pt>
                <c:pt idx="1">
                  <c:v>0.59842225779999991</c:v>
                </c:pt>
                <c:pt idx="2">
                  <c:v>0.58241979454999993</c:v>
                </c:pt>
                <c:pt idx="3">
                  <c:v>0.30206191160000001</c:v>
                </c:pt>
                <c:pt idx="4">
                  <c:v>0.26203546826000002</c:v>
                </c:pt>
                <c:pt idx="5">
                  <c:v>0.28546356174999998</c:v>
                </c:pt>
                <c:pt idx="6">
                  <c:v>0.21168004954</c:v>
                </c:pt>
                <c:pt idx="7">
                  <c:v>0.19935224325000001</c:v>
                </c:pt>
                <c:pt idx="8">
                  <c:v>8.80027798E-2</c:v>
                </c:pt>
                <c:pt idx="9">
                  <c:v>0.12341576826999999</c:v>
                </c:pt>
                <c:pt idx="10">
                  <c:v>0.17759499484999999</c:v>
                </c:pt>
                <c:pt idx="11">
                  <c:v>0.87313234877000001</c:v>
                </c:pt>
                <c:pt idx="12">
                  <c:v>0.82717405546</c:v>
                </c:pt>
                <c:pt idx="13">
                  <c:v>0.91853353607999999</c:v>
                </c:pt>
                <c:pt idx="14" formatCode="_-* #,##0.0_-;\-* #,##0.0_-;_-* &quot;-&quot;??_-;_-@_-">
                  <c:v>1.2878807837299999</c:v>
                </c:pt>
                <c:pt idx="15" formatCode="_-* #,##0.0_-;\-* #,##0.0_-;_-* &quot;-&quot;??_-;_-@_-">
                  <c:v>1.97725702312</c:v>
                </c:pt>
                <c:pt idx="16" formatCode="_-* #,##0.0_-;\-* #,##0.0_-;_-* &quot;-&quot;??_-;_-@_-">
                  <c:v>2.05980960079</c:v>
                </c:pt>
              </c:numCache>
            </c:numRef>
          </c:val>
          <c:extLst>
            <c:ext xmlns:c16="http://schemas.microsoft.com/office/drawing/2014/chart" uri="{C3380CC4-5D6E-409C-BE32-E72D297353CC}">
              <c16:uniqueId val="{00000002-8069-4846-8A1B-4EFE35AE5733}"/>
            </c:ext>
          </c:extLst>
        </c:ser>
        <c:ser>
          <c:idx val="3"/>
          <c:order val="3"/>
          <c:tx>
            <c:strRef>
              <c:f>'Fund Net Asset Value (3)'!$Z$3</c:f>
              <c:strCache>
                <c:ptCount val="1"/>
                <c:pt idx="0">
                  <c:v>SA Property</c:v>
                </c:pt>
              </c:strCache>
            </c:strRef>
          </c:tx>
          <c:spPr>
            <a:solidFill>
              <a:schemeClr val="accent4"/>
            </a:solidFill>
            <a:ln>
              <a:noFill/>
            </a:ln>
            <a:effectLst/>
          </c:spPr>
          <c:invertIfNegative val="0"/>
          <c:cat>
            <c:numRef>
              <c:f>'Fund Net Asset Value (3)'!$V$4:$V$20</c:f>
              <c:numCache>
                <c:formatCode>0</c:formatCode>
                <c:ptCount val="17"/>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numCache>
            </c:numRef>
          </c:cat>
          <c:val>
            <c:numRef>
              <c:f>'Fund Net Asset Value (3)'!$Z$4:$Z$20</c:f>
              <c:numCache>
                <c:formatCode>_-* #,##0_-;\-* #,##0_-;_-* "-"??_-;_-@_-</c:formatCode>
                <c:ptCount val="17"/>
                <c:pt idx="0">
                  <c:v>5.9711436999999997E-4</c:v>
                </c:pt>
                <c:pt idx="1">
                  <c:v>5.9237685E-4</c:v>
                </c:pt>
                <c:pt idx="2">
                  <c:v>2.0521684300000001E-3</c:v>
                </c:pt>
                <c:pt idx="3">
                  <c:v>2.2466962000000004E-3</c:v>
                </c:pt>
                <c:pt idx="4">
                  <c:v>2.8731622299999998E-3</c:v>
                </c:pt>
                <c:pt idx="5">
                  <c:v>5.0080366100000006E-3</c:v>
                </c:pt>
                <c:pt idx="6">
                  <c:v>0.23218420878999999</c:v>
                </c:pt>
                <c:pt idx="7">
                  <c:v>0.20404857225999998</c:v>
                </c:pt>
                <c:pt idx="8">
                  <c:v>0.41514353227</c:v>
                </c:pt>
                <c:pt idx="9">
                  <c:v>0.78530129765000001</c:v>
                </c:pt>
                <c:pt idx="10">
                  <c:v>0.56198767928999993</c:v>
                </c:pt>
                <c:pt idx="11">
                  <c:v>0.45808516139</c:v>
                </c:pt>
                <c:pt idx="12">
                  <c:v>0.78876614250999999</c:v>
                </c:pt>
                <c:pt idx="13">
                  <c:v>0.79479073859000005</c:v>
                </c:pt>
                <c:pt idx="14" formatCode="_-* #,##0.0_-;\-* #,##0.0_-;_-* &quot;-&quot;??_-;_-@_-">
                  <c:v>0.95278780560999998</c:v>
                </c:pt>
                <c:pt idx="15" formatCode="_-* #,##0.0_-;\-* #,##0.0_-;_-* &quot;-&quot;??_-;_-@_-">
                  <c:v>0.76194556580999995</c:v>
                </c:pt>
                <c:pt idx="16" formatCode="_-* #,##0.0_-;\-* #,##0.0_-;_-* &quot;-&quot;??_-;_-@_-">
                  <c:v>0.84154186833</c:v>
                </c:pt>
              </c:numCache>
            </c:numRef>
          </c:val>
          <c:extLst>
            <c:ext xmlns:c16="http://schemas.microsoft.com/office/drawing/2014/chart" uri="{C3380CC4-5D6E-409C-BE32-E72D297353CC}">
              <c16:uniqueId val="{00000003-8069-4846-8A1B-4EFE35AE5733}"/>
            </c:ext>
          </c:extLst>
        </c:ser>
        <c:ser>
          <c:idx val="4"/>
          <c:order val="4"/>
          <c:tx>
            <c:strRef>
              <c:f>'Fund Net Asset Value (3)'!$AA$3</c:f>
              <c:strCache>
                <c:ptCount val="1"/>
                <c:pt idx="0">
                  <c:v>Global (Feeder)</c:v>
                </c:pt>
              </c:strCache>
            </c:strRef>
          </c:tx>
          <c:spPr>
            <a:solidFill>
              <a:schemeClr val="accent5"/>
            </a:solidFill>
            <a:ln>
              <a:noFill/>
            </a:ln>
            <a:effectLst/>
          </c:spPr>
          <c:invertIfNegative val="0"/>
          <c:cat>
            <c:numRef>
              <c:f>'Fund Net Asset Value (3)'!$V$4:$V$20</c:f>
              <c:numCache>
                <c:formatCode>0</c:formatCode>
                <c:ptCount val="17"/>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numCache>
            </c:numRef>
          </c:cat>
          <c:val>
            <c:numRef>
              <c:f>'Fund Net Asset Value (3)'!$AA$4:$AA$20</c:f>
              <c:numCache>
                <c:formatCode>_-* #,##0_-;\-* #,##0_-;_-* "-"??_-;_-@_-</c:formatCode>
                <c:ptCount val="17"/>
                <c:pt idx="0">
                  <c:v>3.31881461E-3</c:v>
                </c:pt>
                <c:pt idx="1">
                  <c:v>2.9679569700000004E-3</c:v>
                </c:pt>
                <c:pt idx="2">
                  <c:v>3.1622183799999998E-3</c:v>
                </c:pt>
                <c:pt idx="3">
                  <c:v>0.22478006331</c:v>
                </c:pt>
                <c:pt idx="4">
                  <c:v>0.54274923752000004</c:v>
                </c:pt>
                <c:pt idx="5">
                  <c:v>0.41773794257999997</c:v>
                </c:pt>
                <c:pt idx="6">
                  <c:v>0.18508537414999998</c:v>
                </c:pt>
                <c:pt idx="7">
                  <c:v>8.9752429879999998E-2</c:v>
                </c:pt>
                <c:pt idx="8">
                  <c:v>8.438203896999999E-2</c:v>
                </c:pt>
                <c:pt idx="9">
                  <c:v>0.51013513525000009</c:v>
                </c:pt>
                <c:pt idx="10">
                  <c:v>0.72376254828000008</c:v>
                </c:pt>
                <c:pt idx="11">
                  <c:v>0.81672979322999995</c:v>
                </c:pt>
                <c:pt idx="12">
                  <c:v>0.89369826671000008</c:v>
                </c:pt>
                <c:pt idx="13">
                  <c:v>0.98013349722999998</c:v>
                </c:pt>
                <c:pt idx="14" formatCode="_-* #,##0.0_-;\-* #,##0.0_-;_-* &quot;-&quot;??_-;_-@_-">
                  <c:v>1.0245014532700001</c:v>
                </c:pt>
                <c:pt idx="15" formatCode="_-* #,##0.0_-;\-* #,##0.0_-;_-* &quot;-&quot;??_-;_-@_-">
                  <c:v>1.0774673615100001</c:v>
                </c:pt>
                <c:pt idx="16" formatCode="_-* #,##0.0_-;\-* #,##0.0_-;_-* &quot;-&quot;??_-;_-@_-">
                  <c:v>1.07180629685</c:v>
                </c:pt>
              </c:numCache>
            </c:numRef>
          </c:val>
          <c:extLst>
            <c:ext xmlns:c16="http://schemas.microsoft.com/office/drawing/2014/chart" uri="{C3380CC4-5D6E-409C-BE32-E72D297353CC}">
              <c16:uniqueId val="{00000004-8069-4846-8A1B-4EFE35AE5733}"/>
            </c:ext>
          </c:extLst>
        </c:ser>
        <c:ser>
          <c:idx val="5"/>
          <c:order val="5"/>
          <c:tx>
            <c:strRef>
              <c:f>'Fund Net Asset Value (3)'!$AB$3</c:f>
              <c:strCache>
                <c:ptCount val="1"/>
                <c:pt idx="0">
                  <c:v>Global</c:v>
                </c:pt>
              </c:strCache>
            </c:strRef>
          </c:tx>
          <c:spPr>
            <a:solidFill>
              <a:schemeClr val="accent6"/>
            </a:solidFill>
            <a:ln>
              <a:noFill/>
            </a:ln>
            <a:effectLst/>
          </c:spPr>
          <c:invertIfNegative val="0"/>
          <c:cat>
            <c:numRef>
              <c:f>'Fund Net Asset Value (3)'!$V$4:$V$20</c:f>
              <c:numCache>
                <c:formatCode>0</c:formatCode>
                <c:ptCount val="17"/>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numCache>
            </c:numRef>
          </c:cat>
          <c:val>
            <c:numRef>
              <c:f>'Fund Net Asset Value (3)'!$AB$4:$AB$20</c:f>
              <c:numCache>
                <c:formatCode>_(* #,##0.00_);_(* \(#,##0.00\);_(* "-"??_);_(@_)</c:formatCode>
                <c:ptCount val="17"/>
                <c:pt idx="0">
                  <c:v>0.11516645877488101</c:v>
                </c:pt>
                <c:pt idx="1">
                  <c:v>9.7693807392399995E-2</c:v>
                </c:pt>
                <c:pt idx="2">
                  <c:v>0.101201742102195</c:v>
                </c:pt>
                <c:pt idx="3">
                  <c:v>0.12770321898258399</c:v>
                </c:pt>
                <c:pt idx="4">
                  <c:v>0.114958657722944</c:v>
                </c:pt>
                <c:pt idx="5">
                  <c:v>0.13353516713663002</c:v>
                </c:pt>
                <c:pt idx="6">
                  <c:v>0.14802865352611602</c:v>
                </c:pt>
                <c:pt idx="7">
                  <c:v>0.136699930877724</c:v>
                </c:pt>
                <c:pt idx="8">
                  <c:v>0.109995440316487</c:v>
                </c:pt>
                <c:pt idx="9">
                  <c:v>0.1065751323</c:v>
                </c:pt>
                <c:pt idx="10">
                  <c:v>0.11335826589770601</c:v>
                </c:pt>
                <c:pt idx="11">
                  <c:v>1.2436833683019921</c:v>
                </c:pt>
                <c:pt idx="12">
                  <c:v>2.389021396344928</c:v>
                </c:pt>
                <c:pt idx="13">
                  <c:v>2.6916186201381302</c:v>
                </c:pt>
                <c:pt idx="14" formatCode="_-* #,##0.0_-;\-* #,##0.0_-;_-* &quot;-&quot;??_-;_-@_-">
                  <c:v>3.4080789396489917</c:v>
                </c:pt>
                <c:pt idx="15" formatCode="_-* #,##0.0_-;\-* #,##0.0_-;_-* &quot;-&quot;??_-;_-@_-">
                  <c:v>3.5689021669125998</c:v>
                </c:pt>
                <c:pt idx="16" formatCode="_-* #,##0.0_-;\-* #,##0.0_-;_-* &quot;-&quot;??_-;_-@_-">
                  <c:v>3.9207122026684997</c:v>
                </c:pt>
              </c:numCache>
            </c:numRef>
          </c:val>
          <c:extLst>
            <c:ext xmlns:c16="http://schemas.microsoft.com/office/drawing/2014/chart" uri="{C3380CC4-5D6E-409C-BE32-E72D297353CC}">
              <c16:uniqueId val="{00000005-8069-4846-8A1B-4EFE35AE5733}"/>
            </c:ext>
          </c:extLst>
        </c:ser>
        <c:ser>
          <c:idx val="6"/>
          <c:order val="6"/>
          <c:tx>
            <c:strRef>
              <c:f>'Fund Net Asset Value (3)'!$AC$3</c:f>
              <c:strCache>
                <c:ptCount val="1"/>
                <c:pt idx="0">
                  <c:v>Blended</c:v>
                </c:pt>
              </c:strCache>
            </c:strRef>
          </c:tx>
          <c:spPr>
            <a:solidFill>
              <a:schemeClr val="accent1">
                <a:lumMod val="60000"/>
              </a:schemeClr>
            </a:solidFill>
            <a:ln>
              <a:noFill/>
            </a:ln>
            <a:effectLst/>
          </c:spPr>
          <c:invertIfNegative val="0"/>
          <c:cat>
            <c:numRef>
              <c:f>'Fund Net Asset Value (3)'!$V$4:$V$20</c:f>
              <c:numCache>
                <c:formatCode>0</c:formatCode>
                <c:ptCount val="17"/>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numCache>
            </c:numRef>
          </c:cat>
          <c:val>
            <c:numRef>
              <c:f>'Fund Net Asset Value (3)'!$AC$4:$AC$20</c:f>
              <c:numCache>
                <c:formatCode>_-* #,##0_-;\-* #,##0_-;_-* "-"??_-;_-@_-</c:formatCode>
                <c:ptCount val="17"/>
                <c:pt idx="0">
                  <c:v>0</c:v>
                </c:pt>
                <c:pt idx="1">
                  <c:v>0</c:v>
                </c:pt>
                <c:pt idx="2">
                  <c:v>0</c:v>
                </c:pt>
                <c:pt idx="3">
                  <c:v>0</c:v>
                </c:pt>
                <c:pt idx="4">
                  <c:v>0</c:v>
                </c:pt>
                <c:pt idx="5">
                  <c:v>0</c:v>
                </c:pt>
                <c:pt idx="6">
                  <c:v>0</c:v>
                </c:pt>
                <c:pt idx="7">
                  <c:v>0</c:v>
                </c:pt>
                <c:pt idx="8">
                  <c:v>0</c:v>
                </c:pt>
                <c:pt idx="9">
                  <c:v>0</c:v>
                </c:pt>
                <c:pt idx="10">
                  <c:v>0</c:v>
                </c:pt>
                <c:pt idx="11">
                  <c:v>0.19911434384999999</c:v>
                </c:pt>
                <c:pt idx="12">
                  <c:v>0.11648433318000001</c:v>
                </c:pt>
                <c:pt idx="13">
                  <c:v>6.2365813189999994E-2</c:v>
                </c:pt>
                <c:pt idx="14" formatCode="_-* #,##0.0_-;\-* #,##0.0_-;_-* &quot;-&quot;??_-;_-@_-">
                  <c:v>6.2866303159999998E-2</c:v>
                </c:pt>
                <c:pt idx="15" formatCode="_-* #,##0.0_-;\-* #,##0.0_-;_-* &quot;-&quot;??_-;_-@_-">
                  <c:v>6.667158447999999E-2</c:v>
                </c:pt>
                <c:pt idx="16" formatCode="_-* #,##0.0_-;\-* #,##0.0_-;_-* &quot;-&quot;??_-;_-@_-">
                  <c:v>6.7045955830000004E-2</c:v>
                </c:pt>
              </c:numCache>
            </c:numRef>
          </c:val>
          <c:extLst>
            <c:ext xmlns:c16="http://schemas.microsoft.com/office/drawing/2014/chart" uri="{C3380CC4-5D6E-409C-BE32-E72D297353CC}">
              <c16:uniqueId val="{00000006-8069-4846-8A1B-4EFE35AE5733}"/>
            </c:ext>
          </c:extLst>
        </c:ser>
        <c:ser>
          <c:idx val="7"/>
          <c:order val="7"/>
          <c:tx>
            <c:strRef>
              <c:f>'Fund Net Asset Value (3)'!$AD$3</c:f>
              <c:strCache>
                <c:ptCount val="1"/>
                <c:pt idx="0">
                  <c:v>Peer Group Cognisant</c:v>
                </c:pt>
              </c:strCache>
            </c:strRef>
          </c:tx>
          <c:spPr>
            <a:solidFill>
              <a:schemeClr val="accent2">
                <a:lumMod val="60000"/>
              </a:schemeClr>
            </a:solidFill>
            <a:ln>
              <a:noFill/>
            </a:ln>
            <a:effectLst/>
          </c:spPr>
          <c:invertIfNegative val="0"/>
          <c:cat>
            <c:numRef>
              <c:f>'Fund Net Asset Value (3)'!$V$4:$V$20</c:f>
              <c:numCache>
                <c:formatCode>0</c:formatCode>
                <c:ptCount val="17"/>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numCache>
            </c:numRef>
          </c:cat>
          <c:val>
            <c:numRef>
              <c:f>'Fund Net Asset Value (3)'!$AD$4:$AD$20</c:f>
              <c:numCache>
                <c:formatCode>_-* #,##0_-;\-* #,##0_-;_-* "-"??_-;_-@_-</c:formatCode>
                <c:ptCount val="17"/>
                <c:pt idx="0">
                  <c:v>0</c:v>
                </c:pt>
                <c:pt idx="1">
                  <c:v>0</c:v>
                </c:pt>
                <c:pt idx="2">
                  <c:v>0</c:v>
                </c:pt>
                <c:pt idx="3">
                  <c:v>0</c:v>
                </c:pt>
                <c:pt idx="4">
                  <c:v>0</c:v>
                </c:pt>
                <c:pt idx="5">
                  <c:v>0</c:v>
                </c:pt>
                <c:pt idx="6">
                  <c:v>0</c:v>
                </c:pt>
                <c:pt idx="7">
                  <c:v>0</c:v>
                </c:pt>
                <c:pt idx="8">
                  <c:v>0</c:v>
                </c:pt>
                <c:pt idx="9">
                  <c:v>0</c:v>
                </c:pt>
                <c:pt idx="10">
                  <c:v>0</c:v>
                </c:pt>
                <c:pt idx="11">
                  <c:v>0</c:v>
                </c:pt>
                <c:pt idx="12">
                  <c:v>0.14750217851</c:v>
                </c:pt>
                <c:pt idx="13">
                  <c:v>0.61329860374</c:v>
                </c:pt>
                <c:pt idx="14" formatCode="_-* #,##0.0_-;\-* #,##0.0_-;_-* &quot;-&quot;??_-;_-@_-">
                  <c:v>0.70143941023</c:v>
                </c:pt>
                <c:pt idx="15" formatCode="_-* #,##0.0_-;\-* #,##0.0_-;_-* &quot;-&quot;??_-;_-@_-">
                  <c:v>1.4385020815999998</c:v>
                </c:pt>
                <c:pt idx="16" formatCode="_-* #,##0.0_-;\-* #,##0.0_-;_-* &quot;-&quot;??_-;_-@_-">
                  <c:v>1.4846797593199998</c:v>
                </c:pt>
              </c:numCache>
            </c:numRef>
          </c:val>
          <c:extLst>
            <c:ext xmlns:c16="http://schemas.microsoft.com/office/drawing/2014/chart" uri="{C3380CC4-5D6E-409C-BE32-E72D297353CC}">
              <c16:uniqueId val="{00000007-8069-4846-8A1B-4EFE35AE5733}"/>
            </c:ext>
          </c:extLst>
        </c:ser>
        <c:ser>
          <c:idx val="8"/>
          <c:order val="8"/>
          <c:tx>
            <c:strRef>
              <c:f>'Fund Net Asset Value (3)'!$AE$3</c:f>
              <c:strCache>
                <c:ptCount val="1"/>
                <c:pt idx="0">
                  <c:v>ESG Cognisant</c:v>
                </c:pt>
              </c:strCache>
            </c:strRef>
          </c:tx>
          <c:spPr>
            <a:solidFill>
              <a:schemeClr val="accent3">
                <a:lumMod val="60000"/>
              </a:schemeClr>
            </a:solidFill>
            <a:ln>
              <a:noFill/>
            </a:ln>
            <a:effectLst/>
          </c:spPr>
          <c:invertIfNegative val="0"/>
          <c:cat>
            <c:numRef>
              <c:f>'Fund Net Asset Value (3)'!$V$4:$V$20</c:f>
              <c:numCache>
                <c:formatCode>0</c:formatCode>
                <c:ptCount val="17"/>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numCache>
            </c:numRef>
          </c:cat>
          <c:val>
            <c:numRef>
              <c:f>'Fund Net Asset Value (3)'!$AE$4:$AE$20</c:f>
              <c:numCache>
                <c:formatCode>_-* #,##0_-;\-* #,##0_-;_-* "-"??_-;_-@_-</c:formatCode>
                <c:ptCount val="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formatCode="_-* #,##0.0_-;\-* #,##0.0_-;_-* &quot;-&quot;??_-;_-@_-">
                  <c:v>9.8928357349999996E-2</c:v>
                </c:pt>
                <c:pt idx="15" formatCode="_-* #,##0.0_-;\-* #,##0.0_-;_-* &quot;-&quot;??_-;_-@_-">
                  <c:v>0.1763686931</c:v>
                </c:pt>
                <c:pt idx="16" formatCode="_-* #,##0.0_-;\-* #,##0.0_-;_-* &quot;-&quot;??_-;_-@_-">
                  <c:v>0.17926847734000001</c:v>
                </c:pt>
              </c:numCache>
            </c:numRef>
          </c:val>
          <c:extLst>
            <c:ext xmlns:c16="http://schemas.microsoft.com/office/drawing/2014/chart" uri="{C3380CC4-5D6E-409C-BE32-E72D297353CC}">
              <c16:uniqueId val="{00000008-8069-4846-8A1B-4EFE35AE5733}"/>
            </c:ext>
          </c:extLst>
        </c:ser>
        <c:ser>
          <c:idx val="9"/>
          <c:order val="9"/>
          <c:tx>
            <c:strRef>
              <c:f>'Fund Net Asset Value (3)'!$AF$3</c:f>
              <c:strCache>
                <c:ptCount val="1"/>
                <c:pt idx="0">
                  <c:v>ESG Cognisant</c:v>
                </c:pt>
              </c:strCache>
            </c:strRef>
          </c:tx>
          <c:spPr>
            <a:solidFill>
              <a:schemeClr val="accent4">
                <a:lumMod val="60000"/>
              </a:schemeClr>
            </a:solidFill>
            <a:ln>
              <a:noFill/>
            </a:ln>
            <a:effectLst/>
          </c:spPr>
          <c:invertIfNegative val="0"/>
          <c:cat>
            <c:numRef>
              <c:f>'Fund Net Asset Value (3)'!$V$4:$V$20</c:f>
              <c:numCache>
                <c:formatCode>0</c:formatCode>
                <c:ptCount val="17"/>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numCache>
            </c:numRef>
          </c:cat>
          <c:val>
            <c:numRef>
              <c:f>'Fund Net Asset Value (3)'!$AF$4:$AF$20</c:f>
              <c:numCache>
                <c:formatCode>_-* #,##0_-;\-* #,##0_-;_-* "-"??_-;_-@_-</c:formatCode>
                <c:ptCount val="1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formatCode="_-* #,##0.0_-;\-* #,##0.0_-;_-* &quot;-&quot;??_-;_-@_-">
                  <c:v>9.8928357349999996E-2</c:v>
                </c:pt>
                <c:pt idx="15" formatCode="_-* #,##0.0_-;\-* #,##0.0_-;_-* &quot;-&quot;??_-;_-@_-">
                  <c:v>0.1763686931</c:v>
                </c:pt>
                <c:pt idx="16" formatCode="_-* #,##0.0_-;\-* #,##0.0_-;_-* &quot;-&quot;??_-;_-@_-">
                  <c:v>0.17926847734000001</c:v>
                </c:pt>
              </c:numCache>
            </c:numRef>
          </c:val>
          <c:extLst>
            <c:ext xmlns:c16="http://schemas.microsoft.com/office/drawing/2014/chart" uri="{C3380CC4-5D6E-409C-BE32-E72D297353CC}">
              <c16:uniqueId val="{00000009-8069-4846-8A1B-4EFE35AE5733}"/>
            </c:ext>
          </c:extLst>
        </c:ser>
        <c:dLbls>
          <c:showLegendKey val="0"/>
          <c:showVal val="0"/>
          <c:showCatName val="0"/>
          <c:showSerName val="0"/>
          <c:showPercent val="0"/>
          <c:showBubbleSize val="0"/>
        </c:dLbls>
        <c:gapWidth val="9"/>
        <c:overlap val="100"/>
        <c:axId val="806394384"/>
        <c:axId val="806395696"/>
      </c:barChart>
      <c:catAx>
        <c:axId val="806394384"/>
        <c:scaling>
          <c:orientation val="minMax"/>
        </c:scaling>
        <c:delete val="0"/>
        <c:axPos val="b"/>
        <c:numFmt formatCode="0"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rgbClr val="002060"/>
                </a:solidFill>
                <a:latin typeface="Arial" panose="020B0604020202020204" pitchFamily="34" charset="0"/>
                <a:ea typeface="+mn-ea"/>
                <a:cs typeface="Arial" panose="020B0604020202020204" pitchFamily="34" charset="0"/>
              </a:defRPr>
            </a:pPr>
            <a:endParaRPr lang="en-US"/>
          </a:p>
        </c:txPr>
        <c:crossAx val="806395696"/>
        <c:crosses val="autoZero"/>
        <c:auto val="1"/>
        <c:lblAlgn val="ctr"/>
        <c:lblOffset val="100"/>
        <c:noMultiLvlLbl val="0"/>
      </c:catAx>
      <c:valAx>
        <c:axId val="806395696"/>
        <c:scaling>
          <c:orientation val="minMax"/>
          <c:min val="0"/>
        </c:scaling>
        <c:delete val="0"/>
        <c:axPos val="l"/>
        <c:title>
          <c:tx>
            <c:rich>
              <a:bodyPr rot="-5400000" spcFirstLastPara="1" vertOverflow="ellipsis" vert="horz" wrap="square" anchor="ctr" anchorCtr="1"/>
              <a:lstStyle/>
              <a:p>
                <a:pPr>
                  <a:defRPr sz="1050" b="1" i="0" u="none" strike="noStrike" kern="1200" baseline="0">
                    <a:solidFill>
                      <a:srgbClr val="002060"/>
                    </a:solidFill>
                    <a:latin typeface="Arial" panose="020B0604020202020204" pitchFamily="34" charset="0"/>
                    <a:ea typeface="+mn-ea"/>
                    <a:cs typeface="Arial" panose="020B0604020202020204" pitchFamily="34" charset="0"/>
                  </a:defRPr>
                </a:pPr>
                <a:r>
                  <a:rPr lang="en-US" b="1"/>
                  <a:t>R' Billion</a:t>
                </a:r>
              </a:p>
            </c:rich>
          </c:tx>
          <c:layout>
            <c:manualLayout>
              <c:xMode val="edge"/>
              <c:yMode val="edge"/>
              <c:x val="6.4987798157109793E-3"/>
              <c:y val="0.4184524097454006"/>
            </c:manualLayout>
          </c:layout>
          <c:overlay val="0"/>
          <c:spPr>
            <a:noFill/>
            <a:ln>
              <a:noFill/>
            </a:ln>
            <a:effectLst/>
          </c:spPr>
          <c:txPr>
            <a:bodyPr rot="-5400000" spcFirstLastPara="1" vertOverflow="ellipsis" vert="horz" wrap="square" anchor="ctr" anchorCtr="1"/>
            <a:lstStyle/>
            <a:p>
              <a:pPr>
                <a:defRPr sz="1050" b="1" i="0" u="none" strike="noStrike" kern="1200" baseline="0">
                  <a:solidFill>
                    <a:srgbClr val="002060"/>
                  </a:solidFill>
                  <a:latin typeface="Arial" panose="020B0604020202020204" pitchFamily="34" charset="0"/>
                  <a:ea typeface="+mn-ea"/>
                  <a:cs typeface="Arial" panose="020B0604020202020204" pitchFamily="34" charset="0"/>
                </a:defRPr>
              </a:pPr>
              <a:endParaRPr lang="en-US"/>
            </a:p>
          </c:txPr>
        </c:title>
        <c:numFmt formatCode="_-* #,##0_-;\-* #,##0_-;_-* &quot;-&quot;??_-;_-@_-" sourceLinked="1"/>
        <c:majorTickMark val="none"/>
        <c:minorTickMark val="none"/>
        <c:tickLblPos val="nextTo"/>
        <c:spPr>
          <a:noFill/>
          <a:ln>
            <a:solidFill>
              <a:schemeClr val="bg1">
                <a:lumMod val="85000"/>
              </a:schemeClr>
            </a:solidFill>
          </a:ln>
          <a:effectLst/>
        </c:spPr>
        <c:txPr>
          <a:bodyPr rot="-60000000" spcFirstLastPara="1" vertOverflow="ellipsis" vert="horz" wrap="square" anchor="ctr" anchorCtr="1"/>
          <a:lstStyle/>
          <a:p>
            <a:pPr>
              <a:defRPr sz="1050" b="0" i="0" u="none" strike="noStrike" kern="1200" baseline="0">
                <a:solidFill>
                  <a:srgbClr val="002060"/>
                </a:solidFill>
                <a:latin typeface="Arial" panose="020B0604020202020204" pitchFamily="34" charset="0"/>
                <a:ea typeface="+mn-ea"/>
                <a:cs typeface="Arial" panose="020B0604020202020204" pitchFamily="34" charset="0"/>
              </a:defRPr>
            </a:pPr>
            <a:endParaRPr lang="en-US"/>
          </a:p>
        </c:txPr>
        <c:crossAx val="806394384"/>
        <c:crosses val="autoZero"/>
        <c:crossBetween val="between"/>
      </c:valAx>
      <c:spPr>
        <a:noFill/>
        <a:ln>
          <a:noFill/>
        </a:ln>
        <a:effectLst/>
      </c:spPr>
    </c:plotArea>
    <c:legend>
      <c:legendPos val="b"/>
      <c:layout>
        <c:manualLayout>
          <c:xMode val="edge"/>
          <c:yMode val="edge"/>
          <c:x val="0.11689308145678298"/>
          <c:y val="5.4113541892982141E-2"/>
          <c:w val="0.17711696230275054"/>
          <c:h val="0.63559729632998641"/>
        </c:manualLayout>
      </c:layout>
      <c:overlay val="0"/>
      <c:spPr>
        <a:noFill/>
        <a:ln>
          <a:noFill/>
        </a:ln>
        <a:effectLst/>
      </c:spPr>
      <c:txPr>
        <a:bodyPr rot="0" spcFirstLastPara="1" vertOverflow="ellipsis" vert="horz" wrap="square" anchor="ctr" anchorCtr="1"/>
        <a:lstStyle/>
        <a:p>
          <a:pPr>
            <a:defRPr sz="1050" b="0" i="0" u="none" strike="noStrike" kern="1200" baseline="0">
              <a:solidFill>
                <a:srgbClr val="002060"/>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50">
          <a:solidFill>
            <a:srgbClr val="002060"/>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'Sheet3 (2)'!$E$4</c:f>
              <c:strCache>
                <c:ptCount val="1"/>
                <c:pt idx="0">
                  <c:v>Cash</c:v>
                </c:pt>
              </c:strCache>
            </c:strRef>
          </c:tx>
          <c:spPr>
            <a:solidFill>
              <a:schemeClr val="accent1"/>
            </a:solidFill>
            <a:ln>
              <a:noFill/>
            </a:ln>
            <a:effectLst/>
          </c:spPr>
          <c:invertIfNegative val="0"/>
          <c:dPt>
            <c:idx val="0"/>
            <c:invertIfNegative val="0"/>
            <c:bubble3D val="0"/>
            <c:spPr>
              <a:solidFill>
                <a:schemeClr val="accent6"/>
              </a:solidFill>
              <a:ln>
                <a:noFill/>
              </a:ln>
              <a:effectLst/>
            </c:spPr>
            <c:extLst>
              <c:ext xmlns:c16="http://schemas.microsoft.com/office/drawing/2014/chart" uri="{C3380CC4-5D6E-409C-BE32-E72D297353CC}">
                <c16:uniqueId val="{00000001-FA0D-4E53-AA68-2BB2FD932037}"/>
              </c:ext>
            </c:extLst>
          </c:dPt>
          <c:dPt>
            <c:idx val="1"/>
            <c:invertIfNegative val="0"/>
            <c:bubble3D val="0"/>
            <c:spPr>
              <a:noFill/>
              <a:ln>
                <a:noFill/>
              </a:ln>
              <a:effectLst/>
            </c:spPr>
            <c:extLst>
              <c:ext xmlns:c16="http://schemas.microsoft.com/office/drawing/2014/chart" uri="{C3380CC4-5D6E-409C-BE32-E72D297353CC}">
                <c16:uniqueId val="{00000003-FA0D-4E53-AA68-2BB2FD932037}"/>
              </c:ext>
            </c:extLst>
          </c:dPt>
          <c:dPt>
            <c:idx val="2"/>
            <c:invertIfNegative val="0"/>
            <c:bubble3D val="0"/>
            <c:spPr>
              <a:noFill/>
              <a:ln>
                <a:noFill/>
              </a:ln>
              <a:effectLst/>
            </c:spPr>
            <c:extLst>
              <c:ext xmlns:c16="http://schemas.microsoft.com/office/drawing/2014/chart" uri="{C3380CC4-5D6E-409C-BE32-E72D297353CC}">
                <c16:uniqueId val="{00000005-FA0D-4E53-AA68-2BB2FD932037}"/>
              </c:ext>
            </c:extLst>
          </c:dPt>
          <c:dPt>
            <c:idx val="4"/>
            <c:invertIfNegative val="0"/>
            <c:bubble3D val="0"/>
            <c:spPr>
              <a:noFill/>
              <a:ln>
                <a:noFill/>
              </a:ln>
              <a:effectLst/>
            </c:spPr>
            <c:extLst>
              <c:ext xmlns:c16="http://schemas.microsoft.com/office/drawing/2014/chart" uri="{C3380CC4-5D6E-409C-BE32-E72D297353CC}">
                <c16:uniqueId val="{00000007-FA0D-4E53-AA68-2BB2FD932037}"/>
              </c:ext>
            </c:extLst>
          </c:dPt>
          <c:dPt>
            <c:idx val="6"/>
            <c:invertIfNegative val="0"/>
            <c:bubble3D val="0"/>
            <c:spPr>
              <a:solidFill>
                <a:schemeClr val="accent5"/>
              </a:solidFill>
              <a:ln>
                <a:noFill/>
              </a:ln>
              <a:effectLst/>
            </c:spPr>
            <c:extLst>
              <c:ext xmlns:c16="http://schemas.microsoft.com/office/drawing/2014/chart" uri="{C3380CC4-5D6E-409C-BE32-E72D297353CC}">
                <c16:uniqueId val="{00000009-FA0D-4E53-AA68-2BB2FD932037}"/>
              </c:ext>
            </c:extLst>
          </c:dPt>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A0D-4E53-AA68-2BB2FD932037}"/>
                </c:ext>
              </c:extLst>
            </c:dLbl>
            <c:dLbl>
              <c:idx val="6"/>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FA0D-4E53-AA68-2BB2FD932037}"/>
                </c:ext>
              </c:extLst>
            </c:dLbl>
            <c:spPr>
              <a:noFill/>
              <a:ln>
                <a:noFill/>
              </a:ln>
              <a:effectLst/>
            </c:spPr>
            <c:txPr>
              <a:bodyPr rot="0" spcFirstLastPara="1" vertOverflow="ellipsis" vert="horz" wrap="square" anchor="ctr" anchorCtr="1"/>
              <a:lstStyle/>
              <a:p>
                <a:pPr>
                  <a:defRPr sz="800" b="0" i="0" u="none" strike="noStrike" kern="1200" baseline="0">
                    <a:solidFill>
                      <a:schemeClr val="bg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 (2)'!$G$3:$M$3</c:f>
              <c:strCache>
                <c:ptCount val="7"/>
                <c:pt idx="0">
                  <c:v>Margin Yield</c:v>
                </c:pt>
                <c:pt idx="1">
                  <c:v>Credit Yield</c:v>
                </c:pt>
                <c:pt idx="2">
                  <c:v>Term Yield</c:v>
                </c:pt>
                <c:pt idx="4">
                  <c:v>Hurdle Return (Cost of Funding)</c:v>
                </c:pt>
                <c:pt idx="6">
                  <c:v>Alpha</c:v>
                </c:pt>
              </c:strCache>
            </c:strRef>
          </c:cat>
          <c:val>
            <c:numRef>
              <c:f>'Sheet3 (2)'!$G$4:$M$4</c:f>
              <c:numCache>
                <c:formatCode>0.00%</c:formatCode>
                <c:ptCount val="7"/>
                <c:pt idx="0">
                  <c:v>1.4999999999999999E-2</c:v>
                </c:pt>
                <c:pt idx="1">
                  <c:v>1.4999999999999999E-2</c:v>
                </c:pt>
                <c:pt idx="2">
                  <c:v>1.4999999999999999E-2</c:v>
                </c:pt>
                <c:pt idx="4">
                  <c:v>1.8700000000000001E-2</c:v>
                </c:pt>
                <c:pt idx="6">
                  <c:v>1.8700000000000001E-2</c:v>
                </c:pt>
              </c:numCache>
            </c:numRef>
          </c:val>
          <c:extLst>
            <c:ext xmlns:c16="http://schemas.microsoft.com/office/drawing/2014/chart" uri="{C3380CC4-5D6E-409C-BE32-E72D297353CC}">
              <c16:uniqueId val="{0000000A-FA0D-4E53-AA68-2BB2FD932037}"/>
            </c:ext>
          </c:extLst>
        </c:ser>
        <c:ser>
          <c:idx val="1"/>
          <c:order val="1"/>
          <c:tx>
            <c:strRef>
              <c:f>'Sheet3 (2)'!$E$5</c:f>
              <c:strCache>
                <c:ptCount val="1"/>
                <c:pt idx="0">
                  <c:v>Credit Assets</c:v>
                </c:pt>
              </c:strCache>
            </c:strRef>
          </c:tx>
          <c:spPr>
            <a:solidFill>
              <a:schemeClr val="accent2"/>
            </a:solidFill>
            <a:ln>
              <a:noFill/>
            </a:ln>
            <a:effectLst/>
          </c:spPr>
          <c:invertIfNegative val="0"/>
          <c:dPt>
            <c:idx val="0"/>
            <c:invertIfNegative val="0"/>
            <c:bubble3D val="0"/>
            <c:spPr>
              <a:noFill/>
              <a:ln>
                <a:noFill/>
              </a:ln>
              <a:effectLst/>
            </c:spPr>
            <c:extLst>
              <c:ext xmlns:c16="http://schemas.microsoft.com/office/drawing/2014/chart" uri="{C3380CC4-5D6E-409C-BE32-E72D297353CC}">
                <c16:uniqueId val="{0000000C-FA0D-4E53-AA68-2BB2FD932037}"/>
              </c:ext>
            </c:extLst>
          </c:dPt>
          <c:dPt>
            <c:idx val="2"/>
            <c:invertIfNegative val="0"/>
            <c:bubble3D val="0"/>
            <c:spPr>
              <a:noFill/>
              <a:ln>
                <a:noFill/>
              </a:ln>
              <a:effectLst/>
            </c:spPr>
            <c:extLst>
              <c:ext xmlns:c16="http://schemas.microsoft.com/office/drawing/2014/chart" uri="{C3380CC4-5D6E-409C-BE32-E72D297353CC}">
                <c16:uniqueId val="{0000000E-FA0D-4E53-AA68-2BB2FD932037}"/>
              </c:ext>
            </c:extLst>
          </c:dPt>
          <c:dLbls>
            <c:dLbl>
              <c:idx val="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FA0D-4E53-AA68-2BB2FD932037}"/>
                </c:ext>
              </c:extLst>
            </c:dLbl>
            <c:spPr>
              <a:noFill/>
              <a:ln>
                <a:noFill/>
              </a:ln>
              <a:effectLst/>
            </c:spPr>
            <c:txPr>
              <a:bodyPr rot="0" spcFirstLastPara="1" vertOverflow="ellipsis" vert="horz" wrap="square" anchor="ctr" anchorCtr="1"/>
              <a:lstStyle/>
              <a:p>
                <a:pPr>
                  <a:defRPr sz="800" b="0" i="0" u="none" strike="noStrike" kern="1200" baseline="0">
                    <a:solidFill>
                      <a:schemeClr val="bg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 (2)'!$G$3:$M$3</c:f>
              <c:strCache>
                <c:ptCount val="7"/>
                <c:pt idx="0">
                  <c:v>Margin Yield</c:v>
                </c:pt>
                <c:pt idx="1">
                  <c:v>Credit Yield</c:v>
                </c:pt>
                <c:pt idx="2">
                  <c:v>Term Yield</c:v>
                </c:pt>
                <c:pt idx="4">
                  <c:v>Hurdle Return (Cost of Funding)</c:v>
                </c:pt>
                <c:pt idx="6">
                  <c:v>Alpha</c:v>
                </c:pt>
              </c:strCache>
            </c:strRef>
          </c:cat>
          <c:val>
            <c:numRef>
              <c:f>'Sheet3 (2)'!$G$5:$M$5</c:f>
              <c:numCache>
                <c:formatCode>0.00%</c:formatCode>
                <c:ptCount val="7"/>
                <c:pt idx="0">
                  <c:v>2.8500000000000001E-2</c:v>
                </c:pt>
                <c:pt idx="1">
                  <c:v>2.8500000000000001E-2</c:v>
                </c:pt>
                <c:pt idx="2">
                  <c:v>2.8500000000000001E-2</c:v>
                </c:pt>
                <c:pt idx="4">
                  <c:v>0</c:v>
                </c:pt>
              </c:numCache>
            </c:numRef>
          </c:val>
          <c:extLst>
            <c:ext xmlns:c16="http://schemas.microsoft.com/office/drawing/2014/chart" uri="{C3380CC4-5D6E-409C-BE32-E72D297353CC}">
              <c16:uniqueId val="{00000010-FA0D-4E53-AA68-2BB2FD932037}"/>
            </c:ext>
          </c:extLst>
        </c:ser>
        <c:ser>
          <c:idx val="2"/>
          <c:order val="2"/>
          <c:tx>
            <c:strRef>
              <c:f>'Sheet3 (2)'!$E$6</c:f>
              <c:strCache>
                <c:ptCount val="1"/>
                <c:pt idx="0">
                  <c:v>Term Assets</c:v>
                </c:pt>
              </c:strCache>
            </c:strRef>
          </c:tx>
          <c:spPr>
            <a:solidFill>
              <a:schemeClr val="accent3"/>
            </a:solidFill>
            <a:ln>
              <a:noFill/>
            </a:ln>
            <a:effectLst/>
          </c:spPr>
          <c:invertIfNegative val="0"/>
          <c:dPt>
            <c:idx val="0"/>
            <c:invertIfNegative val="0"/>
            <c:bubble3D val="0"/>
            <c:spPr>
              <a:noFill/>
              <a:ln>
                <a:noFill/>
              </a:ln>
              <a:effectLst/>
            </c:spPr>
            <c:extLst>
              <c:ext xmlns:c16="http://schemas.microsoft.com/office/drawing/2014/chart" uri="{C3380CC4-5D6E-409C-BE32-E72D297353CC}">
                <c16:uniqueId val="{00000012-FA0D-4E53-AA68-2BB2FD932037}"/>
              </c:ext>
            </c:extLst>
          </c:dPt>
          <c:dPt>
            <c:idx val="1"/>
            <c:invertIfNegative val="0"/>
            <c:bubble3D val="0"/>
            <c:spPr>
              <a:noFill/>
              <a:ln>
                <a:noFill/>
              </a:ln>
              <a:effectLst/>
            </c:spPr>
            <c:extLst>
              <c:ext xmlns:c16="http://schemas.microsoft.com/office/drawing/2014/chart" uri="{C3380CC4-5D6E-409C-BE32-E72D297353CC}">
                <c16:uniqueId val="{00000014-FA0D-4E53-AA68-2BB2FD932037}"/>
              </c:ext>
            </c:extLst>
          </c:dPt>
          <c:dPt>
            <c:idx val="4"/>
            <c:invertIfNegative val="0"/>
            <c:bubble3D val="0"/>
            <c:spPr>
              <a:solidFill>
                <a:schemeClr val="accent2">
                  <a:lumMod val="50000"/>
                </a:schemeClr>
              </a:solidFill>
              <a:ln>
                <a:noFill/>
              </a:ln>
              <a:effectLst/>
            </c:spPr>
            <c:extLst>
              <c:ext xmlns:c16="http://schemas.microsoft.com/office/drawing/2014/chart" uri="{C3380CC4-5D6E-409C-BE32-E72D297353CC}">
                <c16:uniqueId val="{00000016-FA0D-4E53-AA68-2BB2FD932037}"/>
              </c:ext>
            </c:extLst>
          </c:dPt>
          <c:dLbls>
            <c:dLbl>
              <c:idx val="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FA0D-4E53-AA68-2BB2FD932037}"/>
                </c:ext>
              </c:extLst>
            </c:dLbl>
            <c:dLbl>
              <c:idx val="4"/>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FA0D-4E53-AA68-2BB2FD932037}"/>
                </c:ext>
              </c:extLst>
            </c:dLbl>
            <c:spPr>
              <a:noFill/>
              <a:ln>
                <a:noFill/>
              </a:ln>
              <a:effectLst/>
            </c:spPr>
            <c:txPr>
              <a:bodyPr rot="0" spcFirstLastPara="1" vertOverflow="ellipsis" vert="horz" wrap="square" anchor="ctr" anchorCtr="1"/>
              <a:lstStyle/>
              <a:p>
                <a:pPr>
                  <a:defRPr sz="800" b="0" i="0" u="none" strike="noStrike" kern="1200" baseline="0">
                    <a:solidFill>
                      <a:schemeClr val="bg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 (2)'!$G$3:$M$3</c:f>
              <c:strCache>
                <c:ptCount val="7"/>
                <c:pt idx="0">
                  <c:v>Margin Yield</c:v>
                </c:pt>
                <c:pt idx="1">
                  <c:v>Credit Yield</c:v>
                </c:pt>
                <c:pt idx="2">
                  <c:v>Term Yield</c:v>
                </c:pt>
                <c:pt idx="4">
                  <c:v>Hurdle Return (Cost of Funding)</c:v>
                </c:pt>
                <c:pt idx="6">
                  <c:v>Alpha</c:v>
                </c:pt>
              </c:strCache>
            </c:strRef>
          </c:cat>
          <c:val>
            <c:numRef>
              <c:f>'Sheet3 (2)'!$G$6:$M$6</c:f>
              <c:numCache>
                <c:formatCode>0.00%</c:formatCode>
                <c:ptCount val="7"/>
                <c:pt idx="0">
                  <c:v>6.3500000000000001E-2</c:v>
                </c:pt>
                <c:pt idx="1">
                  <c:v>6.3500000000000001E-2</c:v>
                </c:pt>
                <c:pt idx="2">
                  <c:v>6.3500000000000001E-2</c:v>
                </c:pt>
                <c:pt idx="4">
                  <c:v>8.8300000000000003E-2</c:v>
                </c:pt>
              </c:numCache>
            </c:numRef>
          </c:val>
          <c:extLst>
            <c:ext xmlns:c16="http://schemas.microsoft.com/office/drawing/2014/chart" uri="{C3380CC4-5D6E-409C-BE32-E72D297353CC}">
              <c16:uniqueId val="{00000018-FA0D-4E53-AA68-2BB2FD932037}"/>
            </c:ext>
          </c:extLst>
        </c:ser>
        <c:dLbls>
          <c:showLegendKey val="0"/>
          <c:showVal val="0"/>
          <c:showCatName val="0"/>
          <c:showSerName val="0"/>
          <c:showPercent val="0"/>
          <c:showBubbleSize val="0"/>
        </c:dLbls>
        <c:gapWidth val="6"/>
        <c:overlap val="100"/>
        <c:axId val="960449824"/>
        <c:axId val="960452448"/>
      </c:barChart>
      <c:catAx>
        <c:axId val="960449824"/>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960452448"/>
        <c:crosses val="autoZero"/>
        <c:auto val="1"/>
        <c:lblAlgn val="ctr"/>
        <c:lblOffset val="100"/>
        <c:noMultiLvlLbl val="0"/>
      </c:catAx>
      <c:valAx>
        <c:axId val="960452448"/>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mn-lt"/>
                    <a:ea typeface="+mn-ea"/>
                    <a:cs typeface="+mn-cs"/>
                  </a:defRPr>
                </a:pPr>
                <a:r>
                  <a:rPr lang="en-ZA"/>
                  <a:t>Return (%)</a:t>
                </a:r>
              </a:p>
            </c:rich>
          </c:tx>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title>
        <c:numFmt formatCode="0%" sourceLinked="0"/>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96044982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solidFill>
            <a:schemeClr val="tx1"/>
          </a:solidFill>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Sheet3!$E$4</c:f>
              <c:strCache>
                <c:ptCount val="1"/>
                <c:pt idx="0">
                  <c:v>Cash</c:v>
                </c:pt>
              </c:strCache>
            </c:strRef>
          </c:tx>
          <c:spPr>
            <a:solidFill>
              <a:schemeClr val="accent1"/>
            </a:solidFill>
            <a:ln>
              <a:noFill/>
            </a:ln>
            <a:effectLst/>
          </c:spPr>
          <c:invertIfNegative val="0"/>
          <c:dPt>
            <c:idx val="2"/>
            <c:invertIfNegative val="0"/>
            <c:bubble3D val="0"/>
            <c:spPr>
              <a:solidFill>
                <a:schemeClr val="accent6"/>
              </a:solidFill>
              <a:ln>
                <a:noFill/>
              </a:ln>
              <a:effectLst/>
            </c:spPr>
            <c:extLst>
              <c:ext xmlns:c16="http://schemas.microsoft.com/office/drawing/2014/chart" uri="{C3380CC4-5D6E-409C-BE32-E72D297353CC}">
                <c16:uniqueId val="{00000001-CF7C-446D-B7A2-6C09BDC425F1}"/>
              </c:ext>
            </c:extLst>
          </c:dPt>
          <c:dPt>
            <c:idx val="3"/>
            <c:invertIfNegative val="0"/>
            <c:bubble3D val="0"/>
            <c:spPr>
              <a:noFill/>
              <a:ln>
                <a:noFill/>
              </a:ln>
              <a:effectLst/>
            </c:spPr>
            <c:extLst>
              <c:ext xmlns:c16="http://schemas.microsoft.com/office/drawing/2014/chart" uri="{C3380CC4-5D6E-409C-BE32-E72D297353CC}">
                <c16:uniqueId val="{00000003-CF7C-446D-B7A2-6C09BDC425F1}"/>
              </c:ext>
            </c:extLst>
          </c:dPt>
          <c:dPt>
            <c:idx val="4"/>
            <c:invertIfNegative val="0"/>
            <c:bubble3D val="0"/>
            <c:spPr>
              <a:noFill/>
              <a:ln>
                <a:noFill/>
              </a:ln>
              <a:effectLst/>
            </c:spPr>
            <c:extLst>
              <c:ext xmlns:c16="http://schemas.microsoft.com/office/drawing/2014/chart" uri="{C3380CC4-5D6E-409C-BE32-E72D297353CC}">
                <c16:uniqueId val="{00000005-CF7C-446D-B7A2-6C09BDC425F1}"/>
              </c:ext>
            </c:extLst>
          </c:dPt>
          <c:dPt>
            <c:idx val="5"/>
            <c:invertIfNegative val="0"/>
            <c:bubble3D val="0"/>
            <c:spPr>
              <a:noFill/>
              <a:ln>
                <a:noFill/>
              </a:ln>
              <a:effectLst/>
            </c:spPr>
            <c:extLst>
              <c:ext xmlns:c16="http://schemas.microsoft.com/office/drawing/2014/chart" uri="{C3380CC4-5D6E-409C-BE32-E72D297353CC}">
                <c16:uniqueId val="{00000007-CF7C-446D-B7A2-6C09BDC425F1}"/>
              </c:ext>
            </c:extLst>
          </c:dPt>
          <c:dPt>
            <c:idx val="6"/>
            <c:invertIfNegative val="0"/>
            <c:bubble3D val="0"/>
            <c:spPr>
              <a:solidFill>
                <a:schemeClr val="accent5"/>
              </a:solidFill>
              <a:ln>
                <a:noFill/>
              </a:ln>
              <a:effectLst/>
            </c:spPr>
            <c:extLst>
              <c:ext xmlns:c16="http://schemas.microsoft.com/office/drawing/2014/chart" uri="{C3380CC4-5D6E-409C-BE32-E72D297353CC}">
                <c16:uniqueId val="{00000009-CF7C-446D-B7A2-6C09BDC425F1}"/>
              </c:ext>
            </c:extLst>
          </c:dPt>
          <c:dLbls>
            <c:dLbl>
              <c:idx val="0"/>
              <c:tx>
                <c:rich>
                  <a:bodyPr rot="0" spcFirstLastPara="1" vertOverflow="ellipsis" vert="horz" wrap="square" lIns="38100" tIns="19050" rIns="38100" bIns="19050" anchor="ctr" anchorCtr="1">
                    <a:noAutofit/>
                  </a:bodyPr>
                  <a:lstStyle/>
                  <a:p>
                    <a:pPr>
                      <a:defRPr sz="900" b="0" i="0" u="none" strike="noStrike" kern="1200" baseline="0">
                        <a:solidFill>
                          <a:schemeClr val="bg2"/>
                        </a:solidFill>
                        <a:latin typeface="+mn-lt"/>
                        <a:ea typeface="+mn-ea"/>
                        <a:cs typeface="+mn-cs"/>
                      </a:defRPr>
                    </a:pPr>
                    <a:r>
                      <a:rPr lang="en-US" dirty="0">
                        <a:solidFill>
                          <a:schemeClr val="bg2"/>
                        </a:solidFill>
                      </a:rPr>
                      <a:t>Equity Market Beta</a:t>
                    </a:r>
                  </a:p>
                </c:rich>
              </c:tx>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bg2"/>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5.5315190723749436E-2"/>
                      <c:h val="0.17354491440281572"/>
                    </c:manualLayout>
                  </c15:layout>
                  <c15:showDataLabelsRange val="0"/>
                </c:ext>
                <c:ext xmlns:c16="http://schemas.microsoft.com/office/drawing/2014/chart" uri="{C3380CC4-5D6E-409C-BE32-E72D297353CC}">
                  <c16:uniqueId val="{0000000A-CF7C-446D-B7A2-6C09BDC425F1}"/>
                </c:ext>
              </c:extLst>
            </c:dLbl>
            <c:dLbl>
              <c:idx val="2"/>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F7C-446D-B7A2-6C09BDC425F1}"/>
                </c:ext>
              </c:extLst>
            </c:dLbl>
            <c:dLbl>
              <c:idx val="6"/>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CF7C-446D-B7A2-6C09BDC425F1}"/>
                </c:ext>
              </c:extLst>
            </c:dLbl>
            <c:dLbl>
              <c:idx val="8"/>
              <c:tx>
                <c:rich>
                  <a:bodyPr rot="0" spcFirstLastPara="1" vertOverflow="ellipsis" vert="horz" wrap="square" lIns="38100" tIns="19050" rIns="38100" bIns="19050" anchor="ctr" anchorCtr="1">
                    <a:noAutofit/>
                  </a:bodyPr>
                  <a:lstStyle/>
                  <a:p>
                    <a:pPr>
                      <a:defRPr sz="900" b="0" i="0" u="none" strike="noStrike" kern="1200" baseline="0">
                        <a:solidFill>
                          <a:schemeClr val="bg2"/>
                        </a:solidFill>
                        <a:latin typeface="+mn-lt"/>
                        <a:ea typeface="+mn-ea"/>
                        <a:cs typeface="+mn-cs"/>
                      </a:defRPr>
                    </a:pPr>
                    <a:r>
                      <a:rPr lang="en-US" dirty="0">
                        <a:solidFill>
                          <a:schemeClr val="bg2"/>
                        </a:solidFill>
                      </a:rPr>
                      <a:t>Equity</a:t>
                    </a:r>
                    <a:r>
                      <a:rPr lang="en-US" baseline="0" dirty="0">
                        <a:solidFill>
                          <a:schemeClr val="bg2"/>
                        </a:solidFill>
                      </a:rPr>
                      <a:t> Market Beta</a:t>
                    </a:r>
                    <a:endParaRPr lang="en-US" dirty="0">
                      <a:solidFill>
                        <a:schemeClr val="bg2"/>
                      </a:solidFill>
                    </a:endParaRPr>
                  </a:p>
                </c:rich>
              </c:tx>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bg2"/>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4.8546046437751143E-2"/>
                      <c:h val="0.22762450348310345"/>
                    </c:manualLayout>
                  </c15:layout>
                  <c15:showDataLabelsRange val="0"/>
                </c:ext>
                <c:ext xmlns:c16="http://schemas.microsoft.com/office/drawing/2014/chart" uri="{C3380CC4-5D6E-409C-BE32-E72D297353CC}">
                  <c16:uniqueId val="{0000000B-CF7C-446D-B7A2-6C09BDC425F1}"/>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Sheet3!$F$3:$N$3</c:f>
              <c:strCache>
                <c:ptCount val="9"/>
                <c:pt idx="0">
                  <c:v>Passive Equity Market Exposure</c:v>
                </c:pt>
                <c:pt idx="2">
                  <c:v>Margin Yield</c:v>
                </c:pt>
                <c:pt idx="3">
                  <c:v>Credit Yield</c:v>
                </c:pt>
                <c:pt idx="4">
                  <c:v>Term Yield</c:v>
                </c:pt>
                <c:pt idx="5">
                  <c:v>Hurdle Return (Cost of Funding)</c:v>
                </c:pt>
                <c:pt idx="6">
                  <c:v>Alpha</c:v>
                </c:pt>
                <c:pt idx="8">
                  <c:v>Total</c:v>
                </c:pt>
              </c:strCache>
            </c:strRef>
          </c:cat>
          <c:val>
            <c:numRef>
              <c:f>Sheet3!$F$4:$N$4</c:f>
              <c:numCache>
                <c:formatCode>General</c:formatCode>
                <c:ptCount val="9"/>
                <c:pt idx="0" formatCode="0.00%">
                  <c:v>0.107</c:v>
                </c:pt>
                <c:pt idx="2" formatCode="0.00%">
                  <c:v>1.4999999999999999E-2</c:v>
                </c:pt>
                <c:pt idx="3" formatCode="0.00%">
                  <c:v>1.4999999999999999E-2</c:v>
                </c:pt>
                <c:pt idx="4" formatCode="0.00%">
                  <c:v>1.4999999999999999E-2</c:v>
                </c:pt>
                <c:pt idx="5" formatCode="0.00%">
                  <c:v>1.8700000000000001E-2</c:v>
                </c:pt>
                <c:pt idx="6" formatCode="0.00%">
                  <c:v>1.8700000000000001E-2</c:v>
                </c:pt>
                <c:pt idx="8" formatCode="0.00%">
                  <c:v>0.107</c:v>
                </c:pt>
              </c:numCache>
            </c:numRef>
          </c:val>
          <c:extLst>
            <c:ext xmlns:c16="http://schemas.microsoft.com/office/drawing/2014/chart" uri="{C3380CC4-5D6E-409C-BE32-E72D297353CC}">
              <c16:uniqueId val="{0000000C-CF7C-446D-B7A2-6C09BDC425F1}"/>
            </c:ext>
          </c:extLst>
        </c:ser>
        <c:ser>
          <c:idx val="1"/>
          <c:order val="1"/>
          <c:tx>
            <c:strRef>
              <c:f>Sheet3!$E$5</c:f>
              <c:strCache>
                <c:ptCount val="1"/>
                <c:pt idx="0">
                  <c:v>Credit Assets</c:v>
                </c:pt>
              </c:strCache>
            </c:strRef>
          </c:tx>
          <c:spPr>
            <a:solidFill>
              <a:schemeClr val="accent2"/>
            </a:solidFill>
            <a:ln>
              <a:noFill/>
            </a:ln>
            <a:effectLst/>
          </c:spPr>
          <c:invertIfNegative val="0"/>
          <c:dPt>
            <c:idx val="2"/>
            <c:invertIfNegative val="0"/>
            <c:bubble3D val="0"/>
            <c:spPr>
              <a:noFill/>
              <a:ln>
                <a:noFill/>
              </a:ln>
              <a:effectLst/>
            </c:spPr>
            <c:extLst>
              <c:ext xmlns:c16="http://schemas.microsoft.com/office/drawing/2014/chart" uri="{C3380CC4-5D6E-409C-BE32-E72D297353CC}">
                <c16:uniqueId val="{0000000E-CF7C-446D-B7A2-6C09BDC425F1}"/>
              </c:ext>
            </c:extLst>
          </c:dPt>
          <c:dPt>
            <c:idx val="4"/>
            <c:invertIfNegative val="0"/>
            <c:bubble3D val="0"/>
            <c:spPr>
              <a:noFill/>
              <a:ln>
                <a:noFill/>
              </a:ln>
              <a:effectLst/>
            </c:spPr>
            <c:extLst>
              <c:ext xmlns:c16="http://schemas.microsoft.com/office/drawing/2014/chart" uri="{C3380CC4-5D6E-409C-BE32-E72D297353CC}">
                <c16:uniqueId val="{00000010-CF7C-446D-B7A2-6C09BDC425F1}"/>
              </c:ext>
            </c:extLst>
          </c:dPt>
          <c:dPt>
            <c:idx val="8"/>
            <c:invertIfNegative val="0"/>
            <c:bubble3D val="0"/>
            <c:spPr>
              <a:solidFill>
                <a:schemeClr val="accent5"/>
              </a:solidFill>
              <a:ln>
                <a:noFill/>
              </a:ln>
              <a:effectLst/>
            </c:spPr>
            <c:extLst>
              <c:ext xmlns:c16="http://schemas.microsoft.com/office/drawing/2014/chart" uri="{C3380CC4-5D6E-409C-BE32-E72D297353CC}">
                <c16:uniqueId val="{00000012-CF7C-446D-B7A2-6C09BDC425F1}"/>
              </c:ext>
            </c:extLst>
          </c:dPt>
          <c:dLbls>
            <c:dLbl>
              <c:idx val="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CF7C-446D-B7A2-6C09BDC425F1}"/>
                </c:ext>
              </c:extLst>
            </c:dLbl>
            <c:dLbl>
              <c:idx val="8"/>
              <c:tx>
                <c:rich>
                  <a:bodyPr rot="0" spcFirstLastPara="1" vertOverflow="ellipsis" vert="horz" wrap="square" lIns="38100" tIns="19050" rIns="38100" bIns="19050" anchor="ctr" anchorCtr="1">
                    <a:noAutofit/>
                  </a:bodyPr>
                  <a:lstStyle/>
                  <a:p>
                    <a:pPr>
                      <a:defRPr sz="900" b="0" i="0" u="none" strike="noStrike" kern="1200" baseline="0">
                        <a:solidFill>
                          <a:schemeClr val="bg2"/>
                        </a:solidFill>
                        <a:latin typeface="+mn-lt"/>
                        <a:ea typeface="+mn-ea"/>
                        <a:cs typeface="+mn-cs"/>
                      </a:defRPr>
                    </a:pPr>
                    <a:r>
                      <a:rPr lang="en-US" baseline="0" dirty="0"/>
                      <a:t>Fixed Income Alpha</a:t>
                    </a:r>
                    <a:endParaRPr lang="en-US" dirty="0"/>
                  </a:p>
                </c:rich>
              </c:tx>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bg2"/>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5.1941900487893627E-2"/>
                      <c:h val="0.126225273957564"/>
                    </c:manualLayout>
                  </c15:layout>
                  <c15:showDataLabelsRange val="0"/>
                </c:ext>
                <c:ext xmlns:c16="http://schemas.microsoft.com/office/drawing/2014/chart" uri="{C3380CC4-5D6E-409C-BE32-E72D297353CC}">
                  <c16:uniqueId val="{00000012-CF7C-446D-B7A2-6C09BDC425F1}"/>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Sheet3!$F$3:$N$3</c:f>
              <c:strCache>
                <c:ptCount val="9"/>
                <c:pt idx="0">
                  <c:v>Passive Equity Market Exposure</c:v>
                </c:pt>
                <c:pt idx="2">
                  <c:v>Margin Yield</c:v>
                </c:pt>
                <c:pt idx="3">
                  <c:v>Credit Yield</c:v>
                </c:pt>
                <c:pt idx="4">
                  <c:v>Term Yield</c:v>
                </c:pt>
                <c:pt idx="5">
                  <c:v>Hurdle Return (Cost of Funding)</c:v>
                </c:pt>
                <c:pt idx="6">
                  <c:v>Alpha</c:v>
                </c:pt>
                <c:pt idx="8">
                  <c:v>Total</c:v>
                </c:pt>
              </c:strCache>
            </c:strRef>
          </c:cat>
          <c:val>
            <c:numRef>
              <c:f>Sheet3!$F$5:$N$5</c:f>
              <c:numCache>
                <c:formatCode>General</c:formatCode>
                <c:ptCount val="9"/>
                <c:pt idx="0">
                  <c:v>0</c:v>
                </c:pt>
                <c:pt idx="2" formatCode="0.00%">
                  <c:v>2.8500000000000001E-2</c:v>
                </c:pt>
                <c:pt idx="3" formatCode="0.00%">
                  <c:v>2.8500000000000001E-2</c:v>
                </c:pt>
                <c:pt idx="4" formatCode="0.00%">
                  <c:v>2.8500000000000001E-2</c:v>
                </c:pt>
                <c:pt idx="5" formatCode="0.00%">
                  <c:v>0</c:v>
                </c:pt>
                <c:pt idx="8" formatCode="0.00%">
                  <c:v>1.8700000000000001E-2</c:v>
                </c:pt>
              </c:numCache>
            </c:numRef>
          </c:val>
          <c:extLst>
            <c:ext xmlns:c16="http://schemas.microsoft.com/office/drawing/2014/chart" uri="{C3380CC4-5D6E-409C-BE32-E72D297353CC}">
              <c16:uniqueId val="{00000014-CF7C-446D-B7A2-6C09BDC425F1}"/>
            </c:ext>
          </c:extLst>
        </c:ser>
        <c:ser>
          <c:idx val="2"/>
          <c:order val="2"/>
          <c:tx>
            <c:strRef>
              <c:f>Sheet3!$E$6</c:f>
              <c:strCache>
                <c:ptCount val="1"/>
                <c:pt idx="0">
                  <c:v>Term Assets</c:v>
                </c:pt>
              </c:strCache>
            </c:strRef>
          </c:tx>
          <c:spPr>
            <a:solidFill>
              <a:schemeClr val="accent3"/>
            </a:solidFill>
            <a:ln>
              <a:noFill/>
            </a:ln>
            <a:effectLst/>
          </c:spPr>
          <c:invertIfNegative val="0"/>
          <c:dPt>
            <c:idx val="2"/>
            <c:invertIfNegative val="0"/>
            <c:bubble3D val="0"/>
            <c:spPr>
              <a:noFill/>
              <a:ln>
                <a:noFill/>
              </a:ln>
              <a:effectLst/>
            </c:spPr>
            <c:extLst>
              <c:ext xmlns:c16="http://schemas.microsoft.com/office/drawing/2014/chart" uri="{C3380CC4-5D6E-409C-BE32-E72D297353CC}">
                <c16:uniqueId val="{00000016-CF7C-446D-B7A2-6C09BDC425F1}"/>
              </c:ext>
            </c:extLst>
          </c:dPt>
          <c:dPt>
            <c:idx val="3"/>
            <c:invertIfNegative val="0"/>
            <c:bubble3D val="0"/>
            <c:spPr>
              <a:noFill/>
              <a:ln>
                <a:noFill/>
              </a:ln>
              <a:effectLst/>
            </c:spPr>
            <c:extLst>
              <c:ext xmlns:c16="http://schemas.microsoft.com/office/drawing/2014/chart" uri="{C3380CC4-5D6E-409C-BE32-E72D297353CC}">
                <c16:uniqueId val="{00000018-CF7C-446D-B7A2-6C09BDC425F1}"/>
              </c:ext>
            </c:extLst>
          </c:dPt>
          <c:dPt>
            <c:idx val="5"/>
            <c:invertIfNegative val="0"/>
            <c:bubble3D val="0"/>
            <c:spPr>
              <a:solidFill>
                <a:schemeClr val="accent2">
                  <a:lumMod val="50000"/>
                </a:schemeClr>
              </a:solidFill>
              <a:ln>
                <a:noFill/>
              </a:ln>
              <a:effectLst/>
            </c:spPr>
            <c:extLst>
              <c:ext xmlns:c16="http://schemas.microsoft.com/office/drawing/2014/chart" uri="{C3380CC4-5D6E-409C-BE32-E72D297353CC}">
                <c16:uniqueId val="{0000001A-CF7C-446D-B7A2-6C09BDC425F1}"/>
              </c:ext>
            </c:extLst>
          </c:dPt>
          <c:dLbls>
            <c:dLbl>
              <c:idx val="4"/>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CF7C-446D-B7A2-6C09BDC425F1}"/>
                </c:ext>
              </c:extLst>
            </c:dLbl>
            <c:dLbl>
              <c:idx val="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CF7C-446D-B7A2-6C09BDC425F1}"/>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Sheet3!$F$3:$N$3</c:f>
              <c:strCache>
                <c:ptCount val="9"/>
                <c:pt idx="0">
                  <c:v>Passive Equity Market Exposure</c:v>
                </c:pt>
                <c:pt idx="2">
                  <c:v>Margin Yield</c:v>
                </c:pt>
                <c:pt idx="3">
                  <c:v>Credit Yield</c:v>
                </c:pt>
                <c:pt idx="4">
                  <c:v>Term Yield</c:v>
                </c:pt>
                <c:pt idx="5">
                  <c:v>Hurdle Return (Cost of Funding)</c:v>
                </c:pt>
                <c:pt idx="6">
                  <c:v>Alpha</c:v>
                </c:pt>
                <c:pt idx="8">
                  <c:v>Total</c:v>
                </c:pt>
              </c:strCache>
            </c:strRef>
          </c:cat>
          <c:val>
            <c:numRef>
              <c:f>Sheet3!$F$6:$N$6</c:f>
              <c:numCache>
                <c:formatCode>General</c:formatCode>
                <c:ptCount val="9"/>
                <c:pt idx="0">
                  <c:v>0</c:v>
                </c:pt>
                <c:pt idx="2" formatCode="0.00%">
                  <c:v>6.3500000000000001E-2</c:v>
                </c:pt>
                <c:pt idx="3" formatCode="0.00%">
                  <c:v>6.3500000000000001E-2</c:v>
                </c:pt>
                <c:pt idx="4" formatCode="0.00%">
                  <c:v>6.3500000000000001E-2</c:v>
                </c:pt>
                <c:pt idx="5" formatCode="0.00%">
                  <c:v>8.8300000000000003E-2</c:v>
                </c:pt>
                <c:pt idx="8" formatCode="0.00%">
                  <c:v>0</c:v>
                </c:pt>
              </c:numCache>
            </c:numRef>
          </c:val>
          <c:extLst>
            <c:ext xmlns:c16="http://schemas.microsoft.com/office/drawing/2014/chart" uri="{C3380CC4-5D6E-409C-BE32-E72D297353CC}">
              <c16:uniqueId val="{0000001C-CF7C-446D-B7A2-6C09BDC425F1}"/>
            </c:ext>
          </c:extLst>
        </c:ser>
        <c:dLbls>
          <c:showLegendKey val="0"/>
          <c:showVal val="0"/>
          <c:showCatName val="0"/>
          <c:showSerName val="0"/>
          <c:showPercent val="0"/>
          <c:showBubbleSize val="0"/>
        </c:dLbls>
        <c:gapWidth val="20"/>
        <c:overlap val="100"/>
        <c:axId val="960449824"/>
        <c:axId val="960452448"/>
      </c:barChart>
      <c:catAx>
        <c:axId val="960449824"/>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960452448"/>
        <c:crosses val="autoZero"/>
        <c:auto val="1"/>
        <c:lblAlgn val="ctr"/>
        <c:lblOffset val="100"/>
        <c:noMultiLvlLbl val="0"/>
      </c:catAx>
      <c:valAx>
        <c:axId val="960452448"/>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r>
                  <a:rPr lang="en-ZA"/>
                  <a:t>Return</a:t>
                </a:r>
                <a:r>
                  <a:rPr lang="en-ZA" baseline="0"/>
                  <a:t> (%)</a:t>
                </a:r>
                <a:endParaRPr lang="en-ZA"/>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ZA"/>
            </a:p>
          </c:txPr>
        </c:title>
        <c:numFmt formatCode="0%" sourceLinked="0"/>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96044982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defRPr>
      </a:pPr>
      <a:endParaRPr lang="en-US"/>
    </a:p>
  </c:txPr>
  <c:externalData r:id="rId3">
    <c:autoUpdate val="0"/>
  </c:externalData>
  <c:userShapes r:id="rId4"/>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7018944688152995E-2"/>
          <c:y val="0.11066520403268078"/>
          <c:w val="0.91405228125043247"/>
          <c:h val="0.77785267841322547"/>
        </c:manualLayout>
      </c:layout>
      <c:lineChart>
        <c:grouping val="standard"/>
        <c:varyColors val="0"/>
        <c:ser>
          <c:idx val="0"/>
          <c:order val="0"/>
          <c:tx>
            <c:strRef>
              <c:f>Summary!$H$1</c:f>
              <c:strCache>
                <c:ptCount val="1"/>
                <c:pt idx="0">
                  <c:v>STEFI</c:v>
                </c:pt>
              </c:strCache>
            </c:strRef>
          </c:tx>
          <c:spPr>
            <a:ln w="28575" cap="rnd">
              <a:solidFill>
                <a:schemeClr val="accent1"/>
              </a:solidFill>
              <a:round/>
            </a:ln>
            <a:effectLst/>
          </c:spPr>
          <c:marker>
            <c:symbol val="none"/>
          </c:marker>
          <c:cat>
            <c:numRef>
              <c:f>Summary!$G$2:$G$251</c:f>
              <c:numCache>
                <c:formatCode>m/d/yyyy</c:formatCode>
                <c:ptCount val="250"/>
                <c:pt idx="0">
                  <c:v>37802</c:v>
                </c:pt>
                <c:pt idx="1">
                  <c:v>37833</c:v>
                </c:pt>
                <c:pt idx="2">
                  <c:v>37864</c:v>
                </c:pt>
                <c:pt idx="3">
                  <c:v>37894</c:v>
                </c:pt>
                <c:pt idx="4">
                  <c:v>37925</c:v>
                </c:pt>
                <c:pt idx="5">
                  <c:v>37955</c:v>
                </c:pt>
                <c:pt idx="6">
                  <c:v>37986</c:v>
                </c:pt>
                <c:pt idx="7">
                  <c:v>38017</c:v>
                </c:pt>
                <c:pt idx="8">
                  <c:v>38046</c:v>
                </c:pt>
                <c:pt idx="9">
                  <c:v>38077</c:v>
                </c:pt>
                <c:pt idx="10">
                  <c:v>38107</c:v>
                </c:pt>
                <c:pt idx="11">
                  <c:v>38138</c:v>
                </c:pt>
                <c:pt idx="12">
                  <c:v>38168</c:v>
                </c:pt>
                <c:pt idx="13">
                  <c:v>38199</c:v>
                </c:pt>
                <c:pt idx="14">
                  <c:v>38230</c:v>
                </c:pt>
                <c:pt idx="15">
                  <c:v>38260</c:v>
                </c:pt>
                <c:pt idx="16">
                  <c:v>38291</c:v>
                </c:pt>
                <c:pt idx="17">
                  <c:v>38321</c:v>
                </c:pt>
                <c:pt idx="18">
                  <c:v>38352</c:v>
                </c:pt>
                <c:pt idx="19">
                  <c:v>38383</c:v>
                </c:pt>
                <c:pt idx="20">
                  <c:v>38411</c:v>
                </c:pt>
                <c:pt idx="21">
                  <c:v>38442</c:v>
                </c:pt>
                <c:pt idx="22">
                  <c:v>38472</c:v>
                </c:pt>
                <c:pt idx="23">
                  <c:v>38503</c:v>
                </c:pt>
                <c:pt idx="24">
                  <c:v>38533</c:v>
                </c:pt>
                <c:pt idx="25">
                  <c:v>38564</c:v>
                </c:pt>
                <c:pt idx="26">
                  <c:v>38595</c:v>
                </c:pt>
                <c:pt idx="27">
                  <c:v>38625</c:v>
                </c:pt>
                <c:pt idx="28">
                  <c:v>38656</c:v>
                </c:pt>
                <c:pt idx="29">
                  <c:v>38686</c:v>
                </c:pt>
                <c:pt idx="30">
                  <c:v>38717</c:v>
                </c:pt>
                <c:pt idx="31">
                  <c:v>38748</c:v>
                </c:pt>
                <c:pt idx="32">
                  <c:v>38776</c:v>
                </c:pt>
                <c:pt idx="33">
                  <c:v>38807</c:v>
                </c:pt>
                <c:pt idx="34">
                  <c:v>38837</c:v>
                </c:pt>
                <c:pt idx="35">
                  <c:v>38868</c:v>
                </c:pt>
                <c:pt idx="36">
                  <c:v>38898</c:v>
                </c:pt>
                <c:pt idx="37">
                  <c:v>38929</c:v>
                </c:pt>
                <c:pt idx="38">
                  <c:v>38960</c:v>
                </c:pt>
                <c:pt idx="39">
                  <c:v>38990</c:v>
                </c:pt>
                <c:pt idx="40">
                  <c:v>39021</c:v>
                </c:pt>
                <c:pt idx="41">
                  <c:v>39051</c:v>
                </c:pt>
                <c:pt idx="42">
                  <c:v>39082</c:v>
                </c:pt>
                <c:pt idx="43">
                  <c:v>39113</c:v>
                </c:pt>
                <c:pt idx="44">
                  <c:v>39141</c:v>
                </c:pt>
                <c:pt idx="45">
                  <c:v>39172</c:v>
                </c:pt>
                <c:pt idx="46">
                  <c:v>39202</c:v>
                </c:pt>
                <c:pt idx="47">
                  <c:v>39233</c:v>
                </c:pt>
                <c:pt idx="48">
                  <c:v>39263</c:v>
                </c:pt>
                <c:pt idx="49">
                  <c:v>39294</c:v>
                </c:pt>
                <c:pt idx="50">
                  <c:v>39325</c:v>
                </c:pt>
                <c:pt idx="51">
                  <c:v>39355</c:v>
                </c:pt>
                <c:pt idx="52">
                  <c:v>39386</c:v>
                </c:pt>
                <c:pt idx="53">
                  <c:v>39416</c:v>
                </c:pt>
                <c:pt idx="54">
                  <c:v>39447</c:v>
                </c:pt>
                <c:pt idx="55">
                  <c:v>39478</c:v>
                </c:pt>
                <c:pt idx="56">
                  <c:v>39507</c:v>
                </c:pt>
                <c:pt idx="57">
                  <c:v>39538</c:v>
                </c:pt>
                <c:pt idx="58">
                  <c:v>39568</c:v>
                </c:pt>
                <c:pt idx="59">
                  <c:v>39599</c:v>
                </c:pt>
                <c:pt idx="60">
                  <c:v>39629</c:v>
                </c:pt>
                <c:pt idx="61">
                  <c:v>39660</c:v>
                </c:pt>
                <c:pt idx="62">
                  <c:v>39691</c:v>
                </c:pt>
                <c:pt idx="63">
                  <c:v>39721</c:v>
                </c:pt>
                <c:pt idx="64">
                  <c:v>39752</c:v>
                </c:pt>
                <c:pt idx="65">
                  <c:v>39782</c:v>
                </c:pt>
                <c:pt idx="66">
                  <c:v>39813</c:v>
                </c:pt>
                <c:pt idx="67">
                  <c:v>39844</c:v>
                </c:pt>
                <c:pt idx="68">
                  <c:v>39872</c:v>
                </c:pt>
                <c:pt idx="69">
                  <c:v>39903</c:v>
                </c:pt>
                <c:pt idx="70">
                  <c:v>39933</c:v>
                </c:pt>
                <c:pt idx="71">
                  <c:v>39964</c:v>
                </c:pt>
                <c:pt idx="72">
                  <c:v>39994</c:v>
                </c:pt>
                <c:pt idx="73">
                  <c:v>40025</c:v>
                </c:pt>
                <c:pt idx="74">
                  <c:v>40056</c:v>
                </c:pt>
                <c:pt idx="75">
                  <c:v>40086</c:v>
                </c:pt>
                <c:pt idx="76">
                  <c:v>40117</c:v>
                </c:pt>
                <c:pt idx="77">
                  <c:v>40147</c:v>
                </c:pt>
                <c:pt idx="78">
                  <c:v>40178</c:v>
                </c:pt>
                <c:pt idx="79">
                  <c:v>40209</c:v>
                </c:pt>
                <c:pt idx="80">
                  <c:v>40237</c:v>
                </c:pt>
                <c:pt idx="81">
                  <c:v>40268</c:v>
                </c:pt>
                <c:pt idx="82">
                  <c:v>40298</c:v>
                </c:pt>
                <c:pt idx="83">
                  <c:v>40329</c:v>
                </c:pt>
                <c:pt idx="84">
                  <c:v>40359</c:v>
                </c:pt>
                <c:pt idx="85">
                  <c:v>40390</c:v>
                </c:pt>
                <c:pt idx="86">
                  <c:v>40421</c:v>
                </c:pt>
                <c:pt idx="87">
                  <c:v>40451</c:v>
                </c:pt>
                <c:pt idx="88">
                  <c:v>40482</c:v>
                </c:pt>
                <c:pt idx="89">
                  <c:v>40512</c:v>
                </c:pt>
                <c:pt idx="90">
                  <c:v>40543</c:v>
                </c:pt>
                <c:pt idx="91">
                  <c:v>40574</c:v>
                </c:pt>
                <c:pt idx="92">
                  <c:v>40602</c:v>
                </c:pt>
                <c:pt idx="93">
                  <c:v>40633</c:v>
                </c:pt>
                <c:pt idx="94">
                  <c:v>40663</c:v>
                </c:pt>
                <c:pt idx="95">
                  <c:v>40694</c:v>
                </c:pt>
                <c:pt idx="96">
                  <c:v>40724</c:v>
                </c:pt>
                <c:pt idx="97">
                  <c:v>40755</c:v>
                </c:pt>
                <c:pt idx="98">
                  <c:v>40786</c:v>
                </c:pt>
                <c:pt idx="99">
                  <c:v>40816</c:v>
                </c:pt>
                <c:pt idx="100">
                  <c:v>40847</c:v>
                </c:pt>
                <c:pt idx="101">
                  <c:v>40877</c:v>
                </c:pt>
                <c:pt idx="102">
                  <c:v>40908</c:v>
                </c:pt>
                <c:pt idx="103">
                  <c:v>40939</c:v>
                </c:pt>
                <c:pt idx="104">
                  <c:v>40968</c:v>
                </c:pt>
                <c:pt idx="105">
                  <c:v>40999</c:v>
                </c:pt>
                <c:pt idx="106">
                  <c:v>41029</c:v>
                </c:pt>
                <c:pt idx="107">
                  <c:v>41060</c:v>
                </c:pt>
                <c:pt idx="108">
                  <c:v>41090</c:v>
                </c:pt>
                <c:pt idx="109">
                  <c:v>41121</c:v>
                </c:pt>
                <c:pt idx="110">
                  <c:v>41152</c:v>
                </c:pt>
                <c:pt idx="111">
                  <c:v>41182</c:v>
                </c:pt>
                <c:pt idx="112">
                  <c:v>41213</c:v>
                </c:pt>
                <c:pt idx="113">
                  <c:v>41243</c:v>
                </c:pt>
                <c:pt idx="114">
                  <c:v>41274</c:v>
                </c:pt>
                <c:pt idx="115">
                  <c:v>41305</c:v>
                </c:pt>
                <c:pt idx="116">
                  <c:v>41333</c:v>
                </c:pt>
                <c:pt idx="117">
                  <c:v>41364</c:v>
                </c:pt>
                <c:pt idx="118">
                  <c:v>41394</c:v>
                </c:pt>
                <c:pt idx="119">
                  <c:v>41425</c:v>
                </c:pt>
                <c:pt idx="120">
                  <c:v>41455</c:v>
                </c:pt>
                <c:pt idx="121">
                  <c:v>41486</c:v>
                </c:pt>
                <c:pt idx="122">
                  <c:v>41517</c:v>
                </c:pt>
                <c:pt idx="123">
                  <c:v>41547</c:v>
                </c:pt>
                <c:pt idx="124">
                  <c:v>41578</c:v>
                </c:pt>
                <c:pt idx="125">
                  <c:v>41608</c:v>
                </c:pt>
                <c:pt idx="126">
                  <c:v>41639</c:v>
                </c:pt>
                <c:pt idx="127">
                  <c:v>41670</c:v>
                </c:pt>
                <c:pt idx="128">
                  <c:v>41698</c:v>
                </c:pt>
                <c:pt idx="129">
                  <c:v>41729</c:v>
                </c:pt>
                <c:pt idx="130">
                  <c:v>41759</c:v>
                </c:pt>
                <c:pt idx="131">
                  <c:v>41790</c:v>
                </c:pt>
                <c:pt idx="132">
                  <c:v>41820</c:v>
                </c:pt>
                <c:pt idx="133">
                  <c:v>41851</c:v>
                </c:pt>
                <c:pt idx="134">
                  <c:v>41882</c:v>
                </c:pt>
                <c:pt idx="135">
                  <c:v>41912</c:v>
                </c:pt>
                <c:pt idx="136">
                  <c:v>41943</c:v>
                </c:pt>
                <c:pt idx="137">
                  <c:v>41973</c:v>
                </c:pt>
                <c:pt idx="138">
                  <c:v>42004</c:v>
                </c:pt>
                <c:pt idx="139">
                  <c:v>42035</c:v>
                </c:pt>
                <c:pt idx="140">
                  <c:v>42063</c:v>
                </c:pt>
                <c:pt idx="141">
                  <c:v>42094</c:v>
                </c:pt>
                <c:pt idx="142">
                  <c:v>42124</c:v>
                </c:pt>
                <c:pt idx="143">
                  <c:v>42155</c:v>
                </c:pt>
                <c:pt idx="144">
                  <c:v>42185</c:v>
                </c:pt>
                <c:pt idx="145">
                  <c:v>42216</c:v>
                </c:pt>
                <c:pt idx="146">
                  <c:v>42247</c:v>
                </c:pt>
                <c:pt idx="147">
                  <c:v>42277</c:v>
                </c:pt>
                <c:pt idx="148">
                  <c:v>42308</c:v>
                </c:pt>
                <c:pt idx="149">
                  <c:v>42338</c:v>
                </c:pt>
                <c:pt idx="150">
                  <c:v>42369</c:v>
                </c:pt>
                <c:pt idx="151">
                  <c:v>42400</c:v>
                </c:pt>
                <c:pt idx="152">
                  <c:v>42429</c:v>
                </c:pt>
                <c:pt idx="153">
                  <c:v>42460</c:v>
                </c:pt>
                <c:pt idx="154">
                  <c:v>42490</c:v>
                </c:pt>
                <c:pt idx="155">
                  <c:v>42521</c:v>
                </c:pt>
                <c:pt idx="156">
                  <c:v>42551</c:v>
                </c:pt>
                <c:pt idx="157">
                  <c:v>42582</c:v>
                </c:pt>
                <c:pt idx="158">
                  <c:v>42613</c:v>
                </c:pt>
                <c:pt idx="159">
                  <c:v>42643</c:v>
                </c:pt>
                <c:pt idx="160">
                  <c:v>42674</c:v>
                </c:pt>
                <c:pt idx="161">
                  <c:v>42704</c:v>
                </c:pt>
                <c:pt idx="162">
                  <c:v>42735</c:v>
                </c:pt>
                <c:pt idx="163">
                  <c:v>42766</c:v>
                </c:pt>
                <c:pt idx="164">
                  <c:v>42794</c:v>
                </c:pt>
                <c:pt idx="165">
                  <c:v>42825</c:v>
                </c:pt>
                <c:pt idx="166">
                  <c:v>42855</c:v>
                </c:pt>
                <c:pt idx="167">
                  <c:v>42886</c:v>
                </c:pt>
                <c:pt idx="168">
                  <c:v>42916</c:v>
                </c:pt>
                <c:pt idx="169">
                  <c:v>42947</c:v>
                </c:pt>
                <c:pt idx="170">
                  <c:v>42978</c:v>
                </c:pt>
                <c:pt idx="171">
                  <c:v>43008</c:v>
                </c:pt>
                <c:pt idx="172">
                  <c:v>43039</c:v>
                </c:pt>
                <c:pt idx="173">
                  <c:v>43069</c:v>
                </c:pt>
                <c:pt idx="174">
                  <c:v>43100</c:v>
                </c:pt>
                <c:pt idx="175">
                  <c:v>43131</c:v>
                </c:pt>
                <c:pt idx="176">
                  <c:v>43159</c:v>
                </c:pt>
                <c:pt idx="177">
                  <c:v>43190</c:v>
                </c:pt>
                <c:pt idx="178">
                  <c:v>43220</c:v>
                </c:pt>
                <c:pt idx="179">
                  <c:v>43251</c:v>
                </c:pt>
                <c:pt idx="180">
                  <c:v>43281</c:v>
                </c:pt>
                <c:pt idx="181">
                  <c:v>43312</c:v>
                </c:pt>
                <c:pt idx="182">
                  <c:v>43343</c:v>
                </c:pt>
                <c:pt idx="183">
                  <c:v>43373</c:v>
                </c:pt>
                <c:pt idx="184">
                  <c:v>43404</c:v>
                </c:pt>
                <c:pt idx="185">
                  <c:v>43434</c:v>
                </c:pt>
                <c:pt idx="186">
                  <c:v>43465</c:v>
                </c:pt>
                <c:pt idx="187">
                  <c:v>43496</c:v>
                </c:pt>
                <c:pt idx="188">
                  <c:v>43524</c:v>
                </c:pt>
                <c:pt idx="189">
                  <c:v>43555</c:v>
                </c:pt>
                <c:pt idx="190">
                  <c:v>43585</c:v>
                </c:pt>
                <c:pt idx="191">
                  <c:v>43616</c:v>
                </c:pt>
                <c:pt idx="192">
                  <c:v>43646</c:v>
                </c:pt>
                <c:pt idx="193">
                  <c:v>43677</c:v>
                </c:pt>
                <c:pt idx="194">
                  <c:v>43708</c:v>
                </c:pt>
                <c:pt idx="195">
                  <c:v>43738</c:v>
                </c:pt>
                <c:pt idx="196">
                  <c:v>43769</c:v>
                </c:pt>
                <c:pt idx="197">
                  <c:v>43799</c:v>
                </c:pt>
                <c:pt idx="198">
                  <c:v>43830</c:v>
                </c:pt>
                <c:pt idx="199">
                  <c:v>43861</c:v>
                </c:pt>
                <c:pt idx="200">
                  <c:v>43890</c:v>
                </c:pt>
                <c:pt idx="201">
                  <c:v>43921</c:v>
                </c:pt>
                <c:pt idx="202">
                  <c:v>43951</c:v>
                </c:pt>
                <c:pt idx="203">
                  <c:v>43982</c:v>
                </c:pt>
                <c:pt idx="204">
                  <c:v>44012</c:v>
                </c:pt>
                <c:pt idx="205">
                  <c:v>44043</c:v>
                </c:pt>
                <c:pt idx="206">
                  <c:v>44074</c:v>
                </c:pt>
                <c:pt idx="207">
                  <c:v>44104</c:v>
                </c:pt>
                <c:pt idx="208">
                  <c:v>44135</c:v>
                </c:pt>
                <c:pt idx="209">
                  <c:v>44165</c:v>
                </c:pt>
                <c:pt idx="210">
                  <c:v>44196</c:v>
                </c:pt>
                <c:pt idx="211">
                  <c:v>44227</c:v>
                </c:pt>
                <c:pt idx="212">
                  <c:v>44255</c:v>
                </c:pt>
                <c:pt idx="213">
                  <c:v>44286</c:v>
                </c:pt>
                <c:pt idx="214">
                  <c:v>44316</c:v>
                </c:pt>
                <c:pt idx="215">
                  <c:v>44347</c:v>
                </c:pt>
                <c:pt idx="216">
                  <c:v>44377</c:v>
                </c:pt>
                <c:pt idx="217">
                  <c:v>44408</c:v>
                </c:pt>
                <c:pt idx="218">
                  <c:v>44439</c:v>
                </c:pt>
                <c:pt idx="219">
                  <c:v>44469</c:v>
                </c:pt>
                <c:pt idx="220">
                  <c:v>44500</c:v>
                </c:pt>
                <c:pt idx="221">
                  <c:v>44530</c:v>
                </c:pt>
                <c:pt idx="222">
                  <c:v>44561</c:v>
                </c:pt>
                <c:pt idx="223">
                  <c:v>44592</c:v>
                </c:pt>
                <c:pt idx="224">
                  <c:v>44620</c:v>
                </c:pt>
                <c:pt idx="225">
                  <c:v>44651</c:v>
                </c:pt>
                <c:pt idx="226">
                  <c:v>44681</c:v>
                </c:pt>
                <c:pt idx="227">
                  <c:v>44712</c:v>
                </c:pt>
                <c:pt idx="228">
                  <c:v>44742</c:v>
                </c:pt>
                <c:pt idx="229">
                  <c:v>44773</c:v>
                </c:pt>
                <c:pt idx="230">
                  <c:v>44804</c:v>
                </c:pt>
                <c:pt idx="231">
                  <c:v>44834</c:v>
                </c:pt>
                <c:pt idx="232">
                  <c:v>44865</c:v>
                </c:pt>
                <c:pt idx="233">
                  <c:v>44895</c:v>
                </c:pt>
                <c:pt idx="234">
                  <c:v>44926</c:v>
                </c:pt>
                <c:pt idx="235">
                  <c:v>44957</c:v>
                </c:pt>
                <c:pt idx="236">
                  <c:v>44985</c:v>
                </c:pt>
                <c:pt idx="237">
                  <c:v>45016</c:v>
                </c:pt>
                <c:pt idx="238">
                  <c:v>45046</c:v>
                </c:pt>
                <c:pt idx="239">
                  <c:v>45077</c:v>
                </c:pt>
                <c:pt idx="240">
                  <c:v>45107</c:v>
                </c:pt>
                <c:pt idx="241">
                  <c:v>45138</c:v>
                </c:pt>
                <c:pt idx="242">
                  <c:v>45169</c:v>
                </c:pt>
                <c:pt idx="243">
                  <c:v>45199</c:v>
                </c:pt>
                <c:pt idx="244">
                  <c:v>45230</c:v>
                </c:pt>
                <c:pt idx="245">
                  <c:v>45260</c:v>
                </c:pt>
                <c:pt idx="246">
                  <c:v>45291</c:v>
                </c:pt>
                <c:pt idx="247">
                  <c:v>45322</c:v>
                </c:pt>
                <c:pt idx="248">
                  <c:v>45351</c:v>
                </c:pt>
                <c:pt idx="249">
                  <c:v>45382</c:v>
                </c:pt>
              </c:numCache>
            </c:numRef>
          </c:cat>
          <c:val>
            <c:numRef>
              <c:f>Summary!$H$2:$H$251</c:f>
              <c:numCache>
                <c:formatCode>General</c:formatCode>
                <c:ptCount val="250"/>
                <c:pt idx="0">
                  <c:v>1</c:v>
                </c:pt>
                <c:pt idx="1">
                  <c:v>1.0102367396877232</c:v>
                </c:pt>
                <c:pt idx="2">
                  <c:v>1.0194839501649009</c:v>
                </c:pt>
                <c:pt idx="3">
                  <c:v>1.0291480857036563</c:v>
                </c:pt>
                <c:pt idx="4">
                  <c:v>1.0380200449301669</c:v>
                </c:pt>
                <c:pt idx="5">
                  <c:v>1.0453831131816989</c:v>
                </c:pt>
                <c:pt idx="6">
                  <c:v>1.053517180691292</c:v>
                </c:pt>
                <c:pt idx="7">
                  <c:v>1.0605841256252309</c:v>
                </c:pt>
                <c:pt idx="8">
                  <c:v>1.0670444111381823</c:v>
                </c:pt>
                <c:pt idx="9">
                  <c:v>1.0745769277892396</c:v>
                </c:pt>
                <c:pt idx="10">
                  <c:v>1.0814042440304175</c:v>
                </c:pt>
                <c:pt idx="11">
                  <c:v>1.0884689502843179</c:v>
                </c:pt>
                <c:pt idx="12">
                  <c:v>1.0953772559022747</c:v>
                </c:pt>
                <c:pt idx="13">
                  <c:v>1.1023636162107149</c:v>
                </c:pt>
                <c:pt idx="14">
                  <c:v>1.1098569043354891</c:v>
                </c:pt>
                <c:pt idx="15">
                  <c:v>1.1167590815716135</c:v>
                </c:pt>
                <c:pt idx="16">
                  <c:v>1.123362834129624</c:v>
                </c:pt>
                <c:pt idx="17">
                  <c:v>1.1305966121735209</c:v>
                </c:pt>
                <c:pt idx="18">
                  <c:v>1.1376186931347239</c:v>
                </c:pt>
                <c:pt idx="19">
                  <c:v>1.1446317549933962</c:v>
                </c:pt>
                <c:pt idx="20">
                  <c:v>1.1509572275680318</c:v>
                </c:pt>
                <c:pt idx="21">
                  <c:v>1.1579955319359774</c:v>
                </c:pt>
                <c:pt idx="22">
                  <c:v>1.1645799563166672</c:v>
                </c:pt>
                <c:pt idx="23">
                  <c:v>1.171677210864944</c:v>
                </c:pt>
                <c:pt idx="24">
                  <c:v>1.1782688163729444</c:v>
                </c:pt>
                <c:pt idx="25">
                  <c:v>1.1845895629175662</c:v>
                </c:pt>
                <c:pt idx="26">
                  <c:v>1.1918254755274351</c:v>
                </c:pt>
                <c:pt idx="27">
                  <c:v>1.1983867056184925</c:v>
                </c:pt>
                <c:pt idx="28">
                  <c:v>1.2051911946168261</c:v>
                </c:pt>
                <c:pt idx="29">
                  <c:v>1.2118647726261262</c:v>
                </c:pt>
                <c:pt idx="30">
                  <c:v>1.2186090382319554</c:v>
                </c:pt>
                <c:pt idx="31">
                  <c:v>1.2258640050112186</c:v>
                </c:pt>
                <c:pt idx="32">
                  <c:v>1.2322601550900323</c:v>
                </c:pt>
                <c:pt idx="33">
                  <c:v>1.2393796718364414</c:v>
                </c:pt>
                <c:pt idx="34">
                  <c:v>1.2458410161010891</c:v>
                </c:pt>
                <c:pt idx="35">
                  <c:v>1.2535200329592993</c:v>
                </c:pt>
                <c:pt idx="36">
                  <c:v>1.2605795424001998</c:v>
                </c:pt>
                <c:pt idx="37">
                  <c:v>1.2680679203412901</c:v>
                </c:pt>
                <c:pt idx="38">
                  <c:v>1.2758049636768043</c:v>
                </c:pt>
                <c:pt idx="39">
                  <c:v>1.283315693281506</c:v>
                </c:pt>
                <c:pt idx="40">
                  <c:v>1.2919126025460965</c:v>
                </c:pt>
                <c:pt idx="41">
                  <c:v>1.3003041816169951</c:v>
                </c:pt>
                <c:pt idx="42">
                  <c:v>1.3086833710376391</c:v>
                </c:pt>
                <c:pt idx="43">
                  <c:v>1.318355146238211</c:v>
                </c:pt>
                <c:pt idx="44">
                  <c:v>1.3267860450801243</c:v>
                </c:pt>
                <c:pt idx="45">
                  <c:v>1.335974555161668</c:v>
                </c:pt>
                <c:pt idx="46">
                  <c:v>1.3457248638344137</c:v>
                </c:pt>
                <c:pt idx="47">
                  <c:v>1.3555960083306806</c:v>
                </c:pt>
                <c:pt idx="48">
                  <c:v>1.3650072082977318</c:v>
                </c:pt>
                <c:pt idx="49">
                  <c:v>1.3757552438717016</c:v>
                </c:pt>
                <c:pt idx="50">
                  <c:v>1.3864369006374011</c:v>
                </c:pt>
                <c:pt idx="51">
                  <c:v>1.3963660603225347</c:v>
                </c:pt>
                <c:pt idx="52">
                  <c:v>1.408360237438486</c:v>
                </c:pt>
                <c:pt idx="53">
                  <c:v>1.4196298527267459</c:v>
                </c:pt>
                <c:pt idx="54">
                  <c:v>1.4316569230830409</c:v>
                </c:pt>
                <c:pt idx="55">
                  <c:v>1.44416199380349</c:v>
                </c:pt>
                <c:pt idx="56">
                  <c:v>1.4560802872319278</c:v>
                </c:pt>
                <c:pt idx="57">
                  <c:v>1.4690809540519347</c:v>
                </c:pt>
                <c:pt idx="58">
                  <c:v>1.4819390287164929</c:v>
                </c:pt>
                <c:pt idx="59">
                  <c:v>1.4951647698817725</c:v>
                </c:pt>
                <c:pt idx="60">
                  <c:v>1.509264344673974</c:v>
                </c:pt>
                <c:pt idx="61">
                  <c:v>1.523825128016741</c:v>
                </c:pt>
                <c:pt idx="62">
                  <c:v>1.5377423411034044</c:v>
                </c:pt>
                <c:pt idx="63">
                  <c:v>1.5533177920777099</c:v>
                </c:pt>
                <c:pt idx="64">
                  <c:v>1.5686134971050587</c:v>
                </c:pt>
                <c:pt idx="65">
                  <c:v>1.5825959323635981</c:v>
                </c:pt>
                <c:pt idx="66">
                  <c:v>1.5990962071176424</c:v>
                </c:pt>
                <c:pt idx="67">
                  <c:v>1.6139102294423435</c:v>
                </c:pt>
                <c:pt idx="68">
                  <c:v>1.6274617985310758</c:v>
                </c:pt>
                <c:pt idx="69">
                  <c:v>1.642333528610763</c:v>
                </c:pt>
                <c:pt idx="70">
                  <c:v>1.6555948777249347</c:v>
                </c:pt>
                <c:pt idx="71">
                  <c:v>1.667703460181494</c:v>
                </c:pt>
                <c:pt idx="72">
                  <c:v>1.6801998791288582</c:v>
                </c:pt>
                <c:pt idx="73">
                  <c:v>1.6916957544083435</c:v>
                </c:pt>
                <c:pt idx="74">
                  <c:v>1.7028748590762148</c:v>
                </c:pt>
                <c:pt idx="75">
                  <c:v>1.7134326044954007</c:v>
                </c:pt>
                <c:pt idx="76">
                  <c:v>1.7238146142808528</c:v>
                </c:pt>
                <c:pt idx="77">
                  <c:v>1.7344223852240364</c:v>
                </c:pt>
                <c:pt idx="78">
                  <c:v>1.7450587330401239</c:v>
                </c:pt>
                <c:pt idx="79">
                  <c:v>1.7550547751642602</c:v>
                </c:pt>
                <c:pt idx="80">
                  <c:v>1.7647112309147808</c:v>
                </c:pt>
                <c:pt idx="81">
                  <c:v>1.7761440446225816</c:v>
                </c:pt>
                <c:pt idx="82">
                  <c:v>1.7864357682224508</c:v>
                </c:pt>
                <c:pt idx="83">
                  <c:v>1.7969061117351417</c:v>
                </c:pt>
                <c:pt idx="84">
                  <c:v>1.8069410628519673</c:v>
                </c:pt>
                <c:pt idx="85">
                  <c:v>1.8169103583623734</c:v>
                </c:pt>
                <c:pt idx="86">
                  <c:v>1.827478843309603</c:v>
                </c:pt>
                <c:pt idx="87">
                  <c:v>1.8372582664256809</c:v>
                </c:pt>
                <c:pt idx="88">
                  <c:v>1.8465085604959626</c:v>
                </c:pt>
                <c:pt idx="89">
                  <c:v>1.856529165186972</c:v>
                </c:pt>
                <c:pt idx="90">
                  <c:v>1.8659511900772816</c:v>
                </c:pt>
                <c:pt idx="91">
                  <c:v>1.8751584732766728</c:v>
                </c:pt>
                <c:pt idx="92">
                  <c:v>1.883358358119239</c:v>
                </c:pt>
                <c:pt idx="93">
                  <c:v>1.8923734229902225</c:v>
                </c:pt>
                <c:pt idx="94">
                  <c:v>1.9007851266862048</c:v>
                </c:pt>
                <c:pt idx="95">
                  <c:v>1.9100706155507485</c:v>
                </c:pt>
                <c:pt idx="96">
                  <c:v>1.9188030212525773</c:v>
                </c:pt>
                <c:pt idx="97">
                  <c:v>1.9272785943010751</c:v>
                </c:pt>
                <c:pt idx="98">
                  <c:v>1.9369551013335724</c:v>
                </c:pt>
                <c:pt idx="99">
                  <c:v>1.9457559939241644</c:v>
                </c:pt>
                <c:pt idx="100">
                  <c:v>1.9548742981999292</c:v>
                </c:pt>
                <c:pt idx="101">
                  <c:v>1.9637036041576184</c:v>
                </c:pt>
                <c:pt idx="102">
                  <c:v>1.9725743148692558</c:v>
                </c:pt>
                <c:pt idx="103">
                  <c:v>1.982103545337321</c:v>
                </c:pt>
                <c:pt idx="104">
                  <c:v>1.99077911298379</c:v>
                </c:pt>
                <c:pt idx="105">
                  <c:v>1.9998105263705688</c:v>
                </c:pt>
                <c:pt idx="106">
                  <c:v>2.0091957449008357</c:v>
                </c:pt>
                <c:pt idx="107">
                  <c:v>2.0186316154048667</c:v>
                </c:pt>
                <c:pt idx="108">
                  <c:v>2.0274994951356615</c:v>
                </c:pt>
                <c:pt idx="109">
                  <c:v>2.0372941994994256</c:v>
                </c:pt>
                <c:pt idx="110">
                  <c:v>2.0466042117109104</c:v>
                </c:pt>
                <c:pt idx="111">
                  <c:v>2.0548777061732579</c:v>
                </c:pt>
                <c:pt idx="112">
                  <c:v>2.0644848040530377</c:v>
                </c:pt>
                <c:pt idx="113">
                  <c:v>2.0731665589742141</c:v>
                </c:pt>
                <c:pt idx="114">
                  <c:v>2.0821220438985888</c:v>
                </c:pt>
                <c:pt idx="115">
                  <c:v>2.0910640714811102</c:v>
                </c:pt>
                <c:pt idx="116">
                  <c:v>2.0991585343319379</c:v>
                </c:pt>
                <c:pt idx="117">
                  <c:v>2.1075667085276502</c:v>
                </c:pt>
                <c:pt idx="118">
                  <c:v>2.1168888217963495</c:v>
                </c:pt>
                <c:pt idx="119">
                  <c:v>2.1259482802696632</c:v>
                </c:pt>
                <c:pt idx="120">
                  <c:v>2.134164978210404</c:v>
                </c:pt>
                <c:pt idx="121">
                  <c:v>2.1439048434727797</c:v>
                </c:pt>
                <c:pt idx="122">
                  <c:v>2.1528280332724199</c:v>
                </c:pt>
                <c:pt idx="123">
                  <c:v>2.1621276329218531</c:v>
                </c:pt>
                <c:pt idx="124">
                  <c:v>2.1714892399356103</c:v>
                </c:pt>
                <c:pt idx="125">
                  <c:v>2.1803222752600062</c:v>
                </c:pt>
                <c:pt idx="126">
                  <c:v>2.1901785782746526</c:v>
                </c:pt>
                <c:pt idx="127">
                  <c:v>2.199833178853484</c:v>
                </c:pt>
                <c:pt idx="128">
                  <c:v>2.2087770357172833</c:v>
                </c:pt>
                <c:pt idx="129">
                  <c:v>2.2190147832932765</c:v>
                </c:pt>
                <c:pt idx="130">
                  <c:v>2.2291953191112879</c:v>
                </c:pt>
                <c:pt idx="131">
                  <c:v>2.2396083916517848</c:v>
                </c:pt>
                <c:pt idx="132">
                  <c:v>2.2505581906996643</c:v>
                </c:pt>
                <c:pt idx="133">
                  <c:v>2.2617063966617925</c:v>
                </c:pt>
                <c:pt idx="134">
                  <c:v>2.2723416828282028</c:v>
                </c:pt>
                <c:pt idx="135">
                  <c:v>2.2842712552682558</c:v>
                </c:pt>
                <c:pt idx="136">
                  <c:v>2.2960294228585263</c:v>
                </c:pt>
                <c:pt idx="137">
                  <c:v>2.3067891254481978</c:v>
                </c:pt>
                <c:pt idx="138">
                  <c:v>2.3196067812533689</c:v>
                </c:pt>
                <c:pt idx="139">
                  <c:v>2.3313905929076864</c:v>
                </c:pt>
                <c:pt idx="140">
                  <c:v>2.3424705549095748</c:v>
                </c:pt>
                <c:pt idx="141">
                  <c:v>2.3552226649023158</c:v>
                </c:pt>
                <c:pt idx="142">
                  <c:v>2.3672560374508422</c:v>
                </c:pt>
                <c:pt idx="143">
                  <c:v>2.3789654947271948</c:v>
                </c:pt>
                <c:pt idx="144">
                  <c:v>2.3920023613615067</c:v>
                </c:pt>
                <c:pt idx="145">
                  <c:v>2.4047165048092234</c:v>
                </c:pt>
                <c:pt idx="146">
                  <c:v>2.4175971012464683</c:v>
                </c:pt>
                <c:pt idx="147">
                  <c:v>2.4301969481845482</c:v>
                </c:pt>
                <c:pt idx="148">
                  <c:v>2.4429088628779585</c:v>
                </c:pt>
                <c:pt idx="149">
                  <c:v>2.45614134458329</c:v>
                </c:pt>
                <c:pt idx="150">
                  <c:v>2.4695987911989294</c:v>
                </c:pt>
                <c:pt idx="151">
                  <c:v>2.4824372959626553</c:v>
                </c:pt>
                <c:pt idx="152">
                  <c:v>2.4965276856125218</c:v>
                </c:pt>
                <c:pt idx="153">
                  <c:v>2.5110421814711126</c:v>
                </c:pt>
                <c:pt idx="154">
                  <c:v>2.5250046656114828</c:v>
                </c:pt>
                <c:pt idx="155">
                  <c:v>2.5407993418502839</c:v>
                </c:pt>
                <c:pt idx="156">
                  <c:v>2.5558853528191752</c:v>
                </c:pt>
                <c:pt idx="157">
                  <c:v>2.5706624646965457</c:v>
                </c:pt>
                <c:pt idx="158">
                  <c:v>2.5876868632397012</c:v>
                </c:pt>
                <c:pt idx="159">
                  <c:v>2.6033349161359389</c:v>
                </c:pt>
                <c:pt idx="160">
                  <c:v>2.6196508452043648</c:v>
                </c:pt>
                <c:pt idx="161">
                  <c:v>2.6355764933770667</c:v>
                </c:pt>
                <c:pt idx="162">
                  <c:v>2.6516190763057002</c:v>
                </c:pt>
                <c:pt idx="163">
                  <c:v>2.6688403006945518</c:v>
                </c:pt>
                <c:pt idx="164">
                  <c:v>2.683988596911568</c:v>
                </c:pt>
                <c:pt idx="165">
                  <c:v>2.7008507252200618</c:v>
                </c:pt>
                <c:pt idx="166">
                  <c:v>2.7161662524937151</c:v>
                </c:pt>
                <c:pt idx="167">
                  <c:v>2.7343151859837542</c:v>
                </c:pt>
                <c:pt idx="168">
                  <c:v>2.7508798304739601</c:v>
                </c:pt>
                <c:pt idx="169">
                  <c:v>2.7680623656485217</c:v>
                </c:pt>
                <c:pt idx="170">
                  <c:v>2.7851686907676219</c:v>
                </c:pt>
                <c:pt idx="171">
                  <c:v>2.8010862925853228</c:v>
                </c:pt>
                <c:pt idx="172">
                  <c:v>2.8185769497869861</c:v>
                </c:pt>
                <c:pt idx="173">
                  <c:v>2.8350118472994263</c:v>
                </c:pt>
                <c:pt idx="174">
                  <c:v>2.8509687855242558</c:v>
                </c:pt>
                <c:pt idx="175">
                  <c:v>2.8692353608318526</c:v>
                </c:pt>
                <c:pt idx="176">
                  <c:v>2.8848462157132202</c:v>
                </c:pt>
                <c:pt idx="177">
                  <c:v>2.9011075022450603</c:v>
                </c:pt>
                <c:pt idx="178">
                  <c:v>2.9190553013213187</c:v>
                </c:pt>
                <c:pt idx="179">
                  <c:v>2.9363989869268656</c:v>
                </c:pt>
                <c:pt idx="180">
                  <c:v>2.9526233291599477</c:v>
                </c:pt>
                <c:pt idx="181">
                  <c:v>2.9705969454521099</c:v>
                </c:pt>
                <c:pt idx="182">
                  <c:v>2.9881303694446841</c:v>
                </c:pt>
                <c:pt idx="183">
                  <c:v>3.0041204906801404</c:v>
                </c:pt>
                <c:pt idx="184">
                  <c:v>3.0231359640670812</c:v>
                </c:pt>
                <c:pt idx="185">
                  <c:v>3.0405934095103886</c:v>
                </c:pt>
                <c:pt idx="186">
                  <c:v>3.0588662242821285</c:v>
                </c:pt>
                <c:pt idx="187">
                  <c:v>3.0773605177570782</c:v>
                </c:pt>
                <c:pt idx="188">
                  <c:v>3.0942150793620522</c:v>
                </c:pt>
                <c:pt idx="189">
                  <c:v>3.111824506848146</c:v>
                </c:pt>
                <c:pt idx="190">
                  <c:v>3.1313986354734937</c:v>
                </c:pt>
                <c:pt idx="191">
                  <c:v>3.1504919582435766</c:v>
                </c:pt>
                <c:pt idx="192">
                  <c:v>3.1678163608652241</c:v>
                </c:pt>
                <c:pt idx="193">
                  <c:v>3.1882376722382815</c:v>
                </c:pt>
                <c:pt idx="194">
                  <c:v>3.2067026514847874</c:v>
                </c:pt>
                <c:pt idx="195">
                  <c:v>3.225697011091111</c:v>
                </c:pt>
                <c:pt idx="196">
                  <c:v>3.2446583871059516</c:v>
                </c:pt>
                <c:pt idx="197">
                  <c:v>3.2623739508754848</c:v>
                </c:pt>
                <c:pt idx="198">
                  <c:v>3.282573844662771</c:v>
                </c:pt>
                <c:pt idx="199">
                  <c:v>3.3016053904113689</c:v>
                </c:pt>
                <c:pt idx="200">
                  <c:v>3.3187358530502804</c:v>
                </c:pt>
                <c:pt idx="201">
                  <c:v>3.3381772032019588</c:v>
                </c:pt>
                <c:pt idx="202">
                  <c:v>3.3555973294507759</c:v>
                </c:pt>
                <c:pt idx="203">
                  <c:v>3.3712177563310757</c:v>
                </c:pt>
                <c:pt idx="204">
                  <c:v>3.3870703416145038</c:v>
                </c:pt>
                <c:pt idx="205">
                  <c:v>3.4012596242041715</c:v>
                </c:pt>
                <c:pt idx="206">
                  <c:v>3.4144427996331297</c:v>
                </c:pt>
                <c:pt idx="207">
                  <c:v>3.4263376218402417</c:v>
                </c:pt>
                <c:pt idx="208">
                  <c:v>3.4375417951415299</c:v>
                </c:pt>
                <c:pt idx="209">
                  <c:v>3.4485998003837062</c:v>
                </c:pt>
                <c:pt idx="210">
                  <c:v>3.4594062601436315</c:v>
                </c:pt>
                <c:pt idx="211">
                  <c:v>3.4694520755206764</c:v>
                </c:pt>
                <c:pt idx="212">
                  <c:v>3.4791618585034843</c:v>
                </c:pt>
                <c:pt idx="213">
                  <c:v>3.4906434057844216</c:v>
                </c:pt>
                <c:pt idx="214">
                  <c:v>3.5011438358770377</c:v>
                </c:pt>
                <c:pt idx="215">
                  <c:v>3.5121290265626723</c:v>
                </c:pt>
                <c:pt idx="216">
                  <c:v>3.5228774875645463</c:v>
                </c:pt>
                <c:pt idx="217">
                  <c:v>3.5336942089277223</c:v>
                </c:pt>
                <c:pt idx="218">
                  <c:v>3.5453662915204966</c:v>
                </c:pt>
                <c:pt idx="219">
                  <c:v>3.5564403992030273</c:v>
                </c:pt>
                <c:pt idx="220">
                  <c:v>3.5672352906739695</c:v>
                </c:pt>
                <c:pt idx="221">
                  <c:v>3.5793151673153436</c:v>
                </c:pt>
                <c:pt idx="222">
                  <c:v>3.5913497903285818</c:v>
                </c:pt>
                <c:pt idx="223">
                  <c:v>3.6036807187987789</c:v>
                </c:pt>
                <c:pt idx="224">
                  <c:v>3.6151466063282025</c:v>
                </c:pt>
                <c:pt idx="225">
                  <c:v>3.6282810343427454</c:v>
                </c:pt>
                <c:pt idx="226">
                  <c:v>3.641047704837959</c:v>
                </c:pt>
                <c:pt idx="227">
                  <c:v>3.655686638715816</c:v>
                </c:pt>
                <c:pt idx="228">
                  <c:v>3.6701240217781756</c:v>
                </c:pt>
                <c:pt idx="229">
                  <c:v>3.6847399687971416</c:v>
                </c:pt>
                <c:pt idx="230">
                  <c:v>3.7025296204752318</c:v>
                </c:pt>
                <c:pt idx="231">
                  <c:v>3.7195981320809279</c:v>
                </c:pt>
                <c:pt idx="232">
                  <c:v>3.7384116378370811</c:v>
                </c:pt>
                <c:pt idx="233">
                  <c:v>3.7575646221465036</c:v>
                </c:pt>
                <c:pt idx="234">
                  <c:v>3.7778453720956993</c:v>
                </c:pt>
                <c:pt idx="235">
                  <c:v>3.8005418620178775</c:v>
                </c:pt>
                <c:pt idx="236">
                  <c:v>3.8211586200478296</c:v>
                </c:pt>
                <c:pt idx="237">
                  <c:v>3.8446422936558826</c:v>
                </c:pt>
                <c:pt idx="238">
                  <c:v>3.8664786360420402</c:v>
                </c:pt>
                <c:pt idx="239">
                  <c:v>3.8931425583191785</c:v>
                </c:pt>
                <c:pt idx="240">
                  <c:v>3.9183329715763464</c:v>
                </c:pt>
                <c:pt idx="241">
                  <c:v>3.9451651758723796</c:v>
                </c:pt>
                <c:pt idx="242">
                  <c:v>3.9725547554426091</c:v>
                </c:pt>
                <c:pt idx="243">
                  <c:v>3.9984985021740203</c:v>
                </c:pt>
                <c:pt idx="244">
                  <c:v>4.0273852634983385</c:v>
                </c:pt>
                <c:pt idx="245">
                  <c:v>4.0546565294074846</c:v>
                </c:pt>
                <c:pt idx="246">
                  <c:v>4.0811717375264678</c:v>
                </c:pt>
                <c:pt idx="247">
                  <c:v>4.1115266091849483</c:v>
                </c:pt>
                <c:pt idx="248">
                  <c:v>4.1384075313750719</c:v>
                </c:pt>
                <c:pt idx="249">
                  <c:v>4.1645311346536484</c:v>
                </c:pt>
              </c:numCache>
            </c:numRef>
          </c:val>
          <c:smooth val="0"/>
          <c:extLst>
            <c:ext xmlns:c16="http://schemas.microsoft.com/office/drawing/2014/chart" uri="{C3380CC4-5D6E-409C-BE32-E72D297353CC}">
              <c16:uniqueId val="{00000000-3BB7-4D52-B5BF-9431A63EA0BC}"/>
            </c:ext>
          </c:extLst>
        </c:ser>
        <c:ser>
          <c:idx val="1"/>
          <c:order val="1"/>
          <c:tx>
            <c:strRef>
              <c:f>Summary!$I$1</c:f>
              <c:strCache>
                <c:ptCount val="1"/>
                <c:pt idx="0">
                  <c:v>ALBI</c:v>
                </c:pt>
              </c:strCache>
            </c:strRef>
          </c:tx>
          <c:spPr>
            <a:ln w="28575" cap="rnd">
              <a:solidFill>
                <a:schemeClr val="accent2"/>
              </a:solidFill>
              <a:round/>
            </a:ln>
            <a:effectLst/>
          </c:spPr>
          <c:marker>
            <c:symbol val="none"/>
          </c:marker>
          <c:cat>
            <c:numRef>
              <c:f>Summary!$G$2:$G$251</c:f>
              <c:numCache>
                <c:formatCode>m/d/yyyy</c:formatCode>
                <c:ptCount val="250"/>
                <c:pt idx="0">
                  <c:v>37802</c:v>
                </c:pt>
                <c:pt idx="1">
                  <c:v>37833</c:v>
                </c:pt>
                <c:pt idx="2">
                  <c:v>37864</c:v>
                </c:pt>
                <c:pt idx="3">
                  <c:v>37894</c:v>
                </c:pt>
                <c:pt idx="4">
                  <c:v>37925</c:v>
                </c:pt>
                <c:pt idx="5">
                  <c:v>37955</c:v>
                </c:pt>
                <c:pt idx="6">
                  <c:v>37986</c:v>
                </c:pt>
                <c:pt idx="7">
                  <c:v>38017</c:v>
                </c:pt>
                <c:pt idx="8">
                  <c:v>38046</c:v>
                </c:pt>
                <c:pt idx="9">
                  <c:v>38077</c:v>
                </c:pt>
                <c:pt idx="10">
                  <c:v>38107</c:v>
                </c:pt>
                <c:pt idx="11">
                  <c:v>38138</c:v>
                </c:pt>
                <c:pt idx="12">
                  <c:v>38168</c:v>
                </c:pt>
                <c:pt idx="13">
                  <c:v>38199</c:v>
                </c:pt>
                <c:pt idx="14">
                  <c:v>38230</c:v>
                </c:pt>
                <c:pt idx="15">
                  <c:v>38260</c:v>
                </c:pt>
                <c:pt idx="16">
                  <c:v>38291</c:v>
                </c:pt>
                <c:pt idx="17">
                  <c:v>38321</c:v>
                </c:pt>
                <c:pt idx="18">
                  <c:v>38352</c:v>
                </c:pt>
                <c:pt idx="19">
                  <c:v>38383</c:v>
                </c:pt>
                <c:pt idx="20">
                  <c:v>38411</c:v>
                </c:pt>
                <c:pt idx="21">
                  <c:v>38442</c:v>
                </c:pt>
                <c:pt idx="22">
                  <c:v>38472</c:v>
                </c:pt>
                <c:pt idx="23">
                  <c:v>38503</c:v>
                </c:pt>
                <c:pt idx="24">
                  <c:v>38533</c:v>
                </c:pt>
                <c:pt idx="25">
                  <c:v>38564</c:v>
                </c:pt>
                <c:pt idx="26">
                  <c:v>38595</c:v>
                </c:pt>
                <c:pt idx="27">
                  <c:v>38625</c:v>
                </c:pt>
                <c:pt idx="28">
                  <c:v>38656</c:v>
                </c:pt>
                <c:pt idx="29">
                  <c:v>38686</c:v>
                </c:pt>
                <c:pt idx="30">
                  <c:v>38717</c:v>
                </c:pt>
                <c:pt idx="31">
                  <c:v>38748</c:v>
                </c:pt>
                <c:pt idx="32">
                  <c:v>38776</c:v>
                </c:pt>
                <c:pt idx="33">
                  <c:v>38807</c:v>
                </c:pt>
                <c:pt idx="34">
                  <c:v>38837</c:v>
                </c:pt>
                <c:pt idx="35">
                  <c:v>38868</c:v>
                </c:pt>
                <c:pt idx="36">
                  <c:v>38898</c:v>
                </c:pt>
                <c:pt idx="37">
                  <c:v>38929</c:v>
                </c:pt>
                <c:pt idx="38">
                  <c:v>38960</c:v>
                </c:pt>
                <c:pt idx="39">
                  <c:v>38990</c:v>
                </c:pt>
                <c:pt idx="40">
                  <c:v>39021</c:v>
                </c:pt>
                <c:pt idx="41">
                  <c:v>39051</c:v>
                </c:pt>
                <c:pt idx="42">
                  <c:v>39082</c:v>
                </c:pt>
                <c:pt idx="43">
                  <c:v>39113</c:v>
                </c:pt>
                <c:pt idx="44">
                  <c:v>39141</c:v>
                </c:pt>
                <c:pt idx="45">
                  <c:v>39172</c:v>
                </c:pt>
                <c:pt idx="46">
                  <c:v>39202</c:v>
                </c:pt>
                <c:pt idx="47">
                  <c:v>39233</c:v>
                </c:pt>
                <c:pt idx="48">
                  <c:v>39263</c:v>
                </c:pt>
                <c:pt idx="49">
                  <c:v>39294</c:v>
                </c:pt>
                <c:pt idx="50">
                  <c:v>39325</c:v>
                </c:pt>
                <c:pt idx="51">
                  <c:v>39355</c:v>
                </c:pt>
                <c:pt idx="52">
                  <c:v>39386</c:v>
                </c:pt>
                <c:pt idx="53">
                  <c:v>39416</c:v>
                </c:pt>
                <c:pt idx="54">
                  <c:v>39447</c:v>
                </c:pt>
                <c:pt idx="55">
                  <c:v>39478</c:v>
                </c:pt>
                <c:pt idx="56">
                  <c:v>39507</c:v>
                </c:pt>
                <c:pt idx="57">
                  <c:v>39538</c:v>
                </c:pt>
                <c:pt idx="58">
                  <c:v>39568</c:v>
                </c:pt>
                <c:pt idx="59">
                  <c:v>39599</c:v>
                </c:pt>
                <c:pt idx="60">
                  <c:v>39629</c:v>
                </c:pt>
                <c:pt idx="61">
                  <c:v>39660</c:v>
                </c:pt>
                <c:pt idx="62">
                  <c:v>39691</c:v>
                </c:pt>
                <c:pt idx="63">
                  <c:v>39721</c:v>
                </c:pt>
                <c:pt idx="64">
                  <c:v>39752</c:v>
                </c:pt>
                <c:pt idx="65">
                  <c:v>39782</c:v>
                </c:pt>
                <c:pt idx="66">
                  <c:v>39813</c:v>
                </c:pt>
                <c:pt idx="67">
                  <c:v>39844</c:v>
                </c:pt>
                <c:pt idx="68">
                  <c:v>39872</c:v>
                </c:pt>
                <c:pt idx="69">
                  <c:v>39903</c:v>
                </c:pt>
                <c:pt idx="70">
                  <c:v>39933</c:v>
                </c:pt>
                <c:pt idx="71">
                  <c:v>39964</c:v>
                </c:pt>
                <c:pt idx="72">
                  <c:v>39994</c:v>
                </c:pt>
                <c:pt idx="73">
                  <c:v>40025</c:v>
                </c:pt>
                <c:pt idx="74">
                  <c:v>40056</c:v>
                </c:pt>
                <c:pt idx="75">
                  <c:v>40086</c:v>
                </c:pt>
                <c:pt idx="76">
                  <c:v>40117</c:v>
                </c:pt>
                <c:pt idx="77">
                  <c:v>40147</c:v>
                </c:pt>
                <c:pt idx="78">
                  <c:v>40178</c:v>
                </c:pt>
                <c:pt idx="79">
                  <c:v>40209</c:v>
                </c:pt>
                <c:pt idx="80">
                  <c:v>40237</c:v>
                </c:pt>
                <c:pt idx="81">
                  <c:v>40268</c:v>
                </c:pt>
                <c:pt idx="82">
                  <c:v>40298</c:v>
                </c:pt>
                <c:pt idx="83">
                  <c:v>40329</c:v>
                </c:pt>
                <c:pt idx="84">
                  <c:v>40359</c:v>
                </c:pt>
                <c:pt idx="85">
                  <c:v>40390</c:v>
                </c:pt>
                <c:pt idx="86">
                  <c:v>40421</c:v>
                </c:pt>
                <c:pt idx="87">
                  <c:v>40451</c:v>
                </c:pt>
                <c:pt idx="88">
                  <c:v>40482</c:v>
                </c:pt>
                <c:pt idx="89">
                  <c:v>40512</c:v>
                </c:pt>
                <c:pt idx="90">
                  <c:v>40543</c:v>
                </c:pt>
                <c:pt idx="91">
                  <c:v>40574</c:v>
                </c:pt>
                <c:pt idx="92">
                  <c:v>40602</c:v>
                </c:pt>
                <c:pt idx="93">
                  <c:v>40633</c:v>
                </c:pt>
                <c:pt idx="94">
                  <c:v>40663</c:v>
                </c:pt>
                <c:pt idx="95">
                  <c:v>40694</c:v>
                </c:pt>
                <c:pt idx="96">
                  <c:v>40724</c:v>
                </c:pt>
                <c:pt idx="97">
                  <c:v>40755</c:v>
                </c:pt>
                <c:pt idx="98">
                  <c:v>40786</c:v>
                </c:pt>
                <c:pt idx="99">
                  <c:v>40816</c:v>
                </c:pt>
                <c:pt idx="100">
                  <c:v>40847</c:v>
                </c:pt>
                <c:pt idx="101">
                  <c:v>40877</c:v>
                </c:pt>
                <c:pt idx="102">
                  <c:v>40908</c:v>
                </c:pt>
                <c:pt idx="103">
                  <c:v>40939</c:v>
                </c:pt>
                <c:pt idx="104">
                  <c:v>40968</c:v>
                </c:pt>
                <c:pt idx="105">
                  <c:v>40999</c:v>
                </c:pt>
                <c:pt idx="106">
                  <c:v>41029</c:v>
                </c:pt>
                <c:pt idx="107">
                  <c:v>41060</c:v>
                </c:pt>
                <c:pt idx="108">
                  <c:v>41090</c:v>
                </c:pt>
                <c:pt idx="109">
                  <c:v>41121</c:v>
                </c:pt>
                <c:pt idx="110">
                  <c:v>41152</c:v>
                </c:pt>
                <c:pt idx="111">
                  <c:v>41182</c:v>
                </c:pt>
                <c:pt idx="112">
                  <c:v>41213</c:v>
                </c:pt>
                <c:pt idx="113">
                  <c:v>41243</c:v>
                </c:pt>
                <c:pt idx="114">
                  <c:v>41274</c:v>
                </c:pt>
                <c:pt idx="115">
                  <c:v>41305</c:v>
                </c:pt>
                <c:pt idx="116">
                  <c:v>41333</c:v>
                </c:pt>
                <c:pt idx="117">
                  <c:v>41364</c:v>
                </c:pt>
                <c:pt idx="118">
                  <c:v>41394</c:v>
                </c:pt>
                <c:pt idx="119">
                  <c:v>41425</c:v>
                </c:pt>
                <c:pt idx="120">
                  <c:v>41455</c:v>
                </c:pt>
                <c:pt idx="121">
                  <c:v>41486</c:v>
                </c:pt>
                <c:pt idx="122">
                  <c:v>41517</c:v>
                </c:pt>
                <c:pt idx="123">
                  <c:v>41547</c:v>
                </c:pt>
                <c:pt idx="124">
                  <c:v>41578</c:v>
                </c:pt>
                <c:pt idx="125">
                  <c:v>41608</c:v>
                </c:pt>
                <c:pt idx="126">
                  <c:v>41639</c:v>
                </c:pt>
                <c:pt idx="127">
                  <c:v>41670</c:v>
                </c:pt>
                <c:pt idx="128">
                  <c:v>41698</c:v>
                </c:pt>
                <c:pt idx="129">
                  <c:v>41729</c:v>
                </c:pt>
                <c:pt idx="130">
                  <c:v>41759</c:v>
                </c:pt>
                <c:pt idx="131">
                  <c:v>41790</c:v>
                </c:pt>
                <c:pt idx="132">
                  <c:v>41820</c:v>
                </c:pt>
                <c:pt idx="133">
                  <c:v>41851</c:v>
                </c:pt>
                <c:pt idx="134">
                  <c:v>41882</c:v>
                </c:pt>
                <c:pt idx="135">
                  <c:v>41912</c:v>
                </c:pt>
                <c:pt idx="136">
                  <c:v>41943</c:v>
                </c:pt>
                <c:pt idx="137">
                  <c:v>41973</c:v>
                </c:pt>
                <c:pt idx="138">
                  <c:v>42004</c:v>
                </c:pt>
                <c:pt idx="139">
                  <c:v>42035</c:v>
                </c:pt>
                <c:pt idx="140">
                  <c:v>42063</c:v>
                </c:pt>
                <c:pt idx="141">
                  <c:v>42094</c:v>
                </c:pt>
                <c:pt idx="142">
                  <c:v>42124</c:v>
                </c:pt>
                <c:pt idx="143">
                  <c:v>42155</c:v>
                </c:pt>
                <c:pt idx="144">
                  <c:v>42185</c:v>
                </c:pt>
                <c:pt idx="145">
                  <c:v>42216</c:v>
                </c:pt>
                <c:pt idx="146">
                  <c:v>42247</c:v>
                </c:pt>
                <c:pt idx="147">
                  <c:v>42277</c:v>
                </c:pt>
                <c:pt idx="148">
                  <c:v>42308</c:v>
                </c:pt>
                <c:pt idx="149">
                  <c:v>42338</c:v>
                </c:pt>
                <c:pt idx="150">
                  <c:v>42369</c:v>
                </c:pt>
                <c:pt idx="151">
                  <c:v>42400</c:v>
                </c:pt>
                <c:pt idx="152">
                  <c:v>42429</c:v>
                </c:pt>
                <c:pt idx="153">
                  <c:v>42460</c:v>
                </c:pt>
                <c:pt idx="154">
                  <c:v>42490</c:v>
                </c:pt>
                <c:pt idx="155">
                  <c:v>42521</c:v>
                </c:pt>
                <c:pt idx="156">
                  <c:v>42551</c:v>
                </c:pt>
                <c:pt idx="157">
                  <c:v>42582</c:v>
                </c:pt>
                <c:pt idx="158">
                  <c:v>42613</c:v>
                </c:pt>
                <c:pt idx="159">
                  <c:v>42643</c:v>
                </c:pt>
                <c:pt idx="160">
                  <c:v>42674</c:v>
                </c:pt>
                <c:pt idx="161">
                  <c:v>42704</c:v>
                </c:pt>
                <c:pt idx="162">
                  <c:v>42735</c:v>
                </c:pt>
                <c:pt idx="163">
                  <c:v>42766</c:v>
                </c:pt>
                <c:pt idx="164">
                  <c:v>42794</c:v>
                </c:pt>
                <c:pt idx="165">
                  <c:v>42825</c:v>
                </c:pt>
                <c:pt idx="166">
                  <c:v>42855</c:v>
                </c:pt>
                <c:pt idx="167">
                  <c:v>42886</c:v>
                </c:pt>
                <c:pt idx="168">
                  <c:v>42916</c:v>
                </c:pt>
                <c:pt idx="169">
                  <c:v>42947</c:v>
                </c:pt>
                <c:pt idx="170">
                  <c:v>42978</c:v>
                </c:pt>
                <c:pt idx="171">
                  <c:v>43008</c:v>
                </c:pt>
                <c:pt idx="172">
                  <c:v>43039</c:v>
                </c:pt>
                <c:pt idx="173">
                  <c:v>43069</c:v>
                </c:pt>
                <c:pt idx="174">
                  <c:v>43100</c:v>
                </c:pt>
                <c:pt idx="175">
                  <c:v>43131</c:v>
                </c:pt>
                <c:pt idx="176">
                  <c:v>43159</c:v>
                </c:pt>
                <c:pt idx="177">
                  <c:v>43190</c:v>
                </c:pt>
                <c:pt idx="178">
                  <c:v>43220</c:v>
                </c:pt>
                <c:pt idx="179">
                  <c:v>43251</c:v>
                </c:pt>
                <c:pt idx="180">
                  <c:v>43281</c:v>
                </c:pt>
                <c:pt idx="181">
                  <c:v>43312</c:v>
                </c:pt>
                <c:pt idx="182">
                  <c:v>43343</c:v>
                </c:pt>
                <c:pt idx="183">
                  <c:v>43373</c:v>
                </c:pt>
                <c:pt idx="184">
                  <c:v>43404</c:v>
                </c:pt>
                <c:pt idx="185">
                  <c:v>43434</c:v>
                </c:pt>
                <c:pt idx="186">
                  <c:v>43465</c:v>
                </c:pt>
                <c:pt idx="187">
                  <c:v>43496</c:v>
                </c:pt>
                <c:pt idx="188">
                  <c:v>43524</c:v>
                </c:pt>
                <c:pt idx="189">
                  <c:v>43555</c:v>
                </c:pt>
                <c:pt idx="190">
                  <c:v>43585</c:v>
                </c:pt>
                <c:pt idx="191">
                  <c:v>43616</c:v>
                </c:pt>
                <c:pt idx="192">
                  <c:v>43646</c:v>
                </c:pt>
                <c:pt idx="193">
                  <c:v>43677</c:v>
                </c:pt>
                <c:pt idx="194">
                  <c:v>43708</c:v>
                </c:pt>
                <c:pt idx="195">
                  <c:v>43738</c:v>
                </c:pt>
                <c:pt idx="196">
                  <c:v>43769</c:v>
                </c:pt>
                <c:pt idx="197">
                  <c:v>43799</c:v>
                </c:pt>
                <c:pt idx="198">
                  <c:v>43830</c:v>
                </c:pt>
                <c:pt idx="199">
                  <c:v>43861</c:v>
                </c:pt>
                <c:pt idx="200">
                  <c:v>43890</c:v>
                </c:pt>
                <c:pt idx="201">
                  <c:v>43921</c:v>
                </c:pt>
                <c:pt idx="202">
                  <c:v>43951</c:v>
                </c:pt>
                <c:pt idx="203">
                  <c:v>43982</c:v>
                </c:pt>
                <c:pt idx="204">
                  <c:v>44012</c:v>
                </c:pt>
                <c:pt idx="205">
                  <c:v>44043</c:v>
                </c:pt>
                <c:pt idx="206">
                  <c:v>44074</c:v>
                </c:pt>
                <c:pt idx="207">
                  <c:v>44104</c:v>
                </c:pt>
                <c:pt idx="208">
                  <c:v>44135</c:v>
                </c:pt>
                <c:pt idx="209">
                  <c:v>44165</c:v>
                </c:pt>
                <c:pt idx="210">
                  <c:v>44196</c:v>
                </c:pt>
                <c:pt idx="211">
                  <c:v>44227</c:v>
                </c:pt>
                <c:pt idx="212">
                  <c:v>44255</c:v>
                </c:pt>
                <c:pt idx="213">
                  <c:v>44286</c:v>
                </c:pt>
                <c:pt idx="214">
                  <c:v>44316</c:v>
                </c:pt>
                <c:pt idx="215">
                  <c:v>44347</c:v>
                </c:pt>
                <c:pt idx="216">
                  <c:v>44377</c:v>
                </c:pt>
                <c:pt idx="217">
                  <c:v>44408</c:v>
                </c:pt>
                <c:pt idx="218">
                  <c:v>44439</c:v>
                </c:pt>
                <c:pt idx="219">
                  <c:v>44469</c:v>
                </c:pt>
                <c:pt idx="220">
                  <c:v>44500</c:v>
                </c:pt>
                <c:pt idx="221">
                  <c:v>44530</c:v>
                </c:pt>
                <c:pt idx="222">
                  <c:v>44561</c:v>
                </c:pt>
                <c:pt idx="223">
                  <c:v>44592</c:v>
                </c:pt>
                <c:pt idx="224">
                  <c:v>44620</c:v>
                </c:pt>
                <c:pt idx="225">
                  <c:v>44651</c:v>
                </c:pt>
                <c:pt idx="226">
                  <c:v>44681</c:v>
                </c:pt>
                <c:pt idx="227">
                  <c:v>44712</c:v>
                </c:pt>
                <c:pt idx="228">
                  <c:v>44742</c:v>
                </c:pt>
                <c:pt idx="229">
                  <c:v>44773</c:v>
                </c:pt>
                <c:pt idx="230">
                  <c:v>44804</c:v>
                </c:pt>
                <c:pt idx="231">
                  <c:v>44834</c:v>
                </c:pt>
                <c:pt idx="232">
                  <c:v>44865</c:v>
                </c:pt>
                <c:pt idx="233">
                  <c:v>44895</c:v>
                </c:pt>
                <c:pt idx="234">
                  <c:v>44926</c:v>
                </c:pt>
                <c:pt idx="235">
                  <c:v>44957</c:v>
                </c:pt>
                <c:pt idx="236">
                  <c:v>44985</c:v>
                </c:pt>
                <c:pt idx="237">
                  <c:v>45016</c:v>
                </c:pt>
                <c:pt idx="238">
                  <c:v>45046</c:v>
                </c:pt>
                <c:pt idx="239">
                  <c:v>45077</c:v>
                </c:pt>
                <c:pt idx="240">
                  <c:v>45107</c:v>
                </c:pt>
                <c:pt idx="241">
                  <c:v>45138</c:v>
                </c:pt>
                <c:pt idx="242">
                  <c:v>45169</c:v>
                </c:pt>
                <c:pt idx="243">
                  <c:v>45199</c:v>
                </c:pt>
                <c:pt idx="244">
                  <c:v>45230</c:v>
                </c:pt>
                <c:pt idx="245">
                  <c:v>45260</c:v>
                </c:pt>
                <c:pt idx="246">
                  <c:v>45291</c:v>
                </c:pt>
                <c:pt idx="247">
                  <c:v>45322</c:v>
                </c:pt>
                <c:pt idx="248">
                  <c:v>45351</c:v>
                </c:pt>
                <c:pt idx="249">
                  <c:v>45382</c:v>
                </c:pt>
              </c:numCache>
            </c:numRef>
          </c:cat>
          <c:val>
            <c:numRef>
              <c:f>Summary!$I$2:$I$251</c:f>
              <c:numCache>
                <c:formatCode>General</c:formatCode>
                <c:ptCount val="250"/>
                <c:pt idx="0">
                  <c:v>1</c:v>
                </c:pt>
                <c:pt idx="1">
                  <c:v>1.0009125710973237</c:v>
                </c:pt>
                <c:pt idx="2">
                  <c:v>0.99945475311795129</c:v>
                </c:pt>
                <c:pt idx="3">
                  <c:v>1.0267974493924803</c:v>
                </c:pt>
                <c:pt idx="4">
                  <c:v>1.0457892592103679</c:v>
                </c:pt>
                <c:pt idx="5">
                  <c:v>1.0541516245487366</c:v>
                </c:pt>
                <c:pt idx="6">
                  <c:v>1.0557701468722918</c:v>
                </c:pt>
                <c:pt idx="7">
                  <c:v>1.0446069343924516</c:v>
                </c:pt>
                <c:pt idx="8">
                  <c:v>1.0543639838606926</c:v>
                </c:pt>
                <c:pt idx="9">
                  <c:v>1.0524871866982721</c:v>
                </c:pt>
                <c:pt idx="10">
                  <c:v>1.0439296803705387</c:v>
                </c:pt>
                <c:pt idx="11">
                  <c:v>1.0454391533176841</c:v>
                </c:pt>
                <c:pt idx="12">
                  <c:v>1.0571303943569823</c:v>
                </c:pt>
                <c:pt idx="13">
                  <c:v>1.0777636842618799</c:v>
                </c:pt>
                <c:pt idx="14">
                  <c:v>1.1158219166288825</c:v>
                </c:pt>
                <c:pt idx="15">
                  <c:v>1.1301131243794234</c:v>
                </c:pt>
                <c:pt idx="16">
                  <c:v>1.1541326843938868</c:v>
                </c:pt>
                <c:pt idx="17">
                  <c:v>1.1806316828614563</c:v>
                </c:pt>
                <c:pt idx="18">
                  <c:v>1.2167614630982655</c:v>
                </c:pt>
                <c:pt idx="19">
                  <c:v>1.2344389409583725</c:v>
                </c:pt>
                <c:pt idx="20">
                  <c:v>1.2589750506505661</c:v>
                </c:pt>
                <c:pt idx="21">
                  <c:v>1.2127323756119683</c:v>
                </c:pt>
                <c:pt idx="22">
                  <c:v>1.2374865840569815</c:v>
                </c:pt>
                <c:pt idx="23">
                  <c:v>1.236292780357338</c:v>
                </c:pt>
                <c:pt idx="24">
                  <c:v>1.2694897063128114</c:v>
                </c:pt>
                <c:pt idx="25">
                  <c:v>1.2817032364707035</c:v>
                </c:pt>
                <c:pt idx="26">
                  <c:v>1.2824378849012534</c:v>
                </c:pt>
                <c:pt idx="27">
                  <c:v>1.283425068729805</c:v>
                </c:pt>
                <c:pt idx="28">
                  <c:v>1.2915119409067175</c:v>
                </c:pt>
                <c:pt idx="29">
                  <c:v>1.3221203790326754</c:v>
                </c:pt>
                <c:pt idx="30">
                  <c:v>1.3478617713062404</c:v>
                </c:pt>
                <c:pt idx="31">
                  <c:v>1.3611026613787296</c:v>
                </c:pt>
                <c:pt idx="32">
                  <c:v>1.3716919297722026</c:v>
                </c:pt>
                <c:pt idx="33">
                  <c:v>1.3685524556197743</c:v>
                </c:pt>
                <c:pt idx="34">
                  <c:v>1.3838825021666399</c:v>
                </c:pt>
                <c:pt idx="35">
                  <c:v>1.3689312587167768</c:v>
                </c:pt>
                <c:pt idx="36">
                  <c:v>1.3195261517622963</c:v>
                </c:pt>
                <c:pt idx="37">
                  <c:v>1.3285600316817145</c:v>
                </c:pt>
                <c:pt idx="38">
                  <c:v>1.3290823208003084</c:v>
                </c:pt>
                <c:pt idx="39">
                  <c:v>1.3468286719507794</c:v>
                </c:pt>
                <c:pt idx="40">
                  <c:v>1.3889906045353071</c:v>
                </c:pt>
                <c:pt idx="41">
                  <c:v>1.4008769865639696</c:v>
                </c:pt>
                <c:pt idx="42">
                  <c:v>1.4213438326838208</c:v>
                </c:pt>
                <c:pt idx="43">
                  <c:v>1.4317609178513837</c:v>
                </c:pt>
                <c:pt idx="44">
                  <c:v>1.4521187145948249</c:v>
                </c:pt>
                <c:pt idx="45">
                  <c:v>1.4447205753215526</c:v>
                </c:pt>
                <c:pt idx="46">
                  <c:v>1.4671560496576428</c:v>
                </c:pt>
                <c:pt idx="47">
                  <c:v>1.4509650869812267</c:v>
                </c:pt>
                <c:pt idx="48">
                  <c:v>1.4207985858017715</c:v>
                </c:pt>
                <c:pt idx="49">
                  <c:v>1.4259353853747569</c:v>
                </c:pt>
                <c:pt idx="50">
                  <c:v>1.4352160612513132</c:v>
                </c:pt>
                <c:pt idx="51">
                  <c:v>1.4681260151636031</c:v>
                </c:pt>
                <c:pt idx="52">
                  <c:v>1.492329237285704</c:v>
                </c:pt>
                <c:pt idx="53">
                  <c:v>1.4691878117233823</c:v>
                </c:pt>
                <c:pt idx="54">
                  <c:v>1.4817973633008676</c:v>
                </c:pt>
                <c:pt idx="55">
                  <c:v>1.4739572870810931</c:v>
                </c:pt>
                <c:pt idx="56">
                  <c:v>1.4616634047511095</c:v>
                </c:pt>
                <c:pt idx="57">
                  <c:v>1.4539782934346539</c:v>
                </c:pt>
                <c:pt idx="58">
                  <c:v>1.4432053629335435</c:v>
                </c:pt>
                <c:pt idx="59">
                  <c:v>1.4067369556857774</c:v>
                </c:pt>
                <c:pt idx="60">
                  <c:v>1.3828092267251328</c:v>
                </c:pt>
                <c:pt idx="61">
                  <c:v>1.5004448066669349</c:v>
                </c:pt>
                <c:pt idx="62">
                  <c:v>1.5189258062479556</c:v>
                </c:pt>
                <c:pt idx="63">
                  <c:v>1.5566683693674566</c:v>
                </c:pt>
                <c:pt idx="64">
                  <c:v>1.549608857105141</c:v>
                </c:pt>
                <c:pt idx="65">
                  <c:v>1.620244155814341</c:v>
                </c:pt>
                <c:pt idx="66">
                  <c:v>1.7333054013877973</c:v>
                </c:pt>
                <c:pt idx="67">
                  <c:v>1.6917575889756824</c:v>
                </c:pt>
                <c:pt idx="68">
                  <c:v>1.6432994897637077</c:v>
                </c:pt>
                <c:pt idx="69">
                  <c:v>1.6442579763879406</c:v>
                </c:pt>
                <c:pt idx="70">
                  <c:v>1.6599783049135357</c:v>
                </c:pt>
                <c:pt idx="71">
                  <c:v>1.6521324892528972</c:v>
                </c:pt>
                <c:pt idx="72">
                  <c:v>1.6490504095091059</c:v>
                </c:pt>
                <c:pt idx="73">
                  <c:v>1.6703609534359165</c:v>
                </c:pt>
                <c:pt idx="74">
                  <c:v>1.6965442826559842</c:v>
                </c:pt>
                <c:pt idx="75">
                  <c:v>1.6978758329363561</c:v>
                </c:pt>
                <c:pt idx="76">
                  <c:v>1.6937893510414219</c:v>
                </c:pt>
                <c:pt idx="77">
                  <c:v>1.6958785075157985</c:v>
                </c:pt>
                <c:pt idx="78">
                  <c:v>1.7161674309688757</c:v>
                </c:pt>
                <c:pt idx="79">
                  <c:v>1.7199497224980353</c:v>
                </c:pt>
                <c:pt idx="80">
                  <c:v>1.75549407976675</c:v>
                </c:pt>
                <c:pt idx="81">
                  <c:v>1.792461818369655</c:v>
                </c:pt>
                <c:pt idx="82">
                  <c:v>1.8158959554160243</c:v>
                </c:pt>
                <c:pt idx="83">
                  <c:v>1.8075048928733373</c:v>
                </c:pt>
                <c:pt idx="84">
                  <c:v>1.8124637697795489</c:v>
                </c:pt>
                <c:pt idx="85">
                  <c:v>1.8875987901258668</c:v>
                </c:pt>
                <c:pt idx="86">
                  <c:v>1.9435583385466599</c:v>
                </c:pt>
                <c:pt idx="87">
                  <c:v>1.9582742649211125</c:v>
                </c:pt>
                <c:pt idx="88">
                  <c:v>1.9786779771914627</c:v>
                </c:pt>
                <c:pt idx="89">
                  <c:v>1.9392824551032246</c:v>
                </c:pt>
                <c:pt idx="90">
                  <c:v>1.9737477974895694</c:v>
                </c:pt>
                <c:pt idx="91">
                  <c:v>1.9307536459798096</c:v>
                </c:pt>
                <c:pt idx="92">
                  <c:v>1.932486957120638</c:v>
                </c:pt>
                <c:pt idx="93">
                  <c:v>1.9419398162231047</c:v>
                </c:pt>
                <c:pt idx="94">
                  <c:v>1.9867189338414664</c:v>
                </c:pt>
                <c:pt idx="95">
                  <c:v>2.0143658204817698</c:v>
                </c:pt>
                <c:pt idx="96">
                  <c:v>2.0175626890428346</c:v>
                </c:pt>
                <c:pt idx="97">
                  <c:v>2.0470806334046947</c:v>
                </c:pt>
                <c:pt idx="98">
                  <c:v>2.1185481510391271</c:v>
                </c:pt>
                <c:pt idx="99">
                  <c:v>2.07418227316295</c:v>
                </c:pt>
                <c:pt idx="100">
                  <c:v>2.1312437942295679</c:v>
                </c:pt>
                <c:pt idx="101">
                  <c:v>2.1315307662727512</c:v>
                </c:pt>
                <c:pt idx="102">
                  <c:v>2.1469526438734352</c:v>
                </c:pt>
                <c:pt idx="103">
                  <c:v>2.1912152118140664</c:v>
                </c:pt>
                <c:pt idx="104">
                  <c:v>2.1950606371927264</c:v>
                </c:pt>
                <c:pt idx="105">
                  <c:v>2.1976950405491515</c:v>
                </c:pt>
                <c:pt idx="106">
                  <c:v>2.2374406685300738</c:v>
                </c:pt>
                <c:pt idx="107">
                  <c:v>2.2371364781642993</c:v>
                </c:pt>
                <c:pt idx="108">
                  <c:v>2.3118582587684329</c:v>
                </c:pt>
                <c:pt idx="109">
                  <c:v>2.4033621644579406</c:v>
                </c:pt>
                <c:pt idx="110">
                  <c:v>2.4050725178353147</c:v>
                </c:pt>
                <c:pt idx="111">
                  <c:v>2.4275481682574509</c:v>
                </c:pt>
                <c:pt idx="112">
                  <c:v>2.4129470307002716</c:v>
                </c:pt>
                <c:pt idx="113">
                  <c:v>2.4342690535088098</c:v>
                </c:pt>
                <c:pt idx="114">
                  <c:v>2.4903376513060125</c:v>
                </c:pt>
                <c:pt idx="115">
                  <c:v>2.4919848708338859</c:v>
                </c:pt>
                <c:pt idx="116">
                  <c:v>2.5084800238760763</c:v>
                </c:pt>
                <c:pt idx="117">
                  <c:v>2.5131060132121954</c:v>
                </c:pt>
                <c:pt idx="118">
                  <c:v>2.6164102093174111</c:v>
                </c:pt>
                <c:pt idx="119">
                  <c:v>2.4950152956099041</c:v>
                </c:pt>
                <c:pt idx="120">
                  <c:v>2.4560674499090323</c:v>
                </c:pt>
                <c:pt idx="121">
                  <c:v>2.440800537211667</c:v>
                </c:pt>
                <c:pt idx="122">
                  <c:v>2.4085047034717904</c:v>
                </c:pt>
                <c:pt idx="123">
                  <c:v>2.5030275550555889</c:v>
                </c:pt>
                <c:pt idx="124">
                  <c:v>2.5127386889969205</c:v>
                </c:pt>
                <c:pt idx="125">
                  <c:v>2.4782676071697121</c:v>
                </c:pt>
                <c:pt idx="126">
                  <c:v>2.5061785080897447</c:v>
                </c:pt>
                <c:pt idx="127">
                  <c:v>2.4249137649010262</c:v>
                </c:pt>
                <c:pt idx="128">
                  <c:v>2.4841275762915207</c:v>
                </c:pt>
                <c:pt idx="129">
                  <c:v>2.5285565880171985</c:v>
                </c:pt>
                <c:pt idx="130">
                  <c:v>2.5367123334844752</c:v>
                </c:pt>
                <c:pt idx="131">
                  <c:v>2.56625323560979</c:v>
                </c:pt>
                <c:pt idx="132">
                  <c:v>2.5906745564847102</c:v>
                </c:pt>
                <c:pt idx="133">
                  <c:v>2.6170300689306876</c:v>
                </c:pt>
                <c:pt idx="134">
                  <c:v>2.6913960042012737</c:v>
                </c:pt>
                <c:pt idx="135">
                  <c:v>2.6480345284762388</c:v>
                </c:pt>
                <c:pt idx="136">
                  <c:v>2.7383561093478304</c:v>
                </c:pt>
                <c:pt idx="137">
                  <c:v>2.8040210522690909</c:v>
                </c:pt>
                <c:pt idx="138">
                  <c:v>2.7605103510816007</c:v>
                </c:pt>
                <c:pt idx="139">
                  <c:v>2.9396669976410932</c:v>
                </c:pt>
                <c:pt idx="140">
                  <c:v>2.8583046839576922</c:v>
                </c:pt>
                <c:pt idx="141">
                  <c:v>2.8431640389593276</c:v>
                </c:pt>
                <c:pt idx="142">
                  <c:v>2.8292344159831981</c:v>
                </c:pt>
                <c:pt idx="143">
                  <c:v>2.8088307037128475</c:v>
                </c:pt>
                <c:pt idx="144">
                  <c:v>2.8033208404837233</c:v>
                </c:pt>
                <c:pt idx="145">
                  <c:v>2.8325345944798088</c:v>
                </c:pt>
                <c:pt idx="146">
                  <c:v>2.8364431537079686</c:v>
                </c:pt>
                <c:pt idx="147">
                  <c:v>2.8343425183518649</c:v>
                </c:pt>
                <c:pt idx="148">
                  <c:v>2.8717062783743637</c:v>
                </c:pt>
                <c:pt idx="149">
                  <c:v>2.8417062209799551</c:v>
                </c:pt>
                <c:pt idx="150">
                  <c:v>2.6520291793173536</c:v>
                </c:pt>
                <c:pt idx="151">
                  <c:v>2.7746810305740039</c:v>
                </c:pt>
                <c:pt idx="152">
                  <c:v>2.7533819655289209</c:v>
                </c:pt>
                <c:pt idx="153">
                  <c:v>2.8257620542606769</c:v>
                </c:pt>
                <c:pt idx="154">
                  <c:v>2.878748572314088</c:v>
                </c:pt>
                <c:pt idx="155">
                  <c:v>2.8357601602451918</c:v>
                </c:pt>
                <c:pt idx="156">
                  <c:v>2.9502218293893834</c:v>
                </c:pt>
                <c:pt idx="157">
                  <c:v>3.0161106105043278</c:v>
                </c:pt>
                <c:pt idx="158">
                  <c:v>2.9628371204077335</c:v>
                </c:pt>
                <c:pt idx="159">
                  <c:v>3.0511441575361764</c:v>
                </c:pt>
                <c:pt idx="160">
                  <c:v>3.0706984325587041</c:v>
                </c:pt>
                <c:pt idx="161">
                  <c:v>3.014543743148546</c:v>
                </c:pt>
                <c:pt idx="162">
                  <c:v>3.0618022992200133</c:v>
                </c:pt>
                <c:pt idx="163">
                  <c:v>3.102661378728488</c:v>
                </c:pt>
                <c:pt idx="164">
                  <c:v>3.1247467471718942</c:v>
                </c:pt>
                <c:pt idx="165">
                  <c:v>3.1371955944051964</c:v>
                </c:pt>
                <c:pt idx="166">
                  <c:v>3.1832144312501116</c:v>
                </c:pt>
                <c:pt idx="167">
                  <c:v>3.214465686752801</c:v>
                </c:pt>
                <c:pt idx="168">
                  <c:v>3.1840638684979354</c:v>
                </c:pt>
                <c:pt idx="169">
                  <c:v>3.2319365447418158</c:v>
                </c:pt>
                <c:pt idx="170">
                  <c:v>3.2651277312564253</c:v>
                </c:pt>
                <c:pt idx="171">
                  <c:v>3.301263250934098</c:v>
                </c:pt>
                <c:pt idx="172">
                  <c:v>3.2253247088668662</c:v>
                </c:pt>
                <c:pt idx="173">
                  <c:v>3.1939529251060401</c:v>
                </c:pt>
                <c:pt idx="174">
                  <c:v>3.3745903474083598</c:v>
                </c:pt>
                <c:pt idx="175">
                  <c:v>3.437328175489148</c:v>
                </c:pt>
                <c:pt idx="176">
                  <c:v>3.5724518317425562</c:v>
                </c:pt>
                <c:pt idx="177">
                  <c:v>3.6464332244752762</c:v>
                </c:pt>
                <c:pt idx="178">
                  <c:v>3.6208180999007125</c:v>
                </c:pt>
                <c:pt idx="179">
                  <c:v>3.5500335757290573</c:v>
                </c:pt>
                <c:pt idx="180">
                  <c:v>3.5085029816395337</c:v>
                </c:pt>
                <c:pt idx="181">
                  <c:v>3.5933548753680467</c:v>
                </c:pt>
                <c:pt idx="182">
                  <c:v>3.5263239455212321</c:v>
                </c:pt>
                <c:pt idx="183">
                  <c:v>3.536890256151251</c:v>
                </c:pt>
                <c:pt idx="184">
                  <c:v>3.4764826410611125</c:v>
                </c:pt>
                <c:pt idx="185">
                  <c:v>3.6108831277656979</c:v>
                </c:pt>
                <c:pt idx="186">
                  <c:v>3.6339384617150645</c:v>
                </c:pt>
                <c:pt idx="187">
                  <c:v>3.7393892087032925</c:v>
                </c:pt>
                <c:pt idx="188">
                  <c:v>3.7229112739836934</c:v>
                </c:pt>
                <c:pt idx="189">
                  <c:v>3.772488564164084</c:v>
                </c:pt>
                <c:pt idx="190">
                  <c:v>3.8007667892993919</c:v>
                </c:pt>
                <c:pt idx="191">
                  <c:v>3.8250331452709934</c:v>
                </c:pt>
                <c:pt idx="192">
                  <c:v>3.9120258504416556</c:v>
                </c:pt>
                <c:pt idx="193">
                  <c:v>3.8829268852628434</c:v>
                </c:pt>
                <c:pt idx="194">
                  <c:v>3.9208588499308452</c:v>
                </c:pt>
                <c:pt idx="195">
                  <c:v>3.9407804491686473</c:v>
                </c:pt>
                <c:pt idx="196">
                  <c:v>3.9270057910958367</c:v>
                </c:pt>
                <c:pt idx="197">
                  <c:v>3.9357125228860252</c:v>
                </c:pt>
                <c:pt idx="198">
                  <c:v>4.0090109221559684</c:v>
                </c:pt>
                <c:pt idx="199">
                  <c:v>4.0565564502706195</c:v>
                </c:pt>
                <c:pt idx="200">
                  <c:v>4.0547829630437455</c:v>
                </c:pt>
                <c:pt idx="201">
                  <c:v>3.6595535862896282</c:v>
                </c:pt>
                <c:pt idx="202">
                  <c:v>3.802942037386722</c:v>
                </c:pt>
                <c:pt idx="203">
                  <c:v>4.0715937853334374</c:v>
                </c:pt>
                <c:pt idx="204">
                  <c:v>4.0234111792829186</c:v>
                </c:pt>
                <c:pt idx="205">
                  <c:v>4.0478956340073395</c:v>
                </c:pt>
                <c:pt idx="206">
                  <c:v>4.0838934071042843</c:v>
                </c:pt>
                <c:pt idx="207">
                  <c:v>4.0819477366515002</c:v>
                </c:pt>
                <c:pt idx="208">
                  <c:v>4.1182324817916287</c:v>
                </c:pt>
                <c:pt idx="209">
                  <c:v>4.2522369470766206</c:v>
                </c:pt>
                <c:pt idx="210">
                  <c:v>4.3559773406874749</c:v>
                </c:pt>
                <c:pt idx="211">
                  <c:v>4.3891914849655391</c:v>
                </c:pt>
                <c:pt idx="212">
                  <c:v>4.3917799727950548</c:v>
                </c:pt>
                <c:pt idx="213">
                  <c:v>4.2801765452009715</c:v>
                </c:pt>
                <c:pt idx="214">
                  <c:v>4.3613379784541442</c:v>
                </c:pt>
                <c:pt idx="215">
                  <c:v>4.5241372185521742</c:v>
                </c:pt>
                <c:pt idx="216">
                  <c:v>4.5735939804744277</c:v>
                </c:pt>
                <c:pt idx="217">
                  <c:v>4.6113595013573843</c:v>
                </c:pt>
                <c:pt idx="218">
                  <c:v>4.6898061790820398</c:v>
                </c:pt>
                <c:pt idx="219">
                  <c:v>4.590439239409303</c:v>
                </c:pt>
                <c:pt idx="220">
                  <c:v>4.5682677793529409</c:v>
                </c:pt>
                <c:pt idx="221">
                  <c:v>4.5983539283603045</c:v>
                </c:pt>
                <c:pt idx="222">
                  <c:v>4.721964266241188</c:v>
                </c:pt>
                <c:pt idx="223">
                  <c:v>4.761991126824431</c:v>
                </c:pt>
                <c:pt idx="224">
                  <c:v>4.787893223442178</c:v>
                </c:pt>
                <c:pt idx="225">
                  <c:v>4.8095653521433999</c:v>
                </c:pt>
                <c:pt idx="226">
                  <c:v>4.7291959617294133</c:v>
                </c:pt>
                <c:pt idx="227">
                  <c:v>4.7770456802098389</c:v>
                </c:pt>
                <c:pt idx="228">
                  <c:v>4.6309022974981833</c:v>
                </c:pt>
                <c:pt idx="229">
                  <c:v>4.7440725924480489</c:v>
                </c:pt>
                <c:pt idx="230">
                  <c:v>4.7590123570161857</c:v>
                </c:pt>
                <c:pt idx="231">
                  <c:v>4.6585204869341688</c:v>
                </c:pt>
                <c:pt idx="232">
                  <c:v>4.7082871786630607</c:v>
                </c:pt>
                <c:pt idx="233">
                  <c:v>4.8925519275912199</c:v>
                </c:pt>
                <c:pt idx="234">
                  <c:v>4.9230914924268143</c:v>
                </c:pt>
                <c:pt idx="235">
                  <c:v>5.0677024444278711</c:v>
                </c:pt>
                <c:pt idx="236">
                  <c:v>5.0237211090895597</c:v>
                </c:pt>
                <c:pt idx="237">
                  <c:v>5.090155137086553</c:v>
                </c:pt>
                <c:pt idx="238">
                  <c:v>5.0335412924073015</c:v>
                </c:pt>
                <c:pt idx="239">
                  <c:v>4.7925192127782985</c:v>
                </c:pt>
                <c:pt idx="240">
                  <c:v>5.0121618751901273</c:v>
                </c:pt>
                <c:pt idx="241">
                  <c:v>5.1270769601625501</c:v>
                </c:pt>
                <c:pt idx="242">
                  <c:v>5.1153799796823884</c:v>
                </c:pt>
                <c:pt idx="243">
                  <c:v>4.9956208066210275</c:v>
                </c:pt>
                <c:pt idx="244">
                  <c:v>5.0808113273604967</c:v>
                </c:pt>
                <c:pt idx="245">
                  <c:v>5.3212594629031322</c:v>
                </c:pt>
                <c:pt idx="246">
                  <c:v>5.4005957539616576</c:v>
                </c:pt>
                <c:pt idx="247">
                  <c:v>5.4390270499847997</c:v>
                </c:pt>
                <c:pt idx="248">
                  <c:v>5.4075462168475639</c:v>
                </c:pt>
                <c:pt idx="249">
                  <c:v>5.3034442384622977</c:v>
                </c:pt>
              </c:numCache>
            </c:numRef>
          </c:val>
          <c:smooth val="0"/>
          <c:extLst>
            <c:ext xmlns:c16="http://schemas.microsoft.com/office/drawing/2014/chart" uri="{C3380CC4-5D6E-409C-BE32-E72D297353CC}">
              <c16:uniqueId val="{00000001-3BB7-4D52-B5BF-9431A63EA0BC}"/>
            </c:ext>
          </c:extLst>
        </c:ser>
        <c:ser>
          <c:idx val="2"/>
          <c:order val="2"/>
          <c:tx>
            <c:strRef>
              <c:f>Summary!$J$1</c:f>
              <c:strCache>
                <c:ptCount val="1"/>
                <c:pt idx="0">
                  <c:v>GEN EQ Av</c:v>
                </c:pt>
              </c:strCache>
            </c:strRef>
          </c:tx>
          <c:spPr>
            <a:ln w="28575" cap="rnd">
              <a:solidFill>
                <a:schemeClr val="accent3"/>
              </a:solidFill>
              <a:round/>
            </a:ln>
            <a:effectLst/>
          </c:spPr>
          <c:marker>
            <c:symbol val="none"/>
          </c:marker>
          <c:cat>
            <c:numRef>
              <c:f>Summary!$G$2:$G$251</c:f>
              <c:numCache>
                <c:formatCode>m/d/yyyy</c:formatCode>
                <c:ptCount val="250"/>
                <c:pt idx="0">
                  <c:v>37802</c:v>
                </c:pt>
                <c:pt idx="1">
                  <c:v>37833</c:v>
                </c:pt>
                <c:pt idx="2">
                  <c:v>37864</c:v>
                </c:pt>
                <c:pt idx="3">
                  <c:v>37894</c:v>
                </c:pt>
                <c:pt idx="4">
                  <c:v>37925</c:v>
                </c:pt>
                <c:pt idx="5">
                  <c:v>37955</c:v>
                </c:pt>
                <c:pt idx="6">
                  <c:v>37986</c:v>
                </c:pt>
                <c:pt idx="7">
                  <c:v>38017</c:v>
                </c:pt>
                <c:pt idx="8">
                  <c:v>38046</c:v>
                </c:pt>
                <c:pt idx="9">
                  <c:v>38077</c:v>
                </c:pt>
                <c:pt idx="10">
                  <c:v>38107</c:v>
                </c:pt>
                <c:pt idx="11">
                  <c:v>38138</c:v>
                </c:pt>
                <c:pt idx="12">
                  <c:v>38168</c:v>
                </c:pt>
                <c:pt idx="13">
                  <c:v>38199</c:v>
                </c:pt>
                <c:pt idx="14">
                  <c:v>38230</c:v>
                </c:pt>
                <c:pt idx="15">
                  <c:v>38260</c:v>
                </c:pt>
                <c:pt idx="16">
                  <c:v>38291</c:v>
                </c:pt>
                <c:pt idx="17">
                  <c:v>38321</c:v>
                </c:pt>
                <c:pt idx="18">
                  <c:v>38352</c:v>
                </c:pt>
                <c:pt idx="19">
                  <c:v>38383</c:v>
                </c:pt>
                <c:pt idx="20">
                  <c:v>38411</c:v>
                </c:pt>
                <c:pt idx="21">
                  <c:v>38442</c:v>
                </c:pt>
                <c:pt idx="22">
                  <c:v>38472</c:v>
                </c:pt>
                <c:pt idx="23">
                  <c:v>38503</c:v>
                </c:pt>
                <c:pt idx="24">
                  <c:v>38533</c:v>
                </c:pt>
                <c:pt idx="25">
                  <c:v>38564</c:v>
                </c:pt>
                <c:pt idx="26">
                  <c:v>38595</c:v>
                </c:pt>
                <c:pt idx="27">
                  <c:v>38625</c:v>
                </c:pt>
                <c:pt idx="28">
                  <c:v>38656</c:v>
                </c:pt>
                <c:pt idx="29">
                  <c:v>38686</c:v>
                </c:pt>
                <c:pt idx="30">
                  <c:v>38717</c:v>
                </c:pt>
                <c:pt idx="31">
                  <c:v>38748</c:v>
                </c:pt>
                <c:pt idx="32">
                  <c:v>38776</c:v>
                </c:pt>
                <c:pt idx="33">
                  <c:v>38807</c:v>
                </c:pt>
                <c:pt idx="34">
                  <c:v>38837</c:v>
                </c:pt>
                <c:pt idx="35">
                  <c:v>38868</c:v>
                </c:pt>
                <c:pt idx="36">
                  <c:v>38898</c:v>
                </c:pt>
                <c:pt idx="37">
                  <c:v>38929</c:v>
                </c:pt>
                <c:pt idx="38">
                  <c:v>38960</c:v>
                </c:pt>
                <c:pt idx="39">
                  <c:v>38990</c:v>
                </c:pt>
                <c:pt idx="40">
                  <c:v>39021</c:v>
                </c:pt>
                <c:pt idx="41">
                  <c:v>39051</c:v>
                </c:pt>
                <c:pt idx="42">
                  <c:v>39082</c:v>
                </c:pt>
                <c:pt idx="43">
                  <c:v>39113</c:v>
                </c:pt>
                <c:pt idx="44">
                  <c:v>39141</c:v>
                </c:pt>
                <c:pt idx="45">
                  <c:v>39172</c:v>
                </c:pt>
                <c:pt idx="46">
                  <c:v>39202</c:v>
                </c:pt>
                <c:pt idx="47">
                  <c:v>39233</c:v>
                </c:pt>
                <c:pt idx="48">
                  <c:v>39263</c:v>
                </c:pt>
                <c:pt idx="49">
                  <c:v>39294</c:v>
                </c:pt>
                <c:pt idx="50">
                  <c:v>39325</c:v>
                </c:pt>
                <c:pt idx="51">
                  <c:v>39355</c:v>
                </c:pt>
                <c:pt idx="52">
                  <c:v>39386</c:v>
                </c:pt>
                <c:pt idx="53">
                  <c:v>39416</c:v>
                </c:pt>
                <c:pt idx="54">
                  <c:v>39447</c:v>
                </c:pt>
                <c:pt idx="55">
                  <c:v>39478</c:v>
                </c:pt>
                <c:pt idx="56">
                  <c:v>39507</c:v>
                </c:pt>
                <c:pt idx="57">
                  <c:v>39538</c:v>
                </c:pt>
                <c:pt idx="58">
                  <c:v>39568</c:v>
                </c:pt>
                <c:pt idx="59">
                  <c:v>39599</c:v>
                </c:pt>
                <c:pt idx="60">
                  <c:v>39629</c:v>
                </c:pt>
                <c:pt idx="61">
                  <c:v>39660</c:v>
                </c:pt>
                <c:pt idx="62">
                  <c:v>39691</c:v>
                </c:pt>
                <c:pt idx="63">
                  <c:v>39721</c:v>
                </c:pt>
                <c:pt idx="64">
                  <c:v>39752</c:v>
                </c:pt>
                <c:pt idx="65">
                  <c:v>39782</c:v>
                </c:pt>
                <c:pt idx="66">
                  <c:v>39813</c:v>
                </c:pt>
                <c:pt idx="67">
                  <c:v>39844</c:v>
                </c:pt>
                <c:pt idx="68">
                  <c:v>39872</c:v>
                </c:pt>
                <c:pt idx="69">
                  <c:v>39903</c:v>
                </c:pt>
                <c:pt idx="70">
                  <c:v>39933</c:v>
                </c:pt>
                <c:pt idx="71">
                  <c:v>39964</c:v>
                </c:pt>
                <c:pt idx="72">
                  <c:v>39994</c:v>
                </c:pt>
                <c:pt idx="73">
                  <c:v>40025</c:v>
                </c:pt>
                <c:pt idx="74">
                  <c:v>40056</c:v>
                </c:pt>
                <c:pt idx="75">
                  <c:v>40086</c:v>
                </c:pt>
                <c:pt idx="76">
                  <c:v>40117</c:v>
                </c:pt>
                <c:pt idx="77">
                  <c:v>40147</c:v>
                </c:pt>
                <c:pt idx="78">
                  <c:v>40178</c:v>
                </c:pt>
                <c:pt idx="79">
                  <c:v>40209</c:v>
                </c:pt>
                <c:pt idx="80">
                  <c:v>40237</c:v>
                </c:pt>
                <c:pt idx="81">
                  <c:v>40268</c:v>
                </c:pt>
                <c:pt idx="82">
                  <c:v>40298</c:v>
                </c:pt>
                <c:pt idx="83">
                  <c:v>40329</c:v>
                </c:pt>
                <c:pt idx="84">
                  <c:v>40359</c:v>
                </c:pt>
                <c:pt idx="85">
                  <c:v>40390</c:v>
                </c:pt>
                <c:pt idx="86">
                  <c:v>40421</c:v>
                </c:pt>
                <c:pt idx="87">
                  <c:v>40451</c:v>
                </c:pt>
                <c:pt idx="88">
                  <c:v>40482</c:v>
                </c:pt>
                <c:pt idx="89">
                  <c:v>40512</c:v>
                </c:pt>
                <c:pt idx="90">
                  <c:v>40543</c:v>
                </c:pt>
                <c:pt idx="91">
                  <c:v>40574</c:v>
                </c:pt>
                <c:pt idx="92">
                  <c:v>40602</c:v>
                </c:pt>
                <c:pt idx="93">
                  <c:v>40633</c:v>
                </c:pt>
                <c:pt idx="94">
                  <c:v>40663</c:v>
                </c:pt>
                <c:pt idx="95">
                  <c:v>40694</c:v>
                </c:pt>
                <c:pt idx="96">
                  <c:v>40724</c:v>
                </c:pt>
                <c:pt idx="97">
                  <c:v>40755</c:v>
                </c:pt>
                <c:pt idx="98">
                  <c:v>40786</c:v>
                </c:pt>
                <c:pt idx="99">
                  <c:v>40816</c:v>
                </c:pt>
                <c:pt idx="100">
                  <c:v>40847</c:v>
                </c:pt>
                <c:pt idx="101">
                  <c:v>40877</c:v>
                </c:pt>
                <c:pt idx="102">
                  <c:v>40908</c:v>
                </c:pt>
                <c:pt idx="103">
                  <c:v>40939</c:v>
                </c:pt>
                <c:pt idx="104">
                  <c:v>40968</c:v>
                </c:pt>
                <c:pt idx="105">
                  <c:v>40999</c:v>
                </c:pt>
                <c:pt idx="106">
                  <c:v>41029</c:v>
                </c:pt>
                <c:pt idx="107">
                  <c:v>41060</c:v>
                </c:pt>
                <c:pt idx="108">
                  <c:v>41090</c:v>
                </c:pt>
                <c:pt idx="109">
                  <c:v>41121</c:v>
                </c:pt>
                <c:pt idx="110">
                  <c:v>41152</c:v>
                </c:pt>
                <c:pt idx="111">
                  <c:v>41182</c:v>
                </c:pt>
                <c:pt idx="112">
                  <c:v>41213</c:v>
                </c:pt>
                <c:pt idx="113">
                  <c:v>41243</c:v>
                </c:pt>
                <c:pt idx="114">
                  <c:v>41274</c:v>
                </c:pt>
                <c:pt idx="115">
                  <c:v>41305</c:v>
                </c:pt>
                <c:pt idx="116">
                  <c:v>41333</c:v>
                </c:pt>
                <c:pt idx="117">
                  <c:v>41364</c:v>
                </c:pt>
                <c:pt idx="118">
                  <c:v>41394</c:v>
                </c:pt>
                <c:pt idx="119">
                  <c:v>41425</c:v>
                </c:pt>
                <c:pt idx="120">
                  <c:v>41455</c:v>
                </c:pt>
                <c:pt idx="121">
                  <c:v>41486</c:v>
                </c:pt>
                <c:pt idx="122">
                  <c:v>41517</c:v>
                </c:pt>
                <c:pt idx="123">
                  <c:v>41547</c:v>
                </c:pt>
                <c:pt idx="124">
                  <c:v>41578</c:v>
                </c:pt>
                <c:pt idx="125">
                  <c:v>41608</c:v>
                </c:pt>
                <c:pt idx="126">
                  <c:v>41639</c:v>
                </c:pt>
                <c:pt idx="127">
                  <c:v>41670</c:v>
                </c:pt>
                <c:pt idx="128">
                  <c:v>41698</c:v>
                </c:pt>
                <c:pt idx="129">
                  <c:v>41729</c:v>
                </c:pt>
                <c:pt idx="130">
                  <c:v>41759</c:v>
                </c:pt>
                <c:pt idx="131">
                  <c:v>41790</c:v>
                </c:pt>
                <c:pt idx="132">
                  <c:v>41820</c:v>
                </c:pt>
                <c:pt idx="133">
                  <c:v>41851</c:v>
                </c:pt>
                <c:pt idx="134">
                  <c:v>41882</c:v>
                </c:pt>
                <c:pt idx="135">
                  <c:v>41912</c:v>
                </c:pt>
                <c:pt idx="136">
                  <c:v>41943</c:v>
                </c:pt>
                <c:pt idx="137">
                  <c:v>41973</c:v>
                </c:pt>
                <c:pt idx="138">
                  <c:v>42004</c:v>
                </c:pt>
                <c:pt idx="139">
                  <c:v>42035</c:v>
                </c:pt>
                <c:pt idx="140">
                  <c:v>42063</c:v>
                </c:pt>
                <c:pt idx="141">
                  <c:v>42094</c:v>
                </c:pt>
                <c:pt idx="142">
                  <c:v>42124</c:v>
                </c:pt>
                <c:pt idx="143">
                  <c:v>42155</c:v>
                </c:pt>
                <c:pt idx="144">
                  <c:v>42185</c:v>
                </c:pt>
                <c:pt idx="145">
                  <c:v>42216</c:v>
                </c:pt>
                <c:pt idx="146">
                  <c:v>42247</c:v>
                </c:pt>
                <c:pt idx="147">
                  <c:v>42277</c:v>
                </c:pt>
                <c:pt idx="148">
                  <c:v>42308</c:v>
                </c:pt>
                <c:pt idx="149">
                  <c:v>42338</c:v>
                </c:pt>
                <c:pt idx="150">
                  <c:v>42369</c:v>
                </c:pt>
                <c:pt idx="151">
                  <c:v>42400</c:v>
                </c:pt>
                <c:pt idx="152">
                  <c:v>42429</c:v>
                </c:pt>
                <c:pt idx="153">
                  <c:v>42460</c:v>
                </c:pt>
                <c:pt idx="154">
                  <c:v>42490</c:v>
                </c:pt>
                <c:pt idx="155">
                  <c:v>42521</c:v>
                </c:pt>
                <c:pt idx="156">
                  <c:v>42551</c:v>
                </c:pt>
                <c:pt idx="157">
                  <c:v>42582</c:v>
                </c:pt>
                <c:pt idx="158">
                  <c:v>42613</c:v>
                </c:pt>
                <c:pt idx="159">
                  <c:v>42643</c:v>
                </c:pt>
                <c:pt idx="160">
                  <c:v>42674</c:v>
                </c:pt>
                <c:pt idx="161">
                  <c:v>42704</c:v>
                </c:pt>
                <c:pt idx="162">
                  <c:v>42735</c:v>
                </c:pt>
                <c:pt idx="163">
                  <c:v>42766</c:v>
                </c:pt>
                <c:pt idx="164">
                  <c:v>42794</c:v>
                </c:pt>
                <c:pt idx="165">
                  <c:v>42825</c:v>
                </c:pt>
                <c:pt idx="166">
                  <c:v>42855</c:v>
                </c:pt>
                <c:pt idx="167">
                  <c:v>42886</c:v>
                </c:pt>
                <c:pt idx="168">
                  <c:v>42916</c:v>
                </c:pt>
                <c:pt idx="169">
                  <c:v>42947</c:v>
                </c:pt>
                <c:pt idx="170">
                  <c:v>42978</c:v>
                </c:pt>
                <c:pt idx="171">
                  <c:v>43008</c:v>
                </c:pt>
                <c:pt idx="172">
                  <c:v>43039</c:v>
                </c:pt>
                <c:pt idx="173">
                  <c:v>43069</c:v>
                </c:pt>
                <c:pt idx="174">
                  <c:v>43100</c:v>
                </c:pt>
                <c:pt idx="175">
                  <c:v>43131</c:v>
                </c:pt>
                <c:pt idx="176">
                  <c:v>43159</c:v>
                </c:pt>
                <c:pt idx="177">
                  <c:v>43190</c:v>
                </c:pt>
                <c:pt idx="178">
                  <c:v>43220</c:v>
                </c:pt>
                <c:pt idx="179">
                  <c:v>43251</c:v>
                </c:pt>
                <c:pt idx="180">
                  <c:v>43281</c:v>
                </c:pt>
                <c:pt idx="181">
                  <c:v>43312</c:v>
                </c:pt>
                <c:pt idx="182">
                  <c:v>43343</c:v>
                </c:pt>
                <c:pt idx="183">
                  <c:v>43373</c:v>
                </c:pt>
                <c:pt idx="184">
                  <c:v>43404</c:v>
                </c:pt>
                <c:pt idx="185">
                  <c:v>43434</c:v>
                </c:pt>
                <c:pt idx="186">
                  <c:v>43465</c:v>
                </c:pt>
                <c:pt idx="187">
                  <c:v>43496</c:v>
                </c:pt>
                <c:pt idx="188">
                  <c:v>43524</c:v>
                </c:pt>
                <c:pt idx="189">
                  <c:v>43555</c:v>
                </c:pt>
                <c:pt idx="190">
                  <c:v>43585</c:v>
                </c:pt>
                <c:pt idx="191">
                  <c:v>43616</c:v>
                </c:pt>
                <c:pt idx="192">
                  <c:v>43646</c:v>
                </c:pt>
                <c:pt idx="193">
                  <c:v>43677</c:v>
                </c:pt>
                <c:pt idx="194">
                  <c:v>43708</c:v>
                </c:pt>
                <c:pt idx="195">
                  <c:v>43738</c:v>
                </c:pt>
                <c:pt idx="196">
                  <c:v>43769</c:v>
                </c:pt>
                <c:pt idx="197">
                  <c:v>43799</c:v>
                </c:pt>
                <c:pt idx="198">
                  <c:v>43830</c:v>
                </c:pt>
                <c:pt idx="199">
                  <c:v>43861</c:v>
                </c:pt>
                <c:pt idx="200">
                  <c:v>43890</c:v>
                </c:pt>
                <c:pt idx="201">
                  <c:v>43921</c:v>
                </c:pt>
                <c:pt idx="202">
                  <c:v>43951</c:v>
                </c:pt>
                <c:pt idx="203">
                  <c:v>43982</c:v>
                </c:pt>
                <c:pt idx="204">
                  <c:v>44012</c:v>
                </c:pt>
                <c:pt idx="205">
                  <c:v>44043</c:v>
                </c:pt>
                <c:pt idx="206">
                  <c:v>44074</c:v>
                </c:pt>
                <c:pt idx="207">
                  <c:v>44104</c:v>
                </c:pt>
                <c:pt idx="208">
                  <c:v>44135</c:v>
                </c:pt>
                <c:pt idx="209">
                  <c:v>44165</c:v>
                </c:pt>
                <c:pt idx="210">
                  <c:v>44196</c:v>
                </c:pt>
                <c:pt idx="211">
                  <c:v>44227</c:v>
                </c:pt>
                <c:pt idx="212">
                  <c:v>44255</c:v>
                </c:pt>
                <c:pt idx="213">
                  <c:v>44286</c:v>
                </c:pt>
                <c:pt idx="214">
                  <c:v>44316</c:v>
                </c:pt>
                <c:pt idx="215">
                  <c:v>44347</c:v>
                </c:pt>
                <c:pt idx="216">
                  <c:v>44377</c:v>
                </c:pt>
                <c:pt idx="217">
                  <c:v>44408</c:v>
                </c:pt>
                <c:pt idx="218">
                  <c:v>44439</c:v>
                </c:pt>
                <c:pt idx="219">
                  <c:v>44469</c:v>
                </c:pt>
                <c:pt idx="220">
                  <c:v>44500</c:v>
                </c:pt>
                <c:pt idx="221">
                  <c:v>44530</c:v>
                </c:pt>
                <c:pt idx="222">
                  <c:v>44561</c:v>
                </c:pt>
                <c:pt idx="223">
                  <c:v>44592</c:v>
                </c:pt>
                <c:pt idx="224">
                  <c:v>44620</c:v>
                </c:pt>
                <c:pt idx="225">
                  <c:v>44651</c:v>
                </c:pt>
                <c:pt idx="226">
                  <c:v>44681</c:v>
                </c:pt>
                <c:pt idx="227">
                  <c:v>44712</c:v>
                </c:pt>
                <c:pt idx="228">
                  <c:v>44742</c:v>
                </c:pt>
                <c:pt idx="229">
                  <c:v>44773</c:v>
                </c:pt>
                <c:pt idx="230">
                  <c:v>44804</c:v>
                </c:pt>
                <c:pt idx="231">
                  <c:v>44834</c:v>
                </c:pt>
                <c:pt idx="232">
                  <c:v>44865</c:v>
                </c:pt>
                <c:pt idx="233">
                  <c:v>44895</c:v>
                </c:pt>
                <c:pt idx="234">
                  <c:v>44926</c:v>
                </c:pt>
                <c:pt idx="235">
                  <c:v>44957</c:v>
                </c:pt>
                <c:pt idx="236">
                  <c:v>44985</c:v>
                </c:pt>
                <c:pt idx="237">
                  <c:v>45016</c:v>
                </c:pt>
                <c:pt idx="238">
                  <c:v>45046</c:v>
                </c:pt>
                <c:pt idx="239">
                  <c:v>45077</c:v>
                </c:pt>
                <c:pt idx="240">
                  <c:v>45107</c:v>
                </c:pt>
                <c:pt idx="241">
                  <c:v>45138</c:v>
                </c:pt>
                <c:pt idx="242">
                  <c:v>45169</c:v>
                </c:pt>
                <c:pt idx="243">
                  <c:v>45199</c:v>
                </c:pt>
                <c:pt idx="244">
                  <c:v>45230</c:v>
                </c:pt>
                <c:pt idx="245">
                  <c:v>45260</c:v>
                </c:pt>
                <c:pt idx="246">
                  <c:v>45291</c:v>
                </c:pt>
                <c:pt idx="247">
                  <c:v>45322</c:v>
                </c:pt>
                <c:pt idx="248">
                  <c:v>45351</c:v>
                </c:pt>
                <c:pt idx="249">
                  <c:v>45382</c:v>
                </c:pt>
              </c:numCache>
            </c:numRef>
          </c:cat>
          <c:val>
            <c:numRef>
              <c:f>Summary!$J$2:$J$251</c:f>
              <c:numCache>
                <c:formatCode>General</c:formatCode>
                <c:ptCount val="250"/>
                <c:pt idx="0">
                  <c:v>1</c:v>
                </c:pt>
                <c:pt idx="1">
                  <c:v>1.0511998074893421</c:v>
                </c:pt>
                <c:pt idx="2">
                  <c:v>1.0899349330316743</c:v>
                </c:pt>
                <c:pt idx="3">
                  <c:v>1.0792871224623912</c:v>
                </c:pt>
                <c:pt idx="4">
                  <c:v>1.1661463160965935</c:v>
                </c:pt>
                <c:pt idx="5">
                  <c:v>1.1873636571051689</c:v>
                </c:pt>
                <c:pt idx="6">
                  <c:v>1.2678401251804685</c:v>
                </c:pt>
                <c:pt idx="7">
                  <c:v>1.3055157721794501</c:v>
                </c:pt>
                <c:pt idx="8">
                  <c:v>1.3110162825107128</c:v>
                </c:pt>
                <c:pt idx="9">
                  <c:v>1.3210522068491268</c:v>
                </c:pt>
                <c:pt idx="10">
                  <c:v>1.314854408923166</c:v>
                </c:pt>
                <c:pt idx="11">
                  <c:v>1.3082259638810003</c:v>
                </c:pt>
                <c:pt idx="12">
                  <c:v>1.3119540018306526</c:v>
                </c:pt>
                <c:pt idx="13">
                  <c:v>1.3213079289564382</c:v>
                </c:pt>
                <c:pt idx="14">
                  <c:v>1.4173511431055288</c:v>
                </c:pt>
                <c:pt idx="15">
                  <c:v>1.5005209405933251</c:v>
                </c:pt>
                <c:pt idx="16">
                  <c:v>1.5663813123675765</c:v>
                </c:pt>
                <c:pt idx="17">
                  <c:v>1.6959563301773153</c:v>
                </c:pt>
                <c:pt idx="18">
                  <c:v>1.7547284010108206</c:v>
                </c:pt>
                <c:pt idx="19">
                  <c:v>1.7651819573771297</c:v>
                </c:pt>
                <c:pt idx="20">
                  <c:v>1.8278825899019646</c:v>
                </c:pt>
                <c:pt idx="21">
                  <c:v>1.7945274672848803</c:v>
                </c:pt>
                <c:pt idx="22">
                  <c:v>1.7394016535941883</c:v>
                </c:pt>
                <c:pt idx="23">
                  <c:v>1.8655261362770998</c:v>
                </c:pt>
                <c:pt idx="24">
                  <c:v>1.9083838491784471</c:v>
                </c:pt>
                <c:pt idx="25">
                  <c:v>2.0682723041101587</c:v>
                </c:pt>
                <c:pt idx="26">
                  <c:v>2.1041906695884141</c:v>
                </c:pt>
                <c:pt idx="27">
                  <c:v>2.2617838496531428</c:v>
                </c:pt>
                <c:pt idx="28">
                  <c:v>2.2115869079228792</c:v>
                </c:pt>
                <c:pt idx="29">
                  <c:v>2.2809000655355356</c:v>
                </c:pt>
                <c:pt idx="30">
                  <c:v>2.4432186421104025</c:v>
                </c:pt>
                <c:pt idx="31">
                  <c:v>2.6697522883501925</c:v>
                </c:pt>
                <c:pt idx="32">
                  <c:v>2.658517637699723</c:v>
                </c:pt>
                <c:pt idx="33">
                  <c:v>2.7928381575609098</c:v>
                </c:pt>
                <c:pt idx="34">
                  <c:v>2.8587449577486597</c:v>
                </c:pt>
                <c:pt idx="35">
                  <c:v>2.7452844134370906</c:v>
                </c:pt>
                <c:pt idx="36">
                  <c:v>2.7704762945107739</c:v>
                </c:pt>
                <c:pt idx="37">
                  <c:v>2.7594235137797751</c:v>
                </c:pt>
                <c:pt idx="38">
                  <c:v>2.8888955013450803</c:v>
                </c:pt>
                <c:pt idx="39">
                  <c:v>2.9417529015262422</c:v>
                </c:pt>
                <c:pt idx="40">
                  <c:v>3.0852174496068403</c:v>
                </c:pt>
                <c:pt idx="41">
                  <c:v>3.205671352506902</c:v>
                </c:pt>
                <c:pt idx="42">
                  <c:v>3.3769762575524913</c:v>
                </c:pt>
                <c:pt idx="43">
                  <c:v>3.5029286278446614</c:v>
                </c:pt>
                <c:pt idx="44">
                  <c:v>3.5459228482660912</c:v>
                </c:pt>
                <c:pt idx="45">
                  <c:v>3.725808123890868</c:v>
                </c:pt>
                <c:pt idx="46">
                  <c:v>3.8798828039724458</c:v>
                </c:pt>
                <c:pt idx="47">
                  <c:v>3.9110181568949804</c:v>
                </c:pt>
                <c:pt idx="48">
                  <c:v>3.8574921868608443</c:v>
                </c:pt>
                <c:pt idx="49">
                  <c:v>3.8704986824877974</c:v>
                </c:pt>
                <c:pt idx="50">
                  <c:v>3.8763767548081707</c:v>
                </c:pt>
                <c:pt idx="51">
                  <c:v>3.9956196154851922</c:v>
                </c:pt>
                <c:pt idx="52">
                  <c:v>4.2049565381007046</c:v>
                </c:pt>
                <c:pt idx="53">
                  <c:v>4.0602101618536253</c:v>
                </c:pt>
                <c:pt idx="54">
                  <c:v>3.945428913095768</c:v>
                </c:pt>
                <c:pt idx="55">
                  <c:v>3.6297578078445571</c:v>
                </c:pt>
                <c:pt idx="56">
                  <c:v>3.9415164316966655</c:v>
                </c:pt>
                <c:pt idx="57">
                  <c:v>3.8586552249937731</c:v>
                </c:pt>
                <c:pt idx="58">
                  <c:v>3.9504687192476844</c:v>
                </c:pt>
                <c:pt idx="59">
                  <c:v>4.0335440012360086</c:v>
                </c:pt>
                <c:pt idx="60">
                  <c:v>3.8026833098087751</c:v>
                </c:pt>
                <c:pt idx="61">
                  <c:v>3.6514830023209908</c:v>
                </c:pt>
                <c:pt idx="62">
                  <c:v>3.7495778568525537</c:v>
                </c:pt>
                <c:pt idx="63">
                  <c:v>3.3699990448993895</c:v>
                </c:pt>
                <c:pt idx="64">
                  <c:v>3.0456016236322414</c:v>
                </c:pt>
                <c:pt idx="65">
                  <c:v>3.0211298475865074</c:v>
                </c:pt>
                <c:pt idx="66">
                  <c:v>3.1149663415616424</c:v>
                </c:pt>
                <c:pt idx="67">
                  <c:v>2.9905823409052772</c:v>
                </c:pt>
                <c:pt idx="68">
                  <c:v>2.7239682583221336</c:v>
                </c:pt>
                <c:pt idx="69">
                  <c:v>2.9391870133373432</c:v>
                </c:pt>
                <c:pt idx="70">
                  <c:v>3.0358373166514956</c:v>
                </c:pt>
                <c:pt idx="71">
                  <c:v>3.2702958888859111</c:v>
                </c:pt>
                <c:pt idx="72">
                  <c:v>3.2590728763591752</c:v>
                </c:pt>
                <c:pt idx="73">
                  <c:v>3.5212374947756011</c:v>
                </c:pt>
                <c:pt idx="74">
                  <c:v>3.6754928327230747</c:v>
                </c:pt>
                <c:pt idx="75">
                  <c:v>3.7196615342421153</c:v>
                </c:pt>
                <c:pt idx="76">
                  <c:v>3.8770065037684533</c:v>
                </c:pt>
                <c:pt idx="77">
                  <c:v>3.8701248440941445</c:v>
                </c:pt>
                <c:pt idx="78">
                  <c:v>3.994752417833809</c:v>
                </c:pt>
                <c:pt idx="79">
                  <c:v>3.9048497673281779</c:v>
                </c:pt>
                <c:pt idx="80">
                  <c:v>3.9442164612376103</c:v>
                </c:pt>
                <c:pt idx="81">
                  <c:v>4.1877414399960147</c:v>
                </c:pt>
                <c:pt idx="82">
                  <c:v>4.2069714791778079</c:v>
                </c:pt>
                <c:pt idx="83">
                  <c:v>4.0312904115471673</c:v>
                </c:pt>
                <c:pt idx="84">
                  <c:v>3.9365625151306114</c:v>
                </c:pt>
                <c:pt idx="85">
                  <c:v>4.1921982049293343</c:v>
                </c:pt>
                <c:pt idx="86">
                  <c:v>4.0730906810244107</c:v>
                </c:pt>
                <c:pt idx="87">
                  <c:v>4.4022366692356902</c:v>
                </c:pt>
                <c:pt idx="88">
                  <c:v>4.5257010968404581</c:v>
                </c:pt>
                <c:pt idx="89">
                  <c:v>4.5383489517437381</c:v>
                </c:pt>
                <c:pt idx="90">
                  <c:v>4.7578844020370719</c:v>
                </c:pt>
                <c:pt idx="91">
                  <c:v>4.6555961712501457</c:v>
                </c:pt>
                <c:pt idx="92">
                  <c:v>4.746972626643684</c:v>
                </c:pt>
                <c:pt idx="93">
                  <c:v>4.7927434130838753</c:v>
                </c:pt>
                <c:pt idx="94">
                  <c:v>4.8912766061206296</c:v>
                </c:pt>
                <c:pt idx="95">
                  <c:v>4.8803039337668528</c:v>
                </c:pt>
                <c:pt idx="96">
                  <c:v>4.8020062578524625</c:v>
                </c:pt>
                <c:pt idx="97">
                  <c:v>4.7304430552040815</c:v>
                </c:pt>
                <c:pt idx="98">
                  <c:v>4.7075456340760811</c:v>
                </c:pt>
                <c:pt idx="99">
                  <c:v>4.582186560332878</c:v>
                </c:pt>
                <c:pt idx="100">
                  <c:v>4.9299225768507933</c:v>
                </c:pt>
                <c:pt idx="101">
                  <c:v>4.9434421429871831</c:v>
                </c:pt>
                <c:pt idx="102">
                  <c:v>4.958050722873578</c:v>
                </c:pt>
                <c:pt idx="103">
                  <c:v>5.1853464268868237</c:v>
                </c:pt>
                <c:pt idx="104">
                  <c:v>5.3112002416041006</c:v>
                </c:pt>
                <c:pt idx="105">
                  <c:v>5.3027296347871813</c:v>
                </c:pt>
                <c:pt idx="106">
                  <c:v>5.4105497082336438</c:v>
                </c:pt>
                <c:pt idx="107">
                  <c:v>5.2390011926300941</c:v>
                </c:pt>
                <c:pt idx="108">
                  <c:v>5.2903285456037521</c:v>
                </c:pt>
                <c:pt idx="109">
                  <c:v>5.4132978046992726</c:v>
                </c:pt>
                <c:pt idx="110">
                  <c:v>5.522782909686927</c:v>
                </c:pt>
                <c:pt idx="111">
                  <c:v>5.6051973317871315</c:v>
                </c:pt>
                <c:pt idx="112">
                  <c:v>5.8099099804187837</c:v>
                </c:pt>
                <c:pt idx="113">
                  <c:v>5.887821308193069</c:v>
                </c:pt>
                <c:pt idx="114">
                  <c:v>6.0852649160909555</c:v>
                </c:pt>
                <c:pt idx="115">
                  <c:v>6.2658782228646572</c:v>
                </c:pt>
                <c:pt idx="116">
                  <c:v>6.1881961494295075</c:v>
                </c:pt>
                <c:pt idx="117">
                  <c:v>6.2803971635641771</c:v>
                </c:pt>
                <c:pt idx="118">
                  <c:v>6.1453649806244668</c:v>
                </c:pt>
                <c:pt idx="119">
                  <c:v>6.538118662574651</c:v>
                </c:pt>
                <c:pt idx="120">
                  <c:v>6.2481097470300906</c:v>
                </c:pt>
                <c:pt idx="121">
                  <c:v>6.4942071662377625</c:v>
                </c:pt>
                <c:pt idx="122">
                  <c:v>6.6499859337935749</c:v>
                </c:pt>
                <c:pt idx="123">
                  <c:v>6.9619560354143681</c:v>
                </c:pt>
                <c:pt idx="124">
                  <c:v>7.2269633121218737</c:v>
                </c:pt>
                <c:pt idx="125">
                  <c:v>7.1336357654323352</c:v>
                </c:pt>
                <c:pt idx="126">
                  <c:v>7.3464754647227517</c:v>
                </c:pt>
                <c:pt idx="127">
                  <c:v>7.1812396353665875</c:v>
                </c:pt>
                <c:pt idx="128">
                  <c:v>7.4567756397419727</c:v>
                </c:pt>
                <c:pt idx="129">
                  <c:v>7.6583490640133753</c:v>
                </c:pt>
                <c:pt idx="130">
                  <c:v>7.8101264678502513</c:v>
                </c:pt>
                <c:pt idx="131">
                  <c:v>7.9521459898576223</c:v>
                </c:pt>
                <c:pt idx="132">
                  <c:v>8.0952339639172131</c:v>
                </c:pt>
                <c:pt idx="133">
                  <c:v>8.295285691939366</c:v>
                </c:pt>
                <c:pt idx="134">
                  <c:v>8.2561527907442116</c:v>
                </c:pt>
                <c:pt idx="135">
                  <c:v>8.0852656328205192</c:v>
                </c:pt>
                <c:pt idx="136">
                  <c:v>8.1619697783230425</c:v>
                </c:pt>
                <c:pt idx="137">
                  <c:v>8.2752229748731025</c:v>
                </c:pt>
                <c:pt idx="138">
                  <c:v>8.2735587884204858</c:v>
                </c:pt>
                <c:pt idx="139">
                  <c:v>8.5023608172653322</c:v>
                </c:pt>
                <c:pt idx="140">
                  <c:v>8.789564565817134</c:v>
                </c:pt>
                <c:pt idx="141">
                  <c:v>8.7306547190465835</c:v>
                </c:pt>
                <c:pt idx="142">
                  <c:v>9.0902848754674626</c:v>
                </c:pt>
                <c:pt idx="143">
                  <c:v>8.7861804601650881</c:v>
                </c:pt>
                <c:pt idx="144">
                  <c:v>8.7057827702811341</c:v>
                </c:pt>
                <c:pt idx="145">
                  <c:v>8.7082518526918324</c:v>
                </c:pt>
                <c:pt idx="146">
                  <c:v>8.4683243340115375</c:v>
                </c:pt>
                <c:pt idx="147">
                  <c:v>8.3566328924562274</c:v>
                </c:pt>
                <c:pt idx="148">
                  <c:v>8.9346808390850363</c:v>
                </c:pt>
                <c:pt idx="149">
                  <c:v>8.6579016067814045</c:v>
                </c:pt>
                <c:pt idx="150">
                  <c:v>8.471449520150431</c:v>
                </c:pt>
                <c:pt idx="151">
                  <c:v>8.2105365866598614</c:v>
                </c:pt>
                <c:pt idx="152">
                  <c:v>8.2961554023351187</c:v>
                </c:pt>
                <c:pt idx="153">
                  <c:v>8.8586784361167528</c:v>
                </c:pt>
                <c:pt idx="154">
                  <c:v>8.9877085420694272</c:v>
                </c:pt>
                <c:pt idx="155">
                  <c:v>9.0990083222466414</c:v>
                </c:pt>
                <c:pt idx="156">
                  <c:v>8.9095675472172502</c:v>
                </c:pt>
                <c:pt idx="157">
                  <c:v>9.0470738379572708</c:v>
                </c:pt>
                <c:pt idx="158">
                  <c:v>9.0408396723517548</c:v>
                </c:pt>
                <c:pt idx="159">
                  <c:v>8.9879981782487803</c:v>
                </c:pt>
                <c:pt idx="160">
                  <c:v>8.7226296722409788</c:v>
                </c:pt>
                <c:pt idx="161">
                  <c:v>8.6899023715505415</c:v>
                </c:pt>
                <c:pt idx="162">
                  <c:v>8.805981394270697</c:v>
                </c:pt>
                <c:pt idx="163">
                  <c:v>9.0142903849034663</c:v>
                </c:pt>
                <c:pt idx="164">
                  <c:v>8.8935963964085545</c:v>
                </c:pt>
                <c:pt idx="165">
                  <c:v>9.0250629878716868</c:v>
                </c:pt>
                <c:pt idx="166">
                  <c:v>9.2574959223104347</c:v>
                </c:pt>
                <c:pt idx="167">
                  <c:v>9.1812024687739182</c:v>
                </c:pt>
                <c:pt idx="168">
                  <c:v>8.8714064311929004</c:v>
                </c:pt>
                <c:pt idx="169">
                  <c:v>9.3251136696340957</c:v>
                </c:pt>
                <c:pt idx="170">
                  <c:v>9.4999395479034714</c:v>
                </c:pt>
                <c:pt idx="171">
                  <c:v>9.4110260511004622</c:v>
                </c:pt>
                <c:pt idx="172">
                  <c:v>9.8921971554115053</c:v>
                </c:pt>
                <c:pt idx="173">
                  <c:v>10.045177397667853</c:v>
                </c:pt>
                <c:pt idx="174">
                  <c:v>9.9763910563754354</c:v>
                </c:pt>
                <c:pt idx="175">
                  <c:v>10.005631489280075</c:v>
                </c:pt>
                <c:pt idx="176">
                  <c:v>9.8832791192722738</c:v>
                </c:pt>
                <c:pt idx="177">
                  <c:v>9.5108310524676902</c:v>
                </c:pt>
                <c:pt idx="178">
                  <c:v>9.8697750566825473</c:v>
                </c:pt>
                <c:pt idx="179">
                  <c:v>9.4982776160133771</c:v>
                </c:pt>
                <c:pt idx="180">
                  <c:v>9.6181442971732487</c:v>
                </c:pt>
                <c:pt idx="181">
                  <c:v>9.6789987485809785</c:v>
                </c:pt>
                <c:pt idx="182">
                  <c:v>9.9225399777734022</c:v>
                </c:pt>
                <c:pt idx="183">
                  <c:v>9.5595278553688718</c:v>
                </c:pt>
                <c:pt idx="184">
                  <c:v>9.1410942817549579</c:v>
                </c:pt>
                <c:pt idx="185">
                  <c:v>8.9441094751614987</c:v>
                </c:pt>
                <c:pt idx="186">
                  <c:v>9.1141778137661333</c:v>
                </c:pt>
                <c:pt idx="187">
                  <c:v>9.3260037018040123</c:v>
                </c:pt>
                <c:pt idx="188">
                  <c:v>9.5560062501366243</c:v>
                </c:pt>
                <c:pt idx="189">
                  <c:v>9.6316941372217748</c:v>
                </c:pt>
                <c:pt idx="190">
                  <c:v>10.018183622750806</c:v>
                </c:pt>
                <c:pt idx="191">
                  <c:v>9.5095649090230232</c:v>
                </c:pt>
                <c:pt idx="192">
                  <c:v>9.7876729370440785</c:v>
                </c:pt>
                <c:pt idx="193">
                  <c:v>9.5608526215081984</c:v>
                </c:pt>
                <c:pt idx="194">
                  <c:v>9.3339596991536613</c:v>
                </c:pt>
                <c:pt idx="195">
                  <c:v>9.4165111811116073</c:v>
                </c:pt>
                <c:pt idx="196">
                  <c:v>9.713762447075764</c:v>
                </c:pt>
                <c:pt idx="197">
                  <c:v>9.5981311975819068</c:v>
                </c:pt>
                <c:pt idx="198">
                  <c:v>9.8495753389824046</c:v>
                </c:pt>
                <c:pt idx="199">
                  <c:v>9.6918297968526641</c:v>
                </c:pt>
                <c:pt idx="200">
                  <c:v>8.8805330069064823</c:v>
                </c:pt>
                <c:pt idx="201">
                  <c:v>7.5375227397078568</c:v>
                </c:pt>
                <c:pt idx="202">
                  <c:v>8.5297297993487877</c:v>
                </c:pt>
                <c:pt idx="203">
                  <c:v>8.510238256229993</c:v>
                </c:pt>
                <c:pt idx="204">
                  <c:v>9.0182880917944406</c:v>
                </c:pt>
                <c:pt idx="205">
                  <c:v>9.2661176133289178</c:v>
                </c:pt>
                <c:pt idx="206">
                  <c:v>9.2516294469600115</c:v>
                </c:pt>
                <c:pt idx="207">
                  <c:v>9.1266096574245026</c:v>
                </c:pt>
                <c:pt idx="208">
                  <c:v>8.8102416390568852</c:v>
                </c:pt>
                <c:pt idx="209">
                  <c:v>9.6868633016264472</c:v>
                </c:pt>
                <c:pt idx="210">
                  <c:v>10.098584934419414</c:v>
                </c:pt>
                <c:pt idx="211">
                  <c:v>10.474562386498429</c:v>
                </c:pt>
                <c:pt idx="212">
                  <c:v>10.984773201679909</c:v>
                </c:pt>
                <c:pt idx="213">
                  <c:v>11.363369502865975</c:v>
                </c:pt>
                <c:pt idx="214">
                  <c:v>11.447718907588051</c:v>
                </c:pt>
                <c:pt idx="215">
                  <c:v>11.682646056378024</c:v>
                </c:pt>
                <c:pt idx="216">
                  <c:v>11.426179091984519</c:v>
                </c:pt>
                <c:pt idx="217">
                  <c:v>11.716345736845385</c:v>
                </c:pt>
                <c:pt idx="218">
                  <c:v>11.909475147038403</c:v>
                </c:pt>
                <c:pt idx="219">
                  <c:v>11.761752636191282</c:v>
                </c:pt>
                <c:pt idx="220">
                  <c:v>12.170141050534648</c:v>
                </c:pt>
                <c:pt idx="221">
                  <c:v>12.325107435388961</c:v>
                </c:pt>
                <c:pt idx="222">
                  <c:v>12.878311506805042</c:v>
                </c:pt>
                <c:pt idx="223">
                  <c:v>13.011828564493785</c:v>
                </c:pt>
                <c:pt idx="224">
                  <c:v>13.314714959439195</c:v>
                </c:pt>
                <c:pt idx="225">
                  <c:v>13.46113514744801</c:v>
                </c:pt>
                <c:pt idx="226">
                  <c:v>13.123035429103899</c:v>
                </c:pt>
                <c:pt idx="227">
                  <c:v>13.135782779220257</c:v>
                </c:pt>
                <c:pt idx="228">
                  <c:v>12.207231142858724</c:v>
                </c:pt>
                <c:pt idx="229">
                  <c:v>12.544097031630841</c:v>
                </c:pt>
                <c:pt idx="230">
                  <c:v>12.50556088342868</c:v>
                </c:pt>
                <c:pt idx="231">
                  <c:v>12.053518735051719</c:v>
                </c:pt>
                <c:pt idx="232">
                  <c:v>12.651292427244019</c:v>
                </c:pt>
                <c:pt idx="233">
                  <c:v>13.6503441954429</c:v>
                </c:pt>
                <c:pt idx="234">
                  <c:v>13.31554707474444</c:v>
                </c:pt>
                <c:pt idx="235">
                  <c:v>14.209844306872814</c:v>
                </c:pt>
                <c:pt idx="236">
                  <c:v>13.9572245520613</c:v>
                </c:pt>
                <c:pt idx="237">
                  <c:v>13.6178811010549</c:v>
                </c:pt>
                <c:pt idx="238">
                  <c:v>13.964718023498587</c:v>
                </c:pt>
                <c:pt idx="239">
                  <c:v>13.37833315132216</c:v>
                </c:pt>
                <c:pt idx="240">
                  <c:v>13.730225732804781</c:v>
                </c:pt>
                <c:pt idx="241">
                  <c:v>14.130977872088179</c:v>
                </c:pt>
                <c:pt idx="242">
                  <c:v>13.736662013978094</c:v>
                </c:pt>
                <c:pt idx="243">
                  <c:v>13.449289384547711</c:v>
                </c:pt>
                <c:pt idx="244">
                  <c:v>13.007592777706943</c:v>
                </c:pt>
                <c:pt idx="245">
                  <c:v>13.991159173458785</c:v>
                </c:pt>
                <c:pt idx="246">
                  <c:v>14.297807738157445</c:v>
                </c:pt>
                <c:pt idx="247">
                  <c:v>13.965426014299148</c:v>
                </c:pt>
                <c:pt idx="248">
                  <c:v>13.762583561026242</c:v>
                </c:pt>
                <c:pt idx="249">
                  <c:v>14.392864196395525</c:v>
                </c:pt>
              </c:numCache>
            </c:numRef>
          </c:val>
          <c:smooth val="0"/>
          <c:extLst>
            <c:ext xmlns:c16="http://schemas.microsoft.com/office/drawing/2014/chart" uri="{C3380CC4-5D6E-409C-BE32-E72D297353CC}">
              <c16:uniqueId val="{00000002-3BB7-4D52-B5BF-9431A63EA0BC}"/>
            </c:ext>
          </c:extLst>
        </c:ser>
        <c:ser>
          <c:idx val="3"/>
          <c:order val="3"/>
          <c:tx>
            <c:strRef>
              <c:f>Summary!$K$1</c:f>
              <c:strCache>
                <c:ptCount val="1"/>
                <c:pt idx="0">
                  <c:v>ALL Share</c:v>
                </c:pt>
              </c:strCache>
            </c:strRef>
          </c:tx>
          <c:spPr>
            <a:ln w="28575" cap="rnd">
              <a:solidFill>
                <a:schemeClr val="accent4"/>
              </a:solidFill>
              <a:round/>
            </a:ln>
            <a:effectLst/>
          </c:spPr>
          <c:marker>
            <c:symbol val="none"/>
          </c:marker>
          <c:cat>
            <c:numRef>
              <c:f>Summary!$G$2:$G$251</c:f>
              <c:numCache>
                <c:formatCode>m/d/yyyy</c:formatCode>
                <c:ptCount val="250"/>
                <c:pt idx="0">
                  <c:v>37802</c:v>
                </c:pt>
                <c:pt idx="1">
                  <c:v>37833</c:v>
                </c:pt>
                <c:pt idx="2">
                  <c:v>37864</c:v>
                </c:pt>
                <c:pt idx="3">
                  <c:v>37894</c:v>
                </c:pt>
                <c:pt idx="4">
                  <c:v>37925</c:v>
                </c:pt>
                <c:pt idx="5">
                  <c:v>37955</c:v>
                </c:pt>
                <c:pt idx="6">
                  <c:v>37986</c:v>
                </c:pt>
                <c:pt idx="7">
                  <c:v>38017</c:v>
                </c:pt>
                <c:pt idx="8">
                  <c:v>38046</c:v>
                </c:pt>
                <c:pt idx="9">
                  <c:v>38077</c:v>
                </c:pt>
                <c:pt idx="10">
                  <c:v>38107</c:v>
                </c:pt>
                <c:pt idx="11">
                  <c:v>38138</c:v>
                </c:pt>
                <c:pt idx="12">
                  <c:v>38168</c:v>
                </c:pt>
                <c:pt idx="13">
                  <c:v>38199</c:v>
                </c:pt>
                <c:pt idx="14">
                  <c:v>38230</c:v>
                </c:pt>
                <c:pt idx="15">
                  <c:v>38260</c:v>
                </c:pt>
                <c:pt idx="16">
                  <c:v>38291</c:v>
                </c:pt>
                <c:pt idx="17">
                  <c:v>38321</c:v>
                </c:pt>
                <c:pt idx="18">
                  <c:v>38352</c:v>
                </c:pt>
                <c:pt idx="19">
                  <c:v>38383</c:v>
                </c:pt>
                <c:pt idx="20">
                  <c:v>38411</c:v>
                </c:pt>
                <c:pt idx="21">
                  <c:v>38442</c:v>
                </c:pt>
                <c:pt idx="22">
                  <c:v>38472</c:v>
                </c:pt>
                <c:pt idx="23">
                  <c:v>38503</c:v>
                </c:pt>
                <c:pt idx="24">
                  <c:v>38533</c:v>
                </c:pt>
                <c:pt idx="25">
                  <c:v>38564</c:v>
                </c:pt>
                <c:pt idx="26">
                  <c:v>38595</c:v>
                </c:pt>
                <c:pt idx="27">
                  <c:v>38625</c:v>
                </c:pt>
                <c:pt idx="28">
                  <c:v>38656</c:v>
                </c:pt>
                <c:pt idx="29">
                  <c:v>38686</c:v>
                </c:pt>
                <c:pt idx="30">
                  <c:v>38717</c:v>
                </c:pt>
                <c:pt idx="31">
                  <c:v>38748</c:v>
                </c:pt>
                <c:pt idx="32">
                  <c:v>38776</c:v>
                </c:pt>
                <c:pt idx="33">
                  <c:v>38807</c:v>
                </c:pt>
                <c:pt idx="34">
                  <c:v>38837</c:v>
                </c:pt>
                <c:pt idx="35">
                  <c:v>38868</c:v>
                </c:pt>
                <c:pt idx="36">
                  <c:v>38898</c:v>
                </c:pt>
                <c:pt idx="37">
                  <c:v>38929</c:v>
                </c:pt>
                <c:pt idx="38">
                  <c:v>38960</c:v>
                </c:pt>
                <c:pt idx="39">
                  <c:v>38990</c:v>
                </c:pt>
                <c:pt idx="40">
                  <c:v>39021</c:v>
                </c:pt>
                <c:pt idx="41">
                  <c:v>39051</c:v>
                </c:pt>
                <c:pt idx="42">
                  <c:v>39082</c:v>
                </c:pt>
                <c:pt idx="43">
                  <c:v>39113</c:v>
                </c:pt>
                <c:pt idx="44">
                  <c:v>39141</c:v>
                </c:pt>
                <c:pt idx="45">
                  <c:v>39172</c:v>
                </c:pt>
                <c:pt idx="46">
                  <c:v>39202</c:v>
                </c:pt>
                <c:pt idx="47">
                  <c:v>39233</c:v>
                </c:pt>
                <c:pt idx="48">
                  <c:v>39263</c:v>
                </c:pt>
                <c:pt idx="49">
                  <c:v>39294</c:v>
                </c:pt>
                <c:pt idx="50">
                  <c:v>39325</c:v>
                </c:pt>
                <c:pt idx="51">
                  <c:v>39355</c:v>
                </c:pt>
                <c:pt idx="52">
                  <c:v>39386</c:v>
                </c:pt>
                <c:pt idx="53">
                  <c:v>39416</c:v>
                </c:pt>
                <c:pt idx="54">
                  <c:v>39447</c:v>
                </c:pt>
                <c:pt idx="55">
                  <c:v>39478</c:v>
                </c:pt>
                <c:pt idx="56">
                  <c:v>39507</c:v>
                </c:pt>
                <c:pt idx="57">
                  <c:v>39538</c:v>
                </c:pt>
                <c:pt idx="58">
                  <c:v>39568</c:v>
                </c:pt>
                <c:pt idx="59">
                  <c:v>39599</c:v>
                </c:pt>
                <c:pt idx="60">
                  <c:v>39629</c:v>
                </c:pt>
                <c:pt idx="61">
                  <c:v>39660</c:v>
                </c:pt>
                <c:pt idx="62">
                  <c:v>39691</c:v>
                </c:pt>
                <c:pt idx="63">
                  <c:v>39721</c:v>
                </c:pt>
                <c:pt idx="64">
                  <c:v>39752</c:v>
                </c:pt>
                <c:pt idx="65">
                  <c:v>39782</c:v>
                </c:pt>
                <c:pt idx="66">
                  <c:v>39813</c:v>
                </c:pt>
                <c:pt idx="67">
                  <c:v>39844</c:v>
                </c:pt>
                <c:pt idx="68">
                  <c:v>39872</c:v>
                </c:pt>
                <c:pt idx="69">
                  <c:v>39903</c:v>
                </c:pt>
                <c:pt idx="70">
                  <c:v>39933</c:v>
                </c:pt>
                <c:pt idx="71">
                  <c:v>39964</c:v>
                </c:pt>
                <c:pt idx="72">
                  <c:v>39994</c:v>
                </c:pt>
                <c:pt idx="73">
                  <c:v>40025</c:v>
                </c:pt>
                <c:pt idx="74">
                  <c:v>40056</c:v>
                </c:pt>
                <c:pt idx="75">
                  <c:v>40086</c:v>
                </c:pt>
                <c:pt idx="76">
                  <c:v>40117</c:v>
                </c:pt>
                <c:pt idx="77">
                  <c:v>40147</c:v>
                </c:pt>
                <c:pt idx="78">
                  <c:v>40178</c:v>
                </c:pt>
                <c:pt idx="79">
                  <c:v>40209</c:v>
                </c:pt>
                <c:pt idx="80">
                  <c:v>40237</c:v>
                </c:pt>
                <c:pt idx="81">
                  <c:v>40268</c:v>
                </c:pt>
                <c:pt idx="82">
                  <c:v>40298</c:v>
                </c:pt>
                <c:pt idx="83">
                  <c:v>40329</c:v>
                </c:pt>
                <c:pt idx="84">
                  <c:v>40359</c:v>
                </c:pt>
                <c:pt idx="85">
                  <c:v>40390</c:v>
                </c:pt>
                <c:pt idx="86">
                  <c:v>40421</c:v>
                </c:pt>
                <c:pt idx="87">
                  <c:v>40451</c:v>
                </c:pt>
                <c:pt idx="88">
                  <c:v>40482</c:v>
                </c:pt>
                <c:pt idx="89">
                  <c:v>40512</c:v>
                </c:pt>
                <c:pt idx="90">
                  <c:v>40543</c:v>
                </c:pt>
                <c:pt idx="91">
                  <c:v>40574</c:v>
                </c:pt>
                <c:pt idx="92">
                  <c:v>40602</c:v>
                </c:pt>
                <c:pt idx="93">
                  <c:v>40633</c:v>
                </c:pt>
                <c:pt idx="94">
                  <c:v>40663</c:v>
                </c:pt>
                <c:pt idx="95">
                  <c:v>40694</c:v>
                </c:pt>
                <c:pt idx="96">
                  <c:v>40724</c:v>
                </c:pt>
                <c:pt idx="97">
                  <c:v>40755</c:v>
                </c:pt>
                <c:pt idx="98">
                  <c:v>40786</c:v>
                </c:pt>
                <c:pt idx="99">
                  <c:v>40816</c:v>
                </c:pt>
                <c:pt idx="100">
                  <c:v>40847</c:v>
                </c:pt>
                <c:pt idx="101">
                  <c:v>40877</c:v>
                </c:pt>
                <c:pt idx="102">
                  <c:v>40908</c:v>
                </c:pt>
                <c:pt idx="103">
                  <c:v>40939</c:v>
                </c:pt>
                <c:pt idx="104">
                  <c:v>40968</c:v>
                </c:pt>
                <c:pt idx="105">
                  <c:v>40999</c:v>
                </c:pt>
                <c:pt idx="106">
                  <c:v>41029</c:v>
                </c:pt>
                <c:pt idx="107">
                  <c:v>41060</c:v>
                </c:pt>
                <c:pt idx="108">
                  <c:v>41090</c:v>
                </c:pt>
                <c:pt idx="109">
                  <c:v>41121</c:v>
                </c:pt>
                <c:pt idx="110">
                  <c:v>41152</c:v>
                </c:pt>
                <c:pt idx="111">
                  <c:v>41182</c:v>
                </c:pt>
                <c:pt idx="112">
                  <c:v>41213</c:v>
                </c:pt>
                <c:pt idx="113">
                  <c:v>41243</c:v>
                </c:pt>
                <c:pt idx="114">
                  <c:v>41274</c:v>
                </c:pt>
                <c:pt idx="115">
                  <c:v>41305</c:v>
                </c:pt>
                <c:pt idx="116">
                  <c:v>41333</c:v>
                </c:pt>
                <c:pt idx="117">
                  <c:v>41364</c:v>
                </c:pt>
                <c:pt idx="118">
                  <c:v>41394</c:v>
                </c:pt>
                <c:pt idx="119">
                  <c:v>41425</c:v>
                </c:pt>
                <c:pt idx="120">
                  <c:v>41455</c:v>
                </c:pt>
                <c:pt idx="121">
                  <c:v>41486</c:v>
                </c:pt>
                <c:pt idx="122">
                  <c:v>41517</c:v>
                </c:pt>
                <c:pt idx="123">
                  <c:v>41547</c:v>
                </c:pt>
                <c:pt idx="124">
                  <c:v>41578</c:v>
                </c:pt>
                <c:pt idx="125">
                  <c:v>41608</c:v>
                </c:pt>
                <c:pt idx="126">
                  <c:v>41639</c:v>
                </c:pt>
                <c:pt idx="127">
                  <c:v>41670</c:v>
                </c:pt>
                <c:pt idx="128">
                  <c:v>41698</c:v>
                </c:pt>
                <c:pt idx="129">
                  <c:v>41729</c:v>
                </c:pt>
                <c:pt idx="130">
                  <c:v>41759</c:v>
                </c:pt>
                <c:pt idx="131">
                  <c:v>41790</c:v>
                </c:pt>
                <c:pt idx="132">
                  <c:v>41820</c:v>
                </c:pt>
                <c:pt idx="133">
                  <c:v>41851</c:v>
                </c:pt>
                <c:pt idx="134">
                  <c:v>41882</c:v>
                </c:pt>
                <c:pt idx="135">
                  <c:v>41912</c:v>
                </c:pt>
                <c:pt idx="136">
                  <c:v>41943</c:v>
                </c:pt>
                <c:pt idx="137">
                  <c:v>41973</c:v>
                </c:pt>
                <c:pt idx="138">
                  <c:v>42004</c:v>
                </c:pt>
                <c:pt idx="139">
                  <c:v>42035</c:v>
                </c:pt>
                <c:pt idx="140">
                  <c:v>42063</c:v>
                </c:pt>
                <c:pt idx="141">
                  <c:v>42094</c:v>
                </c:pt>
                <c:pt idx="142">
                  <c:v>42124</c:v>
                </c:pt>
                <c:pt idx="143">
                  <c:v>42155</c:v>
                </c:pt>
                <c:pt idx="144">
                  <c:v>42185</c:v>
                </c:pt>
                <c:pt idx="145">
                  <c:v>42216</c:v>
                </c:pt>
                <c:pt idx="146">
                  <c:v>42247</c:v>
                </c:pt>
                <c:pt idx="147">
                  <c:v>42277</c:v>
                </c:pt>
                <c:pt idx="148">
                  <c:v>42308</c:v>
                </c:pt>
                <c:pt idx="149">
                  <c:v>42338</c:v>
                </c:pt>
                <c:pt idx="150">
                  <c:v>42369</c:v>
                </c:pt>
                <c:pt idx="151">
                  <c:v>42400</c:v>
                </c:pt>
                <c:pt idx="152">
                  <c:v>42429</c:v>
                </c:pt>
                <c:pt idx="153">
                  <c:v>42460</c:v>
                </c:pt>
                <c:pt idx="154">
                  <c:v>42490</c:v>
                </c:pt>
                <c:pt idx="155">
                  <c:v>42521</c:v>
                </c:pt>
                <c:pt idx="156">
                  <c:v>42551</c:v>
                </c:pt>
                <c:pt idx="157">
                  <c:v>42582</c:v>
                </c:pt>
                <c:pt idx="158">
                  <c:v>42613</c:v>
                </c:pt>
                <c:pt idx="159">
                  <c:v>42643</c:v>
                </c:pt>
                <c:pt idx="160">
                  <c:v>42674</c:v>
                </c:pt>
                <c:pt idx="161">
                  <c:v>42704</c:v>
                </c:pt>
                <c:pt idx="162">
                  <c:v>42735</c:v>
                </c:pt>
                <c:pt idx="163">
                  <c:v>42766</c:v>
                </c:pt>
                <c:pt idx="164">
                  <c:v>42794</c:v>
                </c:pt>
                <c:pt idx="165">
                  <c:v>42825</c:v>
                </c:pt>
                <c:pt idx="166">
                  <c:v>42855</c:v>
                </c:pt>
                <c:pt idx="167">
                  <c:v>42886</c:v>
                </c:pt>
                <c:pt idx="168">
                  <c:v>42916</c:v>
                </c:pt>
                <c:pt idx="169">
                  <c:v>42947</c:v>
                </c:pt>
                <c:pt idx="170">
                  <c:v>42978</c:v>
                </c:pt>
                <c:pt idx="171">
                  <c:v>43008</c:v>
                </c:pt>
                <c:pt idx="172">
                  <c:v>43039</c:v>
                </c:pt>
                <c:pt idx="173">
                  <c:v>43069</c:v>
                </c:pt>
                <c:pt idx="174">
                  <c:v>43100</c:v>
                </c:pt>
                <c:pt idx="175">
                  <c:v>43131</c:v>
                </c:pt>
                <c:pt idx="176">
                  <c:v>43159</c:v>
                </c:pt>
                <c:pt idx="177">
                  <c:v>43190</c:v>
                </c:pt>
                <c:pt idx="178">
                  <c:v>43220</c:v>
                </c:pt>
                <c:pt idx="179">
                  <c:v>43251</c:v>
                </c:pt>
                <c:pt idx="180">
                  <c:v>43281</c:v>
                </c:pt>
                <c:pt idx="181">
                  <c:v>43312</c:v>
                </c:pt>
                <c:pt idx="182">
                  <c:v>43343</c:v>
                </c:pt>
                <c:pt idx="183">
                  <c:v>43373</c:v>
                </c:pt>
                <c:pt idx="184">
                  <c:v>43404</c:v>
                </c:pt>
                <c:pt idx="185">
                  <c:v>43434</c:v>
                </c:pt>
                <c:pt idx="186">
                  <c:v>43465</c:v>
                </c:pt>
                <c:pt idx="187">
                  <c:v>43496</c:v>
                </c:pt>
                <c:pt idx="188">
                  <c:v>43524</c:v>
                </c:pt>
                <c:pt idx="189">
                  <c:v>43555</c:v>
                </c:pt>
                <c:pt idx="190">
                  <c:v>43585</c:v>
                </c:pt>
                <c:pt idx="191">
                  <c:v>43616</c:v>
                </c:pt>
                <c:pt idx="192">
                  <c:v>43646</c:v>
                </c:pt>
                <c:pt idx="193">
                  <c:v>43677</c:v>
                </c:pt>
                <c:pt idx="194">
                  <c:v>43708</c:v>
                </c:pt>
                <c:pt idx="195">
                  <c:v>43738</c:v>
                </c:pt>
                <c:pt idx="196">
                  <c:v>43769</c:v>
                </c:pt>
                <c:pt idx="197">
                  <c:v>43799</c:v>
                </c:pt>
                <c:pt idx="198">
                  <c:v>43830</c:v>
                </c:pt>
                <c:pt idx="199">
                  <c:v>43861</c:v>
                </c:pt>
                <c:pt idx="200">
                  <c:v>43890</c:v>
                </c:pt>
                <c:pt idx="201">
                  <c:v>43921</c:v>
                </c:pt>
                <c:pt idx="202">
                  <c:v>43951</c:v>
                </c:pt>
                <c:pt idx="203">
                  <c:v>43982</c:v>
                </c:pt>
                <c:pt idx="204">
                  <c:v>44012</c:v>
                </c:pt>
                <c:pt idx="205">
                  <c:v>44043</c:v>
                </c:pt>
                <c:pt idx="206">
                  <c:v>44074</c:v>
                </c:pt>
                <c:pt idx="207">
                  <c:v>44104</c:v>
                </c:pt>
                <c:pt idx="208">
                  <c:v>44135</c:v>
                </c:pt>
                <c:pt idx="209">
                  <c:v>44165</c:v>
                </c:pt>
                <c:pt idx="210">
                  <c:v>44196</c:v>
                </c:pt>
                <c:pt idx="211">
                  <c:v>44227</c:v>
                </c:pt>
                <c:pt idx="212">
                  <c:v>44255</c:v>
                </c:pt>
                <c:pt idx="213">
                  <c:v>44286</c:v>
                </c:pt>
                <c:pt idx="214">
                  <c:v>44316</c:v>
                </c:pt>
                <c:pt idx="215">
                  <c:v>44347</c:v>
                </c:pt>
                <c:pt idx="216">
                  <c:v>44377</c:v>
                </c:pt>
                <c:pt idx="217">
                  <c:v>44408</c:v>
                </c:pt>
                <c:pt idx="218">
                  <c:v>44439</c:v>
                </c:pt>
                <c:pt idx="219">
                  <c:v>44469</c:v>
                </c:pt>
                <c:pt idx="220">
                  <c:v>44500</c:v>
                </c:pt>
                <c:pt idx="221">
                  <c:v>44530</c:v>
                </c:pt>
                <c:pt idx="222">
                  <c:v>44561</c:v>
                </c:pt>
                <c:pt idx="223">
                  <c:v>44592</c:v>
                </c:pt>
                <c:pt idx="224">
                  <c:v>44620</c:v>
                </c:pt>
                <c:pt idx="225">
                  <c:v>44651</c:v>
                </c:pt>
                <c:pt idx="226">
                  <c:v>44681</c:v>
                </c:pt>
                <c:pt idx="227">
                  <c:v>44712</c:v>
                </c:pt>
                <c:pt idx="228">
                  <c:v>44742</c:v>
                </c:pt>
                <c:pt idx="229">
                  <c:v>44773</c:v>
                </c:pt>
                <c:pt idx="230">
                  <c:v>44804</c:v>
                </c:pt>
                <c:pt idx="231">
                  <c:v>44834</c:v>
                </c:pt>
                <c:pt idx="232">
                  <c:v>44865</c:v>
                </c:pt>
                <c:pt idx="233">
                  <c:v>44895</c:v>
                </c:pt>
                <c:pt idx="234">
                  <c:v>44926</c:v>
                </c:pt>
                <c:pt idx="235">
                  <c:v>44957</c:v>
                </c:pt>
                <c:pt idx="236">
                  <c:v>44985</c:v>
                </c:pt>
                <c:pt idx="237">
                  <c:v>45016</c:v>
                </c:pt>
                <c:pt idx="238">
                  <c:v>45046</c:v>
                </c:pt>
                <c:pt idx="239">
                  <c:v>45077</c:v>
                </c:pt>
                <c:pt idx="240">
                  <c:v>45107</c:v>
                </c:pt>
                <c:pt idx="241">
                  <c:v>45138</c:v>
                </c:pt>
                <c:pt idx="242">
                  <c:v>45169</c:v>
                </c:pt>
                <c:pt idx="243">
                  <c:v>45199</c:v>
                </c:pt>
                <c:pt idx="244">
                  <c:v>45230</c:v>
                </c:pt>
                <c:pt idx="245">
                  <c:v>45260</c:v>
                </c:pt>
                <c:pt idx="246">
                  <c:v>45291</c:v>
                </c:pt>
                <c:pt idx="247">
                  <c:v>45322</c:v>
                </c:pt>
                <c:pt idx="248">
                  <c:v>45351</c:v>
                </c:pt>
                <c:pt idx="249">
                  <c:v>45382</c:v>
                </c:pt>
              </c:numCache>
            </c:numRef>
          </c:cat>
          <c:val>
            <c:numRef>
              <c:f>Summary!$K$2:$K$251</c:f>
              <c:numCache>
                <c:formatCode>General</c:formatCode>
                <c:ptCount val="250"/>
                <c:pt idx="0">
                  <c:v>1</c:v>
                </c:pt>
                <c:pt idx="1">
                  <c:v>1.0568264831404515</c:v>
                </c:pt>
                <c:pt idx="2">
                  <c:v>1.1111025670601204</c:v>
                </c:pt>
                <c:pt idx="3">
                  <c:v>1.0793186973739861</c:v>
                </c:pt>
                <c:pt idx="4">
                  <c:v>1.1848719033155191</c:v>
                </c:pt>
                <c:pt idx="5">
                  <c:v>1.182193343329873</c:v>
                </c:pt>
                <c:pt idx="6">
                  <c:v>1.2640752560011279</c:v>
                </c:pt>
                <c:pt idx="7">
                  <c:v>1.3227216220026401</c:v>
                </c:pt>
                <c:pt idx="8">
                  <c:v>1.3290527637868943</c:v>
                </c:pt>
                <c:pt idx="9">
                  <c:v>1.3105463493406129</c:v>
                </c:pt>
                <c:pt idx="10">
                  <c:v>1.279557076396632</c:v>
                </c:pt>
                <c:pt idx="11">
                  <c:v>1.2834787958014535</c:v>
                </c:pt>
                <c:pt idx="12">
                  <c:v>1.2486446999115692</c:v>
                </c:pt>
                <c:pt idx="13">
                  <c:v>1.2755200123034336</c:v>
                </c:pt>
                <c:pt idx="14">
                  <c:v>1.3870839581170622</c:v>
                </c:pt>
                <c:pt idx="15">
                  <c:v>1.4663257590321304</c:v>
                </c:pt>
                <c:pt idx="16">
                  <c:v>1.4573288733387162</c:v>
                </c:pt>
                <c:pt idx="17">
                  <c:v>1.5630999525805171</c:v>
                </c:pt>
                <c:pt idx="18">
                  <c:v>1.5856690632729695</c:v>
                </c:pt>
                <c:pt idx="19">
                  <c:v>1.6071488074640827</c:v>
                </c:pt>
                <c:pt idx="20">
                  <c:v>1.6948235867071655</c:v>
                </c:pt>
                <c:pt idx="21">
                  <c:v>1.6800082022889511</c:v>
                </c:pt>
                <c:pt idx="22">
                  <c:v>1.5931408358645083</c:v>
                </c:pt>
                <c:pt idx="23">
                  <c:v>1.7499327155984468</c:v>
                </c:pt>
                <c:pt idx="24">
                  <c:v>1.8016968485267919</c:v>
                </c:pt>
                <c:pt idx="25">
                  <c:v>1.9308957155856303</c:v>
                </c:pt>
                <c:pt idx="26">
                  <c:v>1.9705486562343801</c:v>
                </c:pt>
                <c:pt idx="27">
                  <c:v>2.1671857177643634</c:v>
                </c:pt>
                <c:pt idx="28">
                  <c:v>2.1157291706716901</c:v>
                </c:pt>
                <c:pt idx="29">
                  <c:v>2.1610340010509179</c:v>
                </c:pt>
                <c:pt idx="30">
                  <c:v>2.3349225268176395</c:v>
                </c:pt>
                <c:pt idx="31">
                  <c:v>2.550617094082817</c:v>
                </c:pt>
                <c:pt idx="32">
                  <c:v>2.4684275955758901</c:v>
                </c:pt>
                <c:pt idx="33">
                  <c:v>2.644341061427455</c:v>
                </c:pt>
                <c:pt idx="34">
                  <c:v>2.7561356966178376</c:v>
                </c:pt>
                <c:pt idx="35">
                  <c:v>2.6825457854332475</c:v>
                </c:pt>
                <c:pt idx="36">
                  <c:v>2.7730016532738668</c:v>
                </c:pt>
                <c:pt idx="37">
                  <c:v>2.7325412998064773</c:v>
                </c:pt>
                <c:pt idx="38">
                  <c:v>2.8812718674305047</c:v>
                </c:pt>
                <c:pt idx="39">
                  <c:v>2.9486331654427316</c:v>
                </c:pt>
                <c:pt idx="40">
                  <c:v>3.0834582900790752</c:v>
                </c:pt>
                <c:pt idx="41">
                  <c:v>3.1659425583451881</c:v>
                </c:pt>
                <c:pt idx="42">
                  <c:v>3.2975764799364322</c:v>
                </c:pt>
                <c:pt idx="43">
                  <c:v>3.3711920232739949</c:v>
                </c:pt>
                <c:pt idx="44">
                  <c:v>3.4218027093185692</c:v>
                </c:pt>
                <c:pt idx="45">
                  <c:v>3.6399066989631801</c:v>
                </c:pt>
                <c:pt idx="46">
                  <c:v>3.7665295346482632</c:v>
                </c:pt>
                <c:pt idx="47">
                  <c:v>3.8324041677880736</c:v>
                </c:pt>
                <c:pt idx="48">
                  <c:v>3.7959936944903689</c:v>
                </c:pt>
                <c:pt idx="49">
                  <c:v>3.8323529034821284</c:v>
                </c:pt>
                <c:pt idx="50">
                  <c:v>3.8581260332961675</c:v>
                </c:pt>
                <c:pt idx="51">
                  <c:v>4.05080292719187</c:v>
                </c:pt>
                <c:pt idx="52">
                  <c:v>4.244992118112962</c:v>
                </c:pt>
                <c:pt idx="53">
                  <c:v>4.1095518218052733</c:v>
                </c:pt>
                <c:pt idx="54">
                  <c:v>3.9305240493675275</c:v>
                </c:pt>
                <c:pt idx="55">
                  <c:v>3.7100619016494298</c:v>
                </c:pt>
                <c:pt idx="56">
                  <c:v>4.1720558268291752</c:v>
                </c:pt>
                <c:pt idx="57">
                  <c:v>4.0452151178438243</c:v>
                </c:pt>
                <c:pt idx="58">
                  <c:v>4.2148358901405931</c:v>
                </c:pt>
                <c:pt idx="59">
                  <c:v>4.3718071949453403</c:v>
                </c:pt>
                <c:pt idx="60">
                  <c:v>4.1811808732874525</c:v>
                </c:pt>
                <c:pt idx="61">
                  <c:v>3.816704474092302</c:v>
                </c:pt>
                <c:pt idx="62">
                  <c:v>3.8286234252246025</c:v>
                </c:pt>
                <c:pt idx="63">
                  <c:v>3.3217347841131923</c:v>
                </c:pt>
                <c:pt idx="64">
                  <c:v>2.9348686992963979</c:v>
                </c:pt>
                <c:pt idx="65">
                  <c:v>2.9721378497186883</c:v>
                </c:pt>
                <c:pt idx="66">
                  <c:v>3.0172760711035935</c:v>
                </c:pt>
                <c:pt idx="67">
                  <c:v>2.8890512258577168</c:v>
                </c:pt>
                <c:pt idx="68">
                  <c:v>2.6038038115011481</c:v>
                </c:pt>
                <c:pt idx="69">
                  <c:v>2.8907173158009418</c:v>
                </c:pt>
                <c:pt idx="70">
                  <c:v>2.9363681802453008</c:v>
                </c:pt>
                <c:pt idx="71">
                  <c:v>3.2397375267535611</c:v>
                </c:pt>
                <c:pt idx="72">
                  <c:v>3.1407589680495227</c:v>
                </c:pt>
                <c:pt idx="73">
                  <c:v>3.4579824932395211</c:v>
                </c:pt>
                <c:pt idx="74">
                  <c:v>3.5686364976226193</c:v>
                </c:pt>
                <c:pt idx="75">
                  <c:v>3.5775052225511694</c:v>
                </c:pt>
                <c:pt idx="76">
                  <c:v>3.7927512271393242</c:v>
                </c:pt>
                <c:pt idx="77">
                  <c:v>3.8735694054622121</c:v>
                </c:pt>
                <c:pt idx="78">
                  <c:v>3.9868122572955524</c:v>
                </c:pt>
                <c:pt idx="79">
                  <c:v>3.8471170235943979</c:v>
                </c:pt>
                <c:pt idx="80">
                  <c:v>3.8614710292591035</c:v>
                </c:pt>
                <c:pt idx="81">
                  <c:v>4.1653658349033043</c:v>
                </c:pt>
                <c:pt idx="82">
                  <c:v>4.1628795160649537</c:v>
                </c:pt>
                <c:pt idx="83">
                  <c:v>3.9500813820856902</c:v>
                </c:pt>
                <c:pt idx="84">
                  <c:v>3.8249323951965364</c:v>
                </c:pt>
                <c:pt idx="85">
                  <c:v>4.1326720237866397</c:v>
                </c:pt>
                <c:pt idx="86">
                  <c:v>3.9848642136696291</c:v>
                </c:pt>
                <c:pt idx="87">
                  <c:v>4.3332948851038759</c:v>
                </c:pt>
                <c:pt idx="88">
                  <c:v>4.4871390672459546</c:v>
                </c:pt>
                <c:pt idx="89">
                  <c:v>4.4668768503210439</c:v>
                </c:pt>
                <c:pt idx="90">
                  <c:v>4.7436528381201395</c:v>
                </c:pt>
                <c:pt idx="91">
                  <c:v>4.6414958924474874</c:v>
                </c:pt>
                <c:pt idx="92">
                  <c:v>4.7716815973957747</c:v>
                </c:pt>
                <c:pt idx="93">
                  <c:v>4.7966088661617148</c:v>
                </c:pt>
                <c:pt idx="94">
                  <c:v>4.9041485639586311</c:v>
                </c:pt>
                <c:pt idx="95">
                  <c:v>4.8662514257885103</c:v>
                </c:pt>
                <c:pt idx="96">
                  <c:v>4.7674651082317672</c:v>
                </c:pt>
                <c:pt idx="97">
                  <c:v>4.6725236136209274</c:v>
                </c:pt>
                <c:pt idx="98">
                  <c:v>4.6574775398259591</c:v>
                </c:pt>
                <c:pt idx="99">
                  <c:v>4.489253719866201</c:v>
                </c:pt>
                <c:pt idx="100">
                  <c:v>4.9089802247939822</c:v>
                </c:pt>
                <c:pt idx="101">
                  <c:v>4.9874017968139244</c:v>
                </c:pt>
                <c:pt idx="102">
                  <c:v>4.8654311968933843</c:v>
                </c:pt>
                <c:pt idx="103">
                  <c:v>5.1441680443948901</c:v>
                </c:pt>
                <c:pt idx="104">
                  <c:v>5.2314327091904094</c:v>
                </c:pt>
                <c:pt idx="105">
                  <c:v>5.1575992925525789</c:v>
                </c:pt>
                <c:pt idx="106">
                  <c:v>5.303728196649879</c:v>
                </c:pt>
                <c:pt idx="107">
                  <c:v>5.1133838286746913</c:v>
                </c:pt>
                <c:pt idx="108">
                  <c:v>5.2081074499852633</c:v>
                </c:pt>
                <c:pt idx="109">
                  <c:v>5.3490202109526219</c:v>
                </c:pt>
                <c:pt idx="110">
                  <c:v>5.4956873902623471</c:v>
                </c:pt>
                <c:pt idx="111">
                  <c:v>5.5860791777205341</c:v>
                </c:pt>
                <c:pt idx="112">
                  <c:v>5.8216514796160324</c:v>
                </c:pt>
                <c:pt idx="113">
                  <c:v>5.9750855473105489</c:v>
                </c:pt>
                <c:pt idx="114">
                  <c:v>6.1635844002717031</c:v>
                </c:pt>
                <c:pt idx="115">
                  <c:v>6.3625027234162559</c:v>
                </c:pt>
                <c:pt idx="116">
                  <c:v>6.2420059722916443</c:v>
                </c:pt>
                <c:pt idx="117">
                  <c:v>6.3165699052891968</c:v>
                </c:pt>
                <c:pt idx="118">
                  <c:v>6.1590218770425631</c:v>
                </c:pt>
                <c:pt idx="119">
                  <c:v>6.6832378535635106</c:v>
                </c:pt>
                <c:pt idx="120">
                  <c:v>6.302446589001244</c:v>
                </c:pt>
                <c:pt idx="121">
                  <c:v>6.5802094146897883</c:v>
                </c:pt>
                <c:pt idx="122">
                  <c:v>6.7497917387570983</c:v>
                </c:pt>
                <c:pt idx="123">
                  <c:v>7.0924167275430321</c:v>
                </c:pt>
                <c:pt idx="124">
                  <c:v>7.3487126251169483</c:v>
                </c:pt>
                <c:pt idx="125">
                  <c:v>7.2678559985646016</c:v>
                </c:pt>
                <c:pt idx="126">
                  <c:v>7.4847040127135509</c:v>
                </c:pt>
                <c:pt idx="127">
                  <c:v>7.308111294808211</c:v>
                </c:pt>
                <c:pt idx="128">
                  <c:v>7.6650518410293911</c:v>
                </c:pt>
                <c:pt idx="129">
                  <c:v>7.8055416714726986</c:v>
                </c:pt>
                <c:pt idx="130">
                  <c:v>8.0124700424212172</c:v>
                </c:pt>
                <c:pt idx="131">
                  <c:v>8.140541094749258</c:v>
                </c:pt>
                <c:pt idx="132">
                  <c:v>8.3657323746908165</c:v>
                </c:pt>
                <c:pt idx="133">
                  <c:v>8.4431286605918512</c:v>
                </c:pt>
                <c:pt idx="134">
                  <c:v>8.4044112935266035</c:v>
                </c:pt>
                <c:pt idx="135">
                  <c:v>8.1876658079895464</c:v>
                </c:pt>
                <c:pt idx="136">
                  <c:v>8.2699706511848508</c:v>
                </c:pt>
                <c:pt idx="137">
                  <c:v>8.3148781831930023</c:v>
                </c:pt>
                <c:pt idx="138">
                  <c:v>8.2988580875850726</c:v>
                </c:pt>
                <c:pt idx="139">
                  <c:v>8.5545388134876461</c:v>
                </c:pt>
                <c:pt idx="140">
                  <c:v>8.9025593704743304</c:v>
                </c:pt>
                <c:pt idx="141">
                  <c:v>8.783946582593213</c:v>
                </c:pt>
                <c:pt idx="142">
                  <c:v>9.1966626936829634</c:v>
                </c:pt>
                <c:pt idx="143">
                  <c:v>8.8330449716123969</c:v>
                </c:pt>
                <c:pt idx="144">
                  <c:v>8.7662219488125981</c:v>
                </c:pt>
                <c:pt idx="145">
                  <c:v>8.8120266061747934</c:v>
                </c:pt>
                <c:pt idx="146">
                  <c:v>8.4988401450779936</c:v>
                </c:pt>
                <c:pt idx="147">
                  <c:v>8.579863380624662</c:v>
                </c:pt>
                <c:pt idx="148">
                  <c:v>9.2329321901393175</c:v>
                </c:pt>
                <c:pt idx="149">
                  <c:v>8.8766837120484006</c:v>
                </c:pt>
                <c:pt idx="150">
                  <c:v>8.7243902751611682</c:v>
                </c:pt>
                <c:pt idx="151">
                  <c:v>8.4638778884232444</c:v>
                </c:pt>
                <c:pt idx="152">
                  <c:v>8.5139246671024207</c:v>
                </c:pt>
                <c:pt idx="153">
                  <c:v>9.0621451548822929</c:v>
                </c:pt>
                <c:pt idx="154">
                  <c:v>9.2158996244889675</c:v>
                </c:pt>
                <c:pt idx="155">
                  <c:v>9.3851487305676322</c:v>
                </c:pt>
                <c:pt idx="156">
                  <c:v>9.1016443026132059</c:v>
                </c:pt>
                <c:pt idx="157">
                  <c:v>9.2073897497020347</c:v>
                </c:pt>
                <c:pt idx="158">
                  <c:v>9.2320350647852738</c:v>
                </c:pt>
                <c:pt idx="159">
                  <c:v>9.1451420662078586</c:v>
                </c:pt>
                <c:pt idx="160">
                  <c:v>8.9173491227395711</c:v>
                </c:pt>
                <c:pt idx="161">
                  <c:v>8.8678662514257951</c:v>
                </c:pt>
                <c:pt idx="162">
                  <c:v>8.9537339638843036</c:v>
                </c:pt>
                <c:pt idx="163">
                  <c:v>9.3395106821997587</c:v>
                </c:pt>
                <c:pt idx="164">
                  <c:v>9.0489830443308144</c:v>
                </c:pt>
                <c:pt idx="165">
                  <c:v>9.2917579812116387</c:v>
                </c:pt>
                <c:pt idx="166">
                  <c:v>9.6304228023632916</c:v>
                </c:pt>
                <c:pt idx="167">
                  <c:v>9.5895907826777975</c:v>
                </c:pt>
                <c:pt idx="168">
                  <c:v>9.2552834275315021</c:v>
                </c:pt>
                <c:pt idx="169">
                  <c:v>9.9062375844259112</c:v>
                </c:pt>
                <c:pt idx="170">
                  <c:v>10.168326348571656</c:v>
                </c:pt>
                <c:pt idx="171">
                  <c:v>10.079703179668584</c:v>
                </c:pt>
                <c:pt idx="172">
                  <c:v>10.710907762697534</c:v>
                </c:pt>
                <c:pt idx="173">
                  <c:v>10.8668281492304</c:v>
                </c:pt>
                <c:pt idx="174">
                  <c:v>10.829943481102703</c:v>
                </c:pt>
                <c:pt idx="175">
                  <c:v>10.840760249657176</c:v>
                </c:pt>
                <c:pt idx="176">
                  <c:v>10.62727004754765</c:v>
                </c:pt>
                <c:pt idx="177">
                  <c:v>10.183436502749055</c:v>
                </c:pt>
                <c:pt idx="178">
                  <c:v>10.730054980968132</c:v>
                </c:pt>
                <c:pt idx="179">
                  <c:v>10.357043074833076</c:v>
                </c:pt>
                <c:pt idx="180">
                  <c:v>10.64546887615826</c:v>
                </c:pt>
                <c:pt idx="181">
                  <c:v>10.61902931036693</c:v>
                </c:pt>
                <c:pt idx="182">
                  <c:v>10.867622745972556</c:v>
                </c:pt>
                <c:pt idx="183">
                  <c:v>10.414177143809201</c:v>
                </c:pt>
                <c:pt idx="184">
                  <c:v>9.8139490176477437</c:v>
                </c:pt>
                <c:pt idx="185">
                  <c:v>9.5023901982647097</c:v>
                </c:pt>
                <c:pt idx="186">
                  <c:v>9.9063272969613152</c:v>
                </c:pt>
                <c:pt idx="187">
                  <c:v>10.184269547720668</c:v>
                </c:pt>
                <c:pt idx="188">
                  <c:v>10.531700565188979</c:v>
                </c:pt>
                <c:pt idx="189">
                  <c:v>10.696310251579588</c:v>
                </c:pt>
                <c:pt idx="190">
                  <c:v>11.148230740641065</c:v>
                </c:pt>
                <c:pt idx="191">
                  <c:v>10.608404782959751</c:v>
                </c:pt>
                <c:pt idx="192">
                  <c:v>11.115639458136293</c:v>
                </c:pt>
                <c:pt idx="193">
                  <c:v>10.851910236200295</c:v>
                </c:pt>
                <c:pt idx="194">
                  <c:v>10.587629922975385</c:v>
                </c:pt>
                <c:pt idx="195">
                  <c:v>10.607892139900297</c:v>
                </c:pt>
                <c:pt idx="196">
                  <c:v>10.941366450074979</c:v>
                </c:pt>
                <c:pt idx="197">
                  <c:v>10.744857549309859</c:v>
                </c:pt>
                <c:pt idx="198">
                  <c:v>11.099568098222417</c:v>
                </c:pt>
                <c:pt idx="199">
                  <c:v>10.911530624014771</c:v>
                </c:pt>
                <c:pt idx="200">
                  <c:v>9.9307931869737462</c:v>
                </c:pt>
                <c:pt idx="201">
                  <c:v>8.7263255027106066</c:v>
                </c:pt>
                <c:pt idx="202">
                  <c:v>9.9462109269868186</c:v>
                </c:pt>
                <c:pt idx="203">
                  <c:v>9.9766106604124278</c:v>
                </c:pt>
                <c:pt idx="204">
                  <c:v>10.748958693785493</c:v>
                </c:pt>
                <c:pt idx="205">
                  <c:v>11.023735373652718</c:v>
                </c:pt>
                <c:pt idx="206">
                  <c:v>10.995347764235465</c:v>
                </c:pt>
                <c:pt idx="207">
                  <c:v>10.821100388327125</c:v>
                </c:pt>
                <c:pt idx="208">
                  <c:v>10.309751752598467</c:v>
                </c:pt>
                <c:pt idx="209">
                  <c:v>11.393684237507538</c:v>
                </c:pt>
                <c:pt idx="210">
                  <c:v>11.876376126212731</c:v>
                </c:pt>
                <c:pt idx="211">
                  <c:v>12.494636471990475</c:v>
                </c:pt>
                <c:pt idx="212">
                  <c:v>13.228036448921538</c:v>
                </c:pt>
                <c:pt idx="213">
                  <c:v>13.437169185025708</c:v>
                </c:pt>
                <c:pt idx="214">
                  <c:v>13.56694477552643</c:v>
                </c:pt>
                <c:pt idx="215">
                  <c:v>13.779012393145974</c:v>
                </c:pt>
                <c:pt idx="216">
                  <c:v>13.443731016186716</c:v>
                </c:pt>
                <c:pt idx="217">
                  <c:v>14.006318325707779</c:v>
                </c:pt>
                <c:pt idx="218">
                  <c:v>13.76230022940778</c:v>
                </c:pt>
                <c:pt idx="219">
                  <c:v>13.330731669806616</c:v>
                </c:pt>
                <c:pt idx="220">
                  <c:v>14.017545208709818</c:v>
                </c:pt>
                <c:pt idx="221">
                  <c:v>14.644059107744766</c:v>
                </c:pt>
                <c:pt idx="222">
                  <c:v>15.347571994309675</c:v>
                </c:pt>
                <c:pt idx="223">
                  <c:v>15.479641662501452</c:v>
                </c:pt>
                <c:pt idx="224">
                  <c:v>15.935688928191533</c:v>
                </c:pt>
                <c:pt idx="225">
                  <c:v>15.937342202058273</c:v>
                </c:pt>
                <c:pt idx="226">
                  <c:v>15.354185089776626</c:v>
                </c:pt>
                <c:pt idx="227">
                  <c:v>15.298576133902378</c:v>
                </c:pt>
                <c:pt idx="228">
                  <c:v>14.073718071949463</c:v>
                </c:pt>
                <c:pt idx="229">
                  <c:v>14.667961090391797</c:v>
                </c:pt>
                <c:pt idx="230">
                  <c:v>14.398426185807487</c:v>
                </c:pt>
                <c:pt idx="231">
                  <c:v>13.803849949376508</c:v>
                </c:pt>
                <c:pt idx="232">
                  <c:v>14.478834249682814</c:v>
                </c:pt>
                <c:pt idx="233">
                  <c:v>16.264651979443027</c:v>
                </c:pt>
                <c:pt idx="234">
                  <c:v>15.896856216437914</c:v>
                </c:pt>
                <c:pt idx="235">
                  <c:v>17.310174683122526</c:v>
                </c:pt>
                <c:pt idx="236">
                  <c:v>16.930613761902947</c:v>
                </c:pt>
                <c:pt idx="237">
                  <c:v>16.718020685147465</c:v>
                </c:pt>
                <c:pt idx="238">
                  <c:v>17.282350981070671</c:v>
                </c:pt>
                <c:pt idx="239">
                  <c:v>16.604636856472776</c:v>
                </c:pt>
                <c:pt idx="240">
                  <c:v>16.82914888436056</c:v>
                </c:pt>
                <c:pt idx="241">
                  <c:v>17.504286977584698</c:v>
                </c:pt>
                <c:pt idx="242">
                  <c:v>16.669152985505033</c:v>
                </c:pt>
                <c:pt idx="243">
                  <c:v>16.244287233906228</c:v>
                </c:pt>
                <c:pt idx="244">
                  <c:v>15.685852333166739</c:v>
                </c:pt>
                <c:pt idx="245">
                  <c:v>17.027554564445655</c:v>
                </c:pt>
                <c:pt idx="246">
                  <c:v>17.367847027311072</c:v>
                </c:pt>
                <c:pt idx="247">
                  <c:v>16.858305458366988</c:v>
                </c:pt>
                <c:pt idx="248">
                  <c:v>16.446230151101553</c:v>
                </c:pt>
                <c:pt idx="249">
                  <c:v>16.977123303471885</c:v>
                </c:pt>
              </c:numCache>
            </c:numRef>
          </c:val>
          <c:smooth val="0"/>
          <c:extLst>
            <c:ext xmlns:c16="http://schemas.microsoft.com/office/drawing/2014/chart" uri="{C3380CC4-5D6E-409C-BE32-E72D297353CC}">
              <c16:uniqueId val="{00000003-3BB7-4D52-B5BF-9431A63EA0BC}"/>
            </c:ext>
          </c:extLst>
        </c:ser>
        <c:dLbls>
          <c:showLegendKey val="0"/>
          <c:showVal val="0"/>
          <c:showCatName val="0"/>
          <c:showSerName val="0"/>
          <c:showPercent val="0"/>
          <c:showBubbleSize val="0"/>
        </c:dLbls>
        <c:smooth val="0"/>
        <c:axId val="1273425944"/>
        <c:axId val="1273424504"/>
      </c:lineChart>
      <c:dateAx>
        <c:axId val="1273425944"/>
        <c:scaling>
          <c:orientation val="minMax"/>
          <c:max val="45473"/>
        </c:scaling>
        <c:delete val="0"/>
        <c:axPos val="b"/>
        <c:numFmt formatCode="yyyy" sourceLinked="0"/>
        <c:majorTickMark val="out"/>
        <c:minorTickMark val="none"/>
        <c:tickLblPos val="nextTo"/>
        <c:spPr>
          <a:noFill/>
          <a:ln w="9525" cap="flat" cmpd="sng" algn="ctr">
            <a:solidFill>
              <a:schemeClr val="bg1">
                <a:lumMod val="85000"/>
              </a:schemeClr>
            </a:solidFill>
            <a:round/>
          </a:ln>
          <a:effectLst/>
        </c:spPr>
        <c:txPr>
          <a:bodyPr rot="-60000000" spcFirstLastPara="1" vertOverflow="ellipsis" vert="horz" wrap="square" anchor="ctr" anchorCtr="1"/>
          <a:lstStyle/>
          <a:p>
            <a:pPr>
              <a:defRPr sz="900" b="0" i="0" u="none" strike="noStrike" kern="1200" baseline="0">
                <a:solidFill>
                  <a:srgbClr val="002855"/>
                </a:solidFill>
                <a:latin typeface="+mn-lt"/>
                <a:ea typeface="+mn-ea"/>
                <a:cs typeface="+mn-cs"/>
              </a:defRPr>
            </a:pPr>
            <a:endParaRPr lang="en-US"/>
          </a:p>
        </c:txPr>
        <c:crossAx val="1273424504"/>
        <c:crosses val="autoZero"/>
        <c:auto val="1"/>
        <c:lblOffset val="100"/>
        <c:baseTimeUnit val="months"/>
        <c:majorUnit val="1"/>
        <c:majorTimeUnit val="years"/>
      </c:dateAx>
      <c:valAx>
        <c:axId val="127342450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002855"/>
                </a:solidFill>
                <a:latin typeface="+mn-lt"/>
                <a:ea typeface="+mn-ea"/>
                <a:cs typeface="+mn-cs"/>
              </a:defRPr>
            </a:pPr>
            <a:endParaRPr lang="en-US"/>
          </a:p>
        </c:txPr>
        <c:crossAx val="127342594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rgbClr val="002855"/>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'Sheet3 (2)'!$E$4</c:f>
              <c:strCache>
                <c:ptCount val="1"/>
                <c:pt idx="0">
                  <c:v>Cash</c:v>
                </c:pt>
              </c:strCache>
            </c:strRef>
          </c:tx>
          <c:spPr>
            <a:solidFill>
              <a:schemeClr val="accent1"/>
            </a:solidFill>
            <a:ln>
              <a:noFill/>
            </a:ln>
            <a:effectLst/>
          </c:spPr>
          <c:invertIfNegative val="0"/>
          <c:dPt>
            <c:idx val="0"/>
            <c:invertIfNegative val="0"/>
            <c:bubble3D val="0"/>
            <c:spPr>
              <a:solidFill>
                <a:schemeClr val="accent6"/>
              </a:solidFill>
              <a:ln>
                <a:noFill/>
              </a:ln>
              <a:effectLst/>
            </c:spPr>
            <c:extLst>
              <c:ext xmlns:c16="http://schemas.microsoft.com/office/drawing/2014/chart" uri="{C3380CC4-5D6E-409C-BE32-E72D297353CC}">
                <c16:uniqueId val="{00000001-FA0D-4E53-AA68-2BB2FD932037}"/>
              </c:ext>
            </c:extLst>
          </c:dPt>
          <c:dPt>
            <c:idx val="1"/>
            <c:invertIfNegative val="0"/>
            <c:bubble3D val="0"/>
            <c:spPr>
              <a:noFill/>
              <a:ln>
                <a:noFill/>
              </a:ln>
              <a:effectLst/>
            </c:spPr>
            <c:extLst>
              <c:ext xmlns:c16="http://schemas.microsoft.com/office/drawing/2014/chart" uri="{C3380CC4-5D6E-409C-BE32-E72D297353CC}">
                <c16:uniqueId val="{00000003-FA0D-4E53-AA68-2BB2FD932037}"/>
              </c:ext>
            </c:extLst>
          </c:dPt>
          <c:dPt>
            <c:idx val="2"/>
            <c:invertIfNegative val="0"/>
            <c:bubble3D val="0"/>
            <c:spPr>
              <a:noFill/>
              <a:ln>
                <a:noFill/>
              </a:ln>
              <a:effectLst/>
            </c:spPr>
            <c:extLst>
              <c:ext xmlns:c16="http://schemas.microsoft.com/office/drawing/2014/chart" uri="{C3380CC4-5D6E-409C-BE32-E72D297353CC}">
                <c16:uniqueId val="{00000005-FA0D-4E53-AA68-2BB2FD932037}"/>
              </c:ext>
            </c:extLst>
          </c:dPt>
          <c:dPt>
            <c:idx val="4"/>
            <c:invertIfNegative val="0"/>
            <c:bubble3D val="0"/>
            <c:spPr>
              <a:noFill/>
              <a:ln>
                <a:noFill/>
              </a:ln>
              <a:effectLst/>
            </c:spPr>
            <c:extLst>
              <c:ext xmlns:c16="http://schemas.microsoft.com/office/drawing/2014/chart" uri="{C3380CC4-5D6E-409C-BE32-E72D297353CC}">
                <c16:uniqueId val="{00000007-FA0D-4E53-AA68-2BB2FD932037}"/>
              </c:ext>
            </c:extLst>
          </c:dPt>
          <c:dPt>
            <c:idx val="6"/>
            <c:invertIfNegative val="0"/>
            <c:bubble3D val="0"/>
            <c:spPr>
              <a:solidFill>
                <a:schemeClr val="accent5"/>
              </a:solidFill>
              <a:ln>
                <a:noFill/>
              </a:ln>
              <a:effectLst/>
            </c:spPr>
            <c:extLst>
              <c:ext xmlns:c16="http://schemas.microsoft.com/office/drawing/2014/chart" uri="{C3380CC4-5D6E-409C-BE32-E72D297353CC}">
                <c16:uniqueId val="{00000009-FA0D-4E53-AA68-2BB2FD932037}"/>
              </c:ext>
            </c:extLst>
          </c:dPt>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A0D-4E53-AA68-2BB2FD932037}"/>
                </c:ext>
              </c:extLst>
            </c:dLbl>
            <c:dLbl>
              <c:idx val="6"/>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FA0D-4E53-AA68-2BB2FD932037}"/>
                </c:ext>
              </c:extLst>
            </c:dLbl>
            <c:spPr>
              <a:noFill/>
              <a:ln>
                <a:noFill/>
              </a:ln>
              <a:effectLst/>
            </c:spPr>
            <c:txPr>
              <a:bodyPr rot="0" spcFirstLastPara="1" vertOverflow="ellipsis" vert="horz" wrap="square" anchor="ctr" anchorCtr="1"/>
              <a:lstStyle/>
              <a:p>
                <a:pPr>
                  <a:defRPr sz="800" b="0" i="0" u="none" strike="noStrike" kern="1200" baseline="0">
                    <a:solidFill>
                      <a:schemeClr val="bg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 (2)'!$G$3:$M$3</c:f>
              <c:strCache>
                <c:ptCount val="7"/>
                <c:pt idx="0">
                  <c:v>Margin Yield</c:v>
                </c:pt>
                <c:pt idx="1">
                  <c:v>Credit Yield</c:v>
                </c:pt>
                <c:pt idx="2">
                  <c:v>Term Yield</c:v>
                </c:pt>
                <c:pt idx="4">
                  <c:v>Hurdle Return (Cost of Funding)</c:v>
                </c:pt>
                <c:pt idx="6">
                  <c:v>Alpha</c:v>
                </c:pt>
              </c:strCache>
            </c:strRef>
          </c:cat>
          <c:val>
            <c:numRef>
              <c:f>'Sheet3 (2)'!$G$4:$M$4</c:f>
              <c:numCache>
                <c:formatCode>0.00%</c:formatCode>
                <c:ptCount val="7"/>
                <c:pt idx="0">
                  <c:v>1.4999999999999999E-2</c:v>
                </c:pt>
                <c:pt idx="1">
                  <c:v>1.4999999999999999E-2</c:v>
                </c:pt>
                <c:pt idx="2">
                  <c:v>1.4999999999999999E-2</c:v>
                </c:pt>
                <c:pt idx="4">
                  <c:v>1.8700000000000001E-2</c:v>
                </c:pt>
                <c:pt idx="6">
                  <c:v>1.8700000000000001E-2</c:v>
                </c:pt>
              </c:numCache>
            </c:numRef>
          </c:val>
          <c:extLst>
            <c:ext xmlns:c16="http://schemas.microsoft.com/office/drawing/2014/chart" uri="{C3380CC4-5D6E-409C-BE32-E72D297353CC}">
              <c16:uniqueId val="{0000000A-FA0D-4E53-AA68-2BB2FD932037}"/>
            </c:ext>
          </c:extLst>
        </c:ser>
        <c:ser>
          <c:idx val="1"/>
          <c:order val="1"/>
          <c:tx>
            <c:strRef>
              <c:f>'Sheet3 (2)'!$E$5</c:f>
              <c:strCache>
                <c:ptCount val="1"/>
                <c:pt idx="0">
                  <c:v>Credit Assets</c:v>
                </c:pt>
              </c:strCache>
            </c:strRef>
          </c:tx>
          <c:spPr>
            <a:solidFill>
              <a:schemeClr val="accent2"/>
            </a:solidFill>
            <a:ln>
              <a:noFill/>
            </a:ln>
            <a:effectLst/>
          </c:spPr>
          <c:invertIfNegative val="0"/>
          <c:dPt>
            <c:idx val="0"/>
            <c:invertIfNegative val="0"/>
            <c:bubble3D val="0"/>
            <c:spPr>
              <a:noFill/>
              <a:ln>
                <a:noFill/>
              </a:ln>
              <a:effectLst/>
            </c:spPr>
            <c:extLst>
              <c:ext xmlns:c16="http://schemas.microsoft.com/office/drawing/2014/chart" uri="{C3380CC4-5D6E-409C-BE32-E72D297353CC}">
                <c16:uniqueId val="{0000000C-FA0D-4E53-AA68-2BB2FD932037}"/>
              </c:ext>
            </c:extLst>
          </c:dPt>
          <c:dPt>
            <c:idx val="2"/>
            <c:invertIfNegative val="0"/>
            <c:bubble3D val="0"/>
            <c:spPr>
              <a:noFill/>
              <a:ln>
                <a:noFill/>
              </a:ln>
              <a:effectLst/>
            </c:spPr>
            <c:extLst>
              <c:ext xmlns:c16="http://schemas.microsoft.com/office/drawing/2014/chart" uri="{C3380CC4-5D6E-409C-BE32-E72D297353CC}">
                <c16:uniqueId val="{0000000E-FA0D-4E53-AA68-2BB2FD932037}"/>
              </c:ext>
            </c:extLst>
          </c:dPt>
          <c:dLbls>
            <c:dLbl>
              <c:idx val="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FA0D-4E53-AA68-2BB2FD932037}"/>
                </c:ext>
              </c:extLst>
            </c:dLbl>
            <c:spPr>
              <a:noFill/>
              <a:ln>
                <a:noFill/>
              </a:ln>
              <a:effectLst/>
            </c:spPr>
            <c:txPr>
              <a:bodyPr rot="0" spcFirstLastPara="1" vertOverflow="ellipsis" vert="horz" wrap="square" anchor="ctr" anchorCtr="1"/>
              <a:lstStyle/>
              <a:p>
                <a:pPr>
                  <a:defRPr sz="800" b="0" i="0" u="none" strike="noStrike" kern="1200" baseline="0">
                    <a:solidFill>
                      <a:schemeClr val="bg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 (2)'!$G$3:$M$3</c:f>
              <c:strCache>
                <c:ptCount val="7"/>
                <c:pt idx="0">
                  <c:v>Margin Yield</c:v>
                </c:pt>
                <c:pt idx="1">
                  <c:v>Credit Yield</c:v>
                </c:pt>
                <c:pt idx="2">
                  <c:v>Term Yield</c:v>
                </c:pt>
                <c:pt idx="4">
                  <c:v>Hurdle Return (Cost of Funding)</c:v>
                </c:pt>
                <c:pt idx="6">
                  <c:v>Alpha</c:v>
                </c:pt>
              </c:strCache>
            </c:strRef>
          </c:cat>
          <c:val>
            <c:numRef>
              <c:f>'Sheet3 (2)'!$G$5:$M$5</c:f>
              <c:numCache>
                <c:formatCode>0.00%</c:formatCode>
                <c:ptCount val="7"/>
                <c:pt idx="0">
                  <c:v>2.8500000000000001E-2</c:v>
                </c:pt>
                <c:pt idx="1">
                  <c:v>2.8500000000000001E-2</c:v>
                </c:pt>
                <c:pt idx="2">
                  <c:v>2.8500000000000001E-2</c:v>
                </c:pt>
                <c:pt idx="4">
                  <c:v>0</c:v>
                </c:pt>
              </c:numCache>
            </c:numRef>
          </c:val>
          <c:extLst>
            <c:ext xmlns:c16="http://schemas.microsoft.com/office/drawing/2014/chart" uri="{C3380CC4-5D6E-409C-BE32-E72D297353CC}">
              <c16:uniqueId val="{00000010-FA0D-4E53-AA68-2BB2FD932037}"/>
            </c:ext>
          </c:extLst>
        </c:ser>
        <c:ser>
          <c:idx val="2"/>
          <c:order val="2"/>
          <c:tx>
            <c:strRef>
              <c:f>'Sheet3 (2)'!$E$6</c:f>
              <c:strCache>
                <c:ptCount val="1"/>
                <c:pt idx="0">
                  <c:v>Term Assets</c:v>
                </c:pt>
              </c:strCache>
            </c:strRef>
          </c:tx>
          <c:spPr>
            <a:solidFill>
              <a:schemeClr val="accent3"/>
            </a:solidFill>
            <a:ln>
              <a:noFill/>
            </a:ln>
            <a:effectLst/>
          </c:spPr>
          <c:invertIfNegative val="0"/>
          <c:dPt>
            <c:idx val="0"/>
            <c:invertIfNegative val="0"/>
            <c:bubble3D val="0"/>
            <c:spPr>
              <a:noFill/>
              <a:ln>
                <a:noFill/>
              </a:ln>
              <a:effectLst/>
            </c:spPr>
            <c:extLst>
              <c:ext xmlns:c16="http://schemas.microsoft.com/office/drawing/2014/chart" uri="{C3380CC4-5D6E-409C-BE32-E72D297353CC}">
                <c16:uniqueId val="{00000012-FA0D-4E53-AA68-2BB2FD932037}"/>
              </c:ext>
            </c:extLst>
          </c:dPt>
          <c:dPt>
            <c:idx val="1"/>
            <c:invertIfNegative val="0"/>
            <c:bubble3D val="0"/>
            <c:spPr>
              <a:noFill/>
              <a:ln>
                <a:noFill/>
              </a:ln>
              <a:effectLst/>
            </c:spPr>
            <c:extLst>
              <c:ext xmlns:c16="http://schemas.microsoft.com/office/drawing/2014/chart" uri="{C3380CC4-5D6E-409C-BE32-E72D297353CC}">
                <c16:uniqueId val="{00000014-FA0D-4E53-AA68-2BB2FD932037}"/>
              </c:ext>
            </c:extLst>
          </c:dPt>
          <c:dPt>
            <c:idx val="4"/>
            <c:invertIfNegative val="0"/>
            <c:bubble3D val="0"/>
            <c:spPr>
              <a:solidFill>
                <a:schemeClr val="accent2">
                  <a:lumMod val="50000"/>
                </a:schemeClr>
              </a:solidFill>
              <a:ln>
                <a:noFill/>
              </a:ln>
              <a:effectLst/>
            </c:spPr>
            <c:extLst>
              <c:ext xmlns:c16="http://schemas.microsoft.com/office/drawing/2014/chart" uri="{C3380CC4-5D6E-409C-BE32-E72D297353CC}">
                <c16:uniqueId val="{00000016-FA0D-4E53-AA68-2BB2FD932037}"/>
              </c:ext>
            </c:extLst>
          </c:dPt>
          <c:dLbls>
            <c:dLbl>
              <c:idx val="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FA0D-4E53-AA68-2BB2FD932037}"/>
                </c:ext>
              </c:extLst>
            </c:dLbl>
            <c:dLbl>
              <c:idx val="4"/>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FA0D-4E53-AA68-2BB2FD932037}"/>
                </c:ext>
              </c:extLst>
            </c:dLbl>
            <c:spPr>
              <a:noFill/>
              <a:ln>
                <a:noFill/>
              </a:ln>
              <a:effectLst/>
            </c:spPr>
            <c:txPr>
              <a:bodyPr rot="0" spcFirstLastPara="1" vertOverflow="ellipsis" vert="horz" wrap="square" anchor="ctr" anchorCtr="1"/>
              <a:lstStyle/>
              <a:p>
                <a:pPr>
                  <a:defRPr sz="800" b="0" i="0" u="none" strike="noStrike" kern="1200" baseline="0">
                    <a:solidFill>
                      <a:schemeClr val="bg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 (2)'!$G$3:$M$3</c:f>
              <c:strCache>
                <c:ptCount val="7"/>
                <c:pt idx="0">
                  <c:v>Margin Yield</c:v>
                </c:pt>
                <c:pt idx="1">
                  <c:v>Credit Yield</c:v>
                </c:pt>
                <c:pt idx="2">
                  <c:v>Term Yield</c:v>
                </c:pt>
                <c:pt idx="4">
                  <c:v>Hurdle Return (Cost of Funding)</c:v>
                </c:pt>
                <c:pt idx="6">
                  <c:v>Alpha</c:v>
                </c:pt>
              </c:strCache>
            </c:strRef>
          </c:cat>
          <c:val>
            <c:numRef>
              <c:f>'Sheet3 (2)'!$G$6:$M$6</c:f>
              <c:numCache>
                <c:formatCode>0.00%</c:formatCode>
                <c:ptCount val="7"/>
                <c:pt idx="0">
                  <c:v>6.3500000000000001E-2</c:v>
                </c:pt>
                <c:pt idx="1">
                  <c:v>6.3500000000000001E-2</c:v>
                </c:pt>
                <c:pt idx="2">
                  <c:v>6.3500000000000001E-2</c:v>
                </c:pt>
                <c:pt idx="4">
                  <c:v>8.8300000000000003E-2</c:v>
                </c:pt>
              </c:numCache>
            </c:numRef>
          </c:val>
          <c:extLst>
            <c:ext xmlns:c16="http://schemas.microsoft.com/office/drawing/2014/chart" uri="{C3380CC4-5D6E-409C-BE32-E72D297353CC}">
              <c16:uniqueId val="{00000018-FA0D-4E53-AA68-2BB2FD932037}"/>
            </c:ext>
          </c:extLst>
        </c:ser>
        <c:dLbls>
          <c:showLegendKey val="0"/>
          <c:showVal val="0"/>
          <c:showCatName val="0"/>
          <c:showSerName val="0"/>
          <c:showPercent val="0"/>
          <c:showBubbleSize val="0"/>
        </c:dLbls>
        <c:gapWidth val="6"/>
        <c:overlap val="100"/>
        <c:axId val="960449824"/>
        <c:axId val="960452448"/>
      </c:barChart>
      <c:catAx>
        <c:axId val="960449824"/>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960452448"/>
        <c:crosses val="autoZero"/>
        <c:auto val="1"/>
        <c:lblAlgn val="ctr"/>
        <c:lblOffset val="100"/>
        <c:noMultiLvlLbl val="0"/>
      </c:catAx>
      <c:valAx>
        <c:axId val="960452448"/>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mn-lt"/>
                    <a:ea typeface="+mn-ea"/>
                    <a:cs typeface="+mn-cs"/>
                  </a:defRPr>
                </a:pPr>
                <a:r>
                  <a:rPr lang="en-ZA"/>
                  <a:t>Return (%)</a:t>
                </a:r>
              </a:p>
            </c:rich>
          </c:tx>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title>
        <c:numFmt formatCode="0%" sourceLinked="0"/>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96044982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solidFill>
            <a:schemeClr val="tx1"/>
          </a:solidFill>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27612388616121553"/>
          <c:y val="1.8089776131978048E-2"/>
          <c:w val="0.71226136454499556"/>
          <c:h val="0.69427561995996134"/>
        </c:manualLayout>
      </c:layout>
      <c:barChart>
        <c:barDir val="col"/>
        <c:grouping val="clustered"/>
        <c:varyColors val="0"/>
        <c:ser>
          <c:idx val="0"/>
          <c:order val="0"/>
          <c:tx>
            <c:strRef>
              <c:f>Data!$C$104</c:f>
              <c:strCache>
                <c:ptCount val="1"/>
                <c:pt idx="0">
                  <c:v>Prescient Core Capped SWIX Equity Composite</c:v>
                </c:pt>
              </c:strCache>
            </c:strRef>
          </c:tx>
          <c:spPr>
            <a:solidFill>
              <a:schemeClr val="accent1"/>
            </a:solidFill>
            <a:ln>
              <a:solidFill>
                <a:schemeClr val="accent1"/>
              </a:solidFill>
            </a:ln>
          </c:spPr>
          <c:invertIfNegative val="0"/>
          <c:cat>
            <c:strRef>
              <c:f>Data!$B$106:$B$111</c:f>
              <c:strCache>
                <c:ptCount val="6"/>
                <c:pt idx="0">
                  <c:v>3 months</c:v>
                </c:pt>
                <c:pt idx="1">
                  <c:v>6 months</c:v>
                </c:pt>
                <c:pt idx="2">
                  <c:v>1 Year</c:v>
                </c:pt>
                <c:pt idx="3">
                  <c:v>3 Year (p.a.)</c:v>
                </c:pt>
                <c:pt idx="4">
                  <c:v>5 Year (p.a.)</c:v>
                </c:pt>
                <c:pt idx="5">
                  <c:v>Since Inception (p.a.)</c:v>
                </c:pt>
              </c:strCache>
              <c:extLst/>
            </c:strRef>
          </c:cat>
          <c:val>
            <c:numRef>
              <c:f>Data!$C$106:$C$111</c:f>
              <c:numCache>
                <c:formatCode>0.0%</c:formatCode>
                <c:ptCount val="6"/>
                <c:pt idx="0">
                  <c:v>0.11491600508914823</c:v>
                </c:pt>
                <c:pt idx="1">
                  <c:v>0.25882071337895352</c:v>
                </c:pt>
                <c:pt idx="2">
                  <c:v>0.47758162104284452</c:v>
                </c:pt>
                <c:pt idx="3">
                  <c:v>0.20430793951986592</c:v>
                </c:pt>
                <c:pt idx="4">
                  <c:v>0.1938847016900187</c:v>
                </c:pt>
                <c:pt idx="5">
                  <c:v>0.11496147844819138</c:v>
                </c:pt>
              </c:numCache>
              <c:extLst/>
            </c:numRef>
          </c:val>
          <c:extLst>
            <c:ext xmlns:c16="http://schemas.microsoft.com/office/drawing/2014/chart" uri="{C3380CC4-5D6E-409C-BE32-E72D297353CC}">
              <c16:uniqueId val="{00000000-78F5-4A97-9786-03740C9D70C4}"/>
            </c:ext>
          </c:extLst>
        </c:ser>
        <c:ser>
          <c:idx val="2"/>
          <c:order val="1"/>
          <c:tx>
            <c:strRef>
              <c:f>Data!$D$104</c:f>
              <c:strCache>
                <c:ptCount val="1"/>
                <c:pt idx="0">
                  <c:v>FTSE/JSE Capped All Share Total Return Index</c:v>
                </c:pt>
              </c:strCache>
            </c:strRef>
          </c:tx>
          <c:spPr>
            <a:solidFill>
              <a:schemeClr val="accent2"/>
            </a:solidFill>
            <a:ln>
              <a:solidFill>
                <a:schemeClr val="accent2"/>
              </a:solidFill>
            </a:ln>
          </c:spPr>
          <c:invertIfNegative val="0"/>
          <c:cat>
            <c:strRef>
              <c:f>Data!$B$106:$B$111</c:f>
              <c:strCache>
                <c:ptCount val="6"/>
                <c:pt idx="0">
                  <c:v>3 months</c:v>
                </c:pt>
                <c:pt idx="1">
                  <c:v>6 months</c:v>
                </c:pt>
                <c:pt idx="2">
                  <c:v>1 Year</c:v>
                </c:pt>
                <c:pt idx="3">
                  <c:v>3 Year (p.a.)</c:v>
                </c:pt>
                <c:pt idx="4">
                  <c:v>5 Year (p.a.)</c:v>
                </c:pt>
                <c:pt idx="5">
                  <c:v>Since Inception (p.a.)</c:v>
                </c:pt>
              </c:strCache>
              <c:extLst/>
            </c:strRef>
          </c:cat>
          <c:val>
            <c:numRef>
              <c:f>Data!$D$106:$D$111</c:f>
              <c:numCache>
                <c:formatCode>0.0%</c:formatCode>
                <c:ptCount val="6"/>
                <c:pt idx="0">
                  <c:v>0.11101831818880581</c:v>
                </c:pt>
                <c:pt idx="1">
                  <c:v>0.24761725426058012</c:v>
                </c:pt>
                <c:pt idx="2">
                  <c:v>0.44411437467397774</c:v>
                </c:pt>
                <c:pt idx="3">
                  <c:v>0.1920475941097699</c:v>
                </c:pt>
                <c:pt idx="4">
                  <c:v>0.18454649353879948</c:v>
                </c:pt>
                <c:pt idx="5">
                  <c:v>0.10845696266838223</c:v>
                </c:pt>
              </c:numCache>
              <c:extLst/>
            </c:numRef>
          </c:val>
          <c:extLst>
            <c:ext xmlns:c16="http://schemas.microsoft.com/office/drawing/2014/chart" uri="{C3380CC4-5D6E-409C-BE32-E72D297353CC}">
              <c16:uniqueId val="{00000001-78F5-4A97-9786-03740C9D70C4}"/>
            </c:ext>
          </c:extLst>
        </c:ser>
        <c:ser>
          <c:idx val="1"/>
          <c:order val="2"/>
          <c:tx>
            <c:strRef>
              <c:f>Data!$E$104</c:f>
              <c:strCache>
                <c:ptCount val="1"/>
                <c:pt idx="0">
                  <c:v>Alpha</c:v>
                </c:pt>
              </c:strCache>
            </c:strRef>
          </c:tx>
          <c:spPr>
            <a:solidFill>
              <a:schemeClr val="accent3"/>
            </a:solidFill>
            <a:ln>
              <a:solidFill>
                <a:schemeClr val="accent3"/>
              </a:solidFill>
            </a:ln>
          </c:spPr>
          <c:invertIfNegative val="0"/>
          <c:cat>
            <c:strRef>
              <c:f>Data!$B$106:$B$111</c:f>
              <c:strCache>
                <c:ptCount val="6"/>
                <c:pt idx="0">
                  <c:v>3 months</c:v>
                </c:pt>
                <c:pt idx="1">
                  <c:v>6 months</c:v>
                </c:pt>
                <c:pt idx="2">
                  <c:v>1 Year</c:v>
                </c:pt>
                <c:pt idx="3">
                  <c:v>3 Year (p.a.)</c:v>
                </c:pt>
                <c:pt idx="4">
                  <c:v>5 Year (p.a.)</c:v>
                </c:pt>
                <c:pt idx="5">
                  <c:v>Since Inception (p.a.)</c:v>
                </c:pt>
              </c:strCache>
              <c:extLst/>
            </c:strRef>
          </c:cat>
          <c:val>
            <c:numRef>
              <c:f>Data!$E$106:$E$111</c:f>
              <c:numCache>
                <c:formatCode>0.0%</c:formatCode>
                <c:ptCount val="6"/>
                <c:pt idx="0">
                  <c:v>3.897686900342423E-3</c:v>
                </c:pt>
                <c:pt idx="1">
                  <c:v>1.1203459118373393E-2</c:v>
                </c:pt>
                <c:pt idx="2">
                  <c:v>3.3467246368866777E-2</c:v>
                </c:pt>
                <c:pt idx="3">
                  <c:v>1.2260345410096019E-2</c:v>
                </c:pt>
                <c:pt idx="4">
                  <c:v>9.3382081512192183E-3</c:v>
                </c:pt>
                <c:pt idx="5">
                  <c:v>6.5045157798091502E-3</c:v>
                </c:pt>
              </c:numCache>
              <c:extLst/>
            </c:numRef>
          </c:val>
          <c:extLst>
            <c:ext xmlns:c16="http://schemas.microsoft.com/office/drawing/2014/chart" uri="{C3380CC4-5D6E-409C-BE32-E72D297353CC}">
              <c16:uniqueId val="{00000002-78F5-4A97-9786-03740C9D70C4}"/>
            </c:ext>
          </c:extLst>
        </c:ser>
        <c:dLbls>
          <c:showLegendKey val="0"/>
          <c:showVal val="0"/>
          <c:showCatName val="0"/>
          <c:showSerName val="0"/>
          <c:showPercent val="0"/>
          <c:showBubbleSize val="0"/>
        </c:dLbls>
        <c:gapWidth val="70"/>
        <c:overlap val="-10"/>
        <c:axId val="161579776"/>
        <c:axId val="161581312"/>
        <c:extLst/>
      </c:barChart>
      <c:catAx>
        <c:axId val="161579776"/>
        <c:scaling>
          <c:orientation val="minMax"/>
        </c:scaling>
        <c:delete val="0"/>
        <c:axPos val="b"/>
        <c:numFmt formatCode="General" sourceLinked="0"/>
        <c:majorTickMark val="none"/>
        <c:minorTickMark val="none"/>
        <c:tickLblPos val="nextTo"/>
        <c:spPr>
          <a:solidFill>
            <a:schemeClr val="accent5"/>
          </a:solidFill>
        </c:spPr>
        <c:crossAx val="161581312"/>
        <c:crosses val="autoZero"/>
        <c:auto val="1"/>
        <c:lblAlgn val="ctr"/>
        <c:lblOffset val="100"/>
        <c:noMultiLvlLbl val="0"/>
      </c:catAx>
      <c:valAx>
        <c:axId val="161581312"/>
        <c:scaling>
          <c:orientation val="minMax"/>
        </c:scaling>
        <c:delete val="0"/>
        <c:axPos val="l"/>
        <c:numFmt formatCode="0%" sourceLinked="0"/>
        <c:majorTickMark val="none"/>
        <c:minorTickMark val="none"/>
        <c:tickLblPos val="nextTo"/>
        <c:crossAx val="161579776"/>
        <c:crosses val="autoZero"/>
        <c:crossBetween val="between"/>
      </c:valAx>
      <c:dTable>
        <c:showHorzBorder val="1"/>
        <c:showVertBorder val="1"/>
        <c:showOutline val="1"/>
        <c:showKeys val="1"/>
      </c:dTable>
    </c:plotArea>
    <c:plotVisOnly val="1"/>
    <c:dispBlanksAs val="gap"/>
    <c:showDLblsOverMax val="0"/>
  </c:chart>
  <c:spPr>
    <a:ln>
      <a:noFill/>
    </a:ln>
  </c:spPr>
  <c:txPr>
    <a:bodyPr/>
    <a:lstStyle/>
    <a:p>
      <a:pPr>
        <a:defRPr sz="1000">
          <a:latin typeface="Arial" panose="020B0604020202020204" pitchFamily="34" charset="0"/>
          <a:cs typeface="Arial" panose="020B0604020202020204" pitchFamily="34" charset="0"/>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453607112075508E-2"/>
          <c:y val="2.3357703020307558E-2"/>
          <c:w val="0.86818881081455146"/>
          <c:h val="0.81955039790063666"/>
        </c:manualLayout>
      </c:layout>
      <c:areaChart>
        <c:grouping val="standard"/>
        <c:varyColors val="0"/>
        <c:ser>
          <c:idx val="2"/>
          <c:order val="2"/>
          <c:tx>
            <c:strRef>
              <c:f>Data!$J$2</c:f>
              <c:strCache>
                <c:ptCount val="1"/>
                <c:pt idx="0">
                  <c:v>Alpha (rhs)</c:v>
                </c:pt>
              </c:strCache>
            </c:strRef>
          </c:tx>
          <c:spPr>
            <a:solidFill>
              <a:schemeClr val="accent3"/>
            </a:solidFill>
            <a:ln>
              <a:noFill/>
            </a:ln>
            <a:effectLst/>
          </c:spPr>
          <c:cat>
            <c:numRef>
              <c:f>Data!$G$4:$G$113</c:f>
              <c:numCache>
                <c:formatCode>d\-mmm\-yy</c:formatCode>
                <c:ptCount val="110"/>
                <c:pt idx="0">
                  <c:v>43131</c:v>
                </c:pt>
                <c:pt idx="1">
                  <c:v>43159</c:v>
                </c:pt>
                <c:pt idx="2">
                  <c:v>43190</c:v>
                </c:pt>
                <c:pt idx="3">
                  <c:v>43220</c:v>
                </c:pt>
                <c:pt idx="4">
                  <c:v>43251</c:v>
                </c:pt>
                <c:pt idx="5">
                  <c:v>43281</c:v>
                </c:pt>
                <c:pt idx="6">
                  <c:v>43312</c:v>
                </c:pt>
                <c:pt idx="7">
                  <c:v>43343</c:v>
                </c:pt>
                <c:pt idx="8">
                  <c:v>43373</c:v>
                </c:pt>
                <c:pt idx="9">
                  <c:v>43404</c:v>
                </c:pt>
                <c:pt idx="10">
                  <c:v>43434</c:v>
                </c:pt>
                <c:pt idx="11">
                  <c:v>43465</c:v>
                </c:pt>
                <c:pt idx="12">
                  <c:v>43496</c:v>
                </c:pt>
                <c:pt idx="13">
                  <c:v>43524</c:v>
                </c:pt>
                <c:pt idx="14">
                  <c:v>43555</c:v>
                </c:pt>
                <c:pt idx="15">
                  <c:v>43585</c:v>
                </c:pt>
                <c:pt idx="16">
                  <c:v>43616</c:v>
                </c:pt>
                <c:pt idx="17">
                  <c:v>43646</c:v>
                </c:pt>
                <c:pt idx="18">
                  <c:v>43677</c:v>
                </c:pt>
                <c:pt idx="19">
                  <c:v>43708</c:v>
                </c:pt>
                <c:pt idx="20">
                  <c:v>43738</c:v>
                </c:pt>
                <c:pt idx="21">
                  <c:v>43769</c:v>
                </c:pt>
                <c:pt idx="22">
                  <c:v>43799</c:v>
                </c:pt>
                <c:pt idx="23">
                  <c:v>43830</c:v>
                </c:pt>
                <c:pt idx="24">
                  <c:v>43861</c:v>
                </c:pt>
                <c:pt idx="25">
                  <c:v>43890</c:v>
                </c:pt>
                <c:pt idx="26">
                  <c:v>43921</c:v>
                </c:pt>
                <c:pt idx="27">
                  <c:v>43951</c:v>
                </c:pt>
                <c:pt idx="28">
                  <c:v>43982</c:v>
                </c:pt>
                <c:pt idx="29">
                  <c:v>44012</c:v>
                </c:pt>
                <c:pt idx="30">
                  <c:v>44043</c:v>
                </c:pt>
                <c:pt idx="31">
                  <c:v>44074</c:v>
                </c:pt>
                <c:pt idx="32">
                  <c:v>44104</c:v>
                </c:pt>
                <c:pt idx="33">
                  <c:v>44135</c:v>
                </c:pt>
                <c:pt idx="34">
                  <c:v>44165</c:v>
                </c:pt>
                <c:pt idx="35">
                  <c:v>44196</c:v>
                </c:pt>
                <c:pt idx="36">
                  <c:v>44227</c:v>
                </c:pt>
                <c:pt idx="37">
                  <c:v>44255</c:v>
                </c:pt>
                <c:pt idx="38">
                  <c:v>44286</c:v>
                </c:pt>
                <c:pt idx="39">
                  <c:v>44316</c:v>
                </c:pt>
                <c:pt idx="40">
                  <c:v>44347</c:v>
                </c:pt>
                <c:pt idx="41">
                  <c:v>44377</c:v>
                </c:pt>
                <c:pt idx="42">
                  <c:v>44408</c:v>
                </c:pt>
                <c:pt idx="43">
                  <c:v>44439</c:v>
                </c:pt>
                <c:pt idx="44">
                  <c:v>44469</c:v>
                </c:pt>
                <c:pt idx="45">
                  <c:v>44500</c:v>
                </c:pt>
                <c:pt idx="46">
                  <c:v>44530</c:v>
                </c:pt>
                <c:pt idx="47">
                  <c:v>44561</c:v>
                </c:pt>
                <c:pt idx="48">
                  <c:v>44592</c:v>
                </c:pt>
                <c:pt idx="49">
                  <c:v>44620</c:v>
                </c:pt>
                <c:pt idx="50">
                  <c:v>44651</c:v>
                </c:pt>
                <c:pt idx="51">
                  <c:v>44681</c:v>
                </c:pt>
                <c:pt idx="52">
                  <c:v>44712</c:v>
                </c:pt>
                <c:pt idx="53">
                  <c:v>44742</c:v>
                </c:pt>
                <c:pt idx="54">
                  <c:v>44773</c:v>
                </c:pt>
                <c:pt idx="55">
                  <c:v>44804</c:v>
                </c:pt>
                <c:pt idx="56">
                  <c:v>44834</c:v>
                </c:pt>
                <c:pt idx="57">
                  <c:v>44865</c:v>
                </c:pt>
                <c:pt idx="58">
                  <c:v>44895</c:v>
                </c:pt>
                <c:pt idx="59">
                  <c:v>44926</c:v>
                </c:pt>
                <c:pt idx="60">
                  <c:v>44957</c:v>
                </c:pt>
                <c:pt idx="61">
                  <c:v>44985</c:v>
                </c:pt>
                <c:pt idx="62">
                  <c:v>45016</c:v>
                </c:pt>
                <c:pt idx="63">
                  <c:v>45046</c:v>
                </c:pt>
                <c:pt idx="64">
                  <c:v>45077</c:v>
                </c:pt>
                <c:pt idx="65">
                  <c:v>45107</c:v>
                </c:pt>
                <c:pt idx="66">
                  <c:v>45138</c:v>
                </c:pt>
                <c:pt idx="67">
                  <c:v>45169</c:v>
                </c:pt>
                <c:pt idx="68">
                  <c:v>45199</c:v>
                </c:pt>
                <c:pt idx="69">
                  <c:v>45230</c:v>
                </c:pt>
                <c:pt idx="70">
                  <c:v>45260</c:v>
                </c:pt>
                <c:pt idx="71">
                  <c:v>45291</c:v>
                </c:pt>
                <c:pt idx="72">
                  <c:v>45322</c:v>
                </c:pt>
                <c:pt idx="73">
                  <c:v>45351</c:v>
                </c:pt>
                <c:pt idx="74">
                  <c:v>45382</c:v>
                </c:pt>
                <c:pt idx="75">
                  <c:v>45412</c:v>
                </c:pt>
                <c:pt idx="76">
                  <c:v>45443</c:v>
                </c:pt>
                <c:pt idx="77">
                  <c:v>45473</c:v>
                </c:pt>
                <c:pt idx="78">
                  <c:v>45504</c:v>
                </c:pt>
                <c:pt idx="79">
                  <c:v>45535</c:v>
                </c:pt>
                <c:pt idx="80">
                  <c:v>45565</c:v>
                </c:pt>
                <c:pt idx="81">
                  <c:v>45596</c:v>
                </c:pt>
                <c:pt idx="82">
                  <c:v>45626</c:v>
                </c:pt>
                <c:pt idx="83">
                  <c:v>45657</c:v>
                </c:pt>
                <c:pt idx="84">
                  <c:v>45688</c:v>
                </c:pt>
                <c:pt idx="85">
                  <c:v>45716</c:v>
                </c:pt>
                <c:pt idx="86">
                  <c:v>45747</c:v>
                </c:pt>
                <c:pt idx="87">
                  <c:v>45777</c:v>
                </c:pt>
                <c:pt idx="88">
                  <c:v>45808</c:v>
                </c:pt>
                <c:pt idx="89">
                  <c:v>45838</c:v>
                </c:pt>
                <c:pt idx="90">
                  <c:v>45869</c:v>
                </c:pt>
                <c:pt idx="91">
                  <c:v>45900</c:v>
                </c:pt>
                <c:pt idx="92">
                  <c:v>45930</c:v>
                </c:pt>
                <c:pt idx="93">
                  <c:v>45961</c:v>
                </c:pt>
                <c:pt idx="94">
                  <c:v>45991</c:v>
                </c:pt>
                <c:pt idx="95">
                  <c:v>46022</c:v>
                </c:pt>
                <c:pt idx="96">
                  <c:v>46053</c:v>
                </c:pt>
              </c:numCache>
            </c:numRef>
          </c:cat>
          <c:val>
            <c:numRef>
              <c:f>Data!$J$4:$J$113</c:f>
              <c:numCache>
                <c:formatCode>0.00</c:formatCode>
                <c:ptCount val="110"/>
                <c:pt idx="0">
                  <c:v>1.2379999999993174E-2</c:v>
                </c:pt>
                <c:pt idx="1">
                  <c:v>0.10761238226999126</c:v>
                </c:pt>
                <c:pt idx="2">
                  <c:v>-0.29398676187236106</c:v>
                </c:pt>
                <c:pt idx="3">
                  <c:v>-0.11948199615352451</c:v>
                </c:pt>
                <c:pt idx="4">
                  <c:v>-0.31478202379305742</c:v>
                </c:pt>
                <c:pt idx="5">
                  <c:v>-0.18141222111945865</c:v>
                </c:pt>
                <c:pt idx="6">
                  <c:v>-3.809161420619489E-3</c:v>
                </c:pt>
                <c:pt idx="7">
                  <c:v>1.3866598557825682E-3</c:v>
                </c:pt>
                <c:pt idx="8">
                  <c:v>-0.10003612051809796</c:v>
                </c:pt>
                <c:pt idx="9">
                  <c:v>-9.0043314512058714E-2</c:v>
                </c:pt>
                <c:pt idx="10">
                  <c:v>-4.4517555003480425E-2</c:v>
                </c:pt>
                <c:pt idx="11">
                  <c:v>-4.4170209478266997E-3</c:v>
                </c:pt>
                <c:pt idx="12">
                  <c:v>7.7680470061963547E-2</c:v>
                </c:pt>
                <c:pt idx="13">
                  <c:v>8.9804808962597349E-2</c:v>
                </c:pt>
                <c:pt idx="14">
                  <c:v>0.21394770086007497</c:v>
                </c:pt>
                <c:pt idx="15">
                  <c:v>0.26020421485664258</c:v>
                </c:pt>
                <c:pt idx="16">
                  <c:v>0.27063937185340592</c:v>
                </c:pt>
                <c:pt idx="17">
                  <c:v>0.3071131742321711</c:v>
                </c:pt>
                <c:pt idx="18">
                  <c:v>0.25134810248023598</c:v>
                </c:pt>
                <c:pt idx="19">
                  <c:v>0.3398627433106185</c:v>
                </c:pt>
                <c:pt idx="20">
                  <c:v>0.46194215534724492</c:v>
                </c:pt>
                <c:pt idx="21">
                  <c:v>0.5092285728019732</c:v>
                </c:pt>
                <c:pt idx="22">
                  <c:v>0.54034946785702687</c:v>
                </c:pt>
                <c:pt idx="23">
                  <c:v>0.57804961309176406</c:v>
                </c:pt>
                <c:pt idx="24">
                  <c:v>0.53745721029770266</c:v>
                </c:pt>
                <c:pt idx="25">
                  <c:v>0.62933246354724304</c:v>
                </c:pt>
                <c:pt idx="26">
                  <c:v>0.62808546463652704</c:v>
                </c:pt>
                <c:pt idx="27">
                  <c:v>0.72595939633123407</c:v>
                </c:pt>
                <c:pt idx="28">
                  <c:v>1.0022631447854309</c:v>
                </c:pt>
                <c:pt idx="29">
                  <c:v>0.79607008887829522</c:v>
                </c:pt>
                <c:pt idx="30">
                  <c:v>1.033017114323215</c:v>
                </c:pt>
                <c:pt idx="31">
                  <c:v>0.96592361361356893</c:v>
                </c:pt>
                <c:pt idx="32">
                  <c:v>1.0119052893598877</c:v>
                </c:pt>
                <c:pt idx="33">
                  <c:v>0.83132500392112263</c:v>
                </c:pt>
                <c:pt idx="34">
                  <c:v>0.86230857382304293</c:v>
                </c:pt>
                <c:pt idx="35">
                  <c:v>0.81906813485817054</c:v>
                </c:pt>
                <c:pt idx="36">
                  <c:v>0.79492823668964263</c:v>
                </c:pt>
                <c:pt idx="37">
                  <c:v>0.90217134288009504</c:v>
                </c:pt>
                <c:pt idx="38">
                  <c:v>0.70209785479386255</c:v>
                </c:pt>
                <c:pt idx="39">
                  <c:v>0.71833466443646898</c:v>
                </c:pt>
                <c:pt idx="40">
                  <c:v>0.86260362140311031</c:v>
                </c:pt>
                <c:pt idx="41">
                  <c:v>0.75771425976184048</c:v>
                </c:pt>
                <c:pt idx="42">
                  <c:v>0.94274261534383186</c:v>
                </c:pt>
                <c:pt idx="43">
                  <c:v>1.1252737046086025</c:v>
                </c:pt>
                <c:pt idx="44">
                  <c:v>0.85400675610968335</c:v>
                </c:pt>
                <c:pt idx="45">
                  <c:v>0.49375091554672679</c:v>
                </c:pt>
                <c:pt idx="46">
                  <c:v>0.89665725391044759</c:v>
                </c:pt>
                <c:pt idx="47">
                  <c:v>0.88513674563661482</c:v>
                </c:pt>
                <c:pt idx="48">
                  <c:v>1.1981724194897083</c:v>
                </c:pt>
                <c:pt idx="49">
                  <c:v>1.2741385696266008</c:v>
                </c:pt>
                <c:pt idx="50">
                  <c:v>1.0590146244613834</c:v>
                </c:pt>
                <c:pt idx="51">
                  <c:v>0.71510842376308403</c:v>
                </c:pt>
                <c:pt idx="52">
                  <c:v>0.80612392071047623</c:v>
                </c:pt>
                <c:pt idx="53">
                  <c:v>2.6504912824094617E-3</c:v>
                </c:pt>
                <c:pt idx="54">
                  <c:v>-3.2799527224568692E-2</c:v>
                </c:pt>
                <c:pt idx="55">
                  <c:v>0.34588106076314773</c:v>
                </c:pt>
                <c:pt idx="56">
                  <c:v>-0.42704847650824718</c:v>
                </c:pt>
                <c:pt idx="57">
                  <c:v>0.21735264129883092</c:v>
                </c:pt>
                <c:pt idx="58">
                  <c:v>0.95700692844781088</c:v>
                </c:pt>
                <c:pt idx="59">
                  <c:v>0.94293895882192658</c:v>
                </c:pt>
                <c:pt idx="60">
                  <c:v>2.271132558394072</c:v>
                </c:pt>
                <c:pt idx="61">
                  <c:v>1.4274131584514862</c:v>
                </c:pt>
                <c:pt idx="62">
                  <c:v>1.8409621967366547</c:v>
                </c:pt>
                <c:pt idx="63">
                  <c:v>1.2230266603468181</c:v>
                </c:pt>
                <c:pt idx="64">
                  <c:v>-0.72640790577466419</c:v>
                </c:pt>
                <c:pt idx="65">
                  <c:v>0.5762392878687308</c:v>
                </c:pt>
                <c:pt idx="66">
                  <c:v>1.143736759398621</c:v>
                </c:pt>
                <c:pt idx="67">
                  <c:v>1.0358486904918323</c:v>
                </c:pt>
                <c:pt idx="68">
                  <c:v>0.31254895776037017</c:v>
                </c:pt>
                <c:pt idx="69">
                  <c:v>0.65178759321015889</c:v>
                </c:pt>
                <c:pt idx="70">
                  <c:v>1.5622770706875713</c:v>
                </c:pt>
                <c:pt idx="71">
                  <c:v>1.7122020930597444</c:v>
                </c:pt>
                <c:pt idx="72">
                  <c:v>1.5978625270412294</c:v>
                </c:pt>
                <c:pt idx="73">
                  <c:v>1.363845616320333</c:v>
                </c:pt>
                <c:pt idx="74">
                  <c:v>1.0085285936563935</c:v>
                </c:pt>
                <c:pt idx="75">
                  <c:v>1.3203898712628757</c:v>
                </c:pt>
                <c:pt idx="76">
                  <c:v>1.2876374229281566</c:v>
                </c:pt>
                <c:pt idx="77">
                  <c:v>2.1517744568009221</c:v>
                </c:pt>
                <c:pt idx="78">
                  <c:v>2.7571758001818409</c:v>
                </c:pt>
                <c:pt idx="79">
                  <c:v>3.2613594314903196</c:v>
                </c:pt>
                <c:pt idx="80">
                  <c:v>3.8352975801377909</c:v>
                </c:pt>
                <c:pt idx="81">
                  <c:v>3.5011408902666119</c:v>
                </c:pt>
                <c:pt idx="82">
                  <c:v>3.7258035357169206</c:v>
                </c:pt>
                <c:pt idx="83">
                  <c:v>3.6467222877082008</c:v>
                </c:pt>
                <c:pt idx="84">
                  <c:v>3.9291300957735871</c:v>
                </c:pt>
                <c:pt idx="85">
                  <c:v>4.0666379670630022</c:v>
                </c:pt>
                <c:pt idx="86">
                  <c:v>4.3329347914648793</c:v>
                </c:pt>
                <c:pt idx="87">
                  <c:v>5.1055319362338878</c:v>
                </c:pt>
                <c:pt idx="88">
                  <c:v>5.7991540262657395</c:v>
                </c:pt>
                <c:pt idx="89">
                  <c:v>6.5348539797956278</c:v>
                </c:pt>
                <c:pt idx="90">
                  <c:v>7.2040339039453443</c:v>
                </c:pt>
                <c:pt idx="91">
                  <c:v>7.6735625502830374</c:v>
                </c:pt>
                <c:pt idx="92">
                  <c:v>8.8478688053959615</c:v>
                </c:pt>
                <c:pt idx="93">
                  <c:v>9.2619946675262668</c:v>
                </c:pt>
                <c:pt idx="94">
                  <c:v>9.7457505688114452</c:v>
                </c:pt>
                <c:pt idx="95">
                  <c:v>10.444066253947824</c:v>
                </c:pt>
                <c:pt idx="96">
                  <c:v>11.132769241445203</c:v>
                </c:pt>
              </c:numCache>
            </c:numRef>
          </c:val>
          <c:extLst>
            <c:ext xmlns:c16="http://schemas.microsoft.com/office/drawing/2014/chart" uri="{C3380CC4-5D6E-409C-BE32-E72D297353CC}">
              <c16:uniqueId val="{00000000-B64E-45D5-BEF3-710E993DF4BD}"/>
            </c:ext>
          </c:extLst>
        </c:ser>
        <c:dLbls>
          <c:showLegendKey val="0"/>
          <c:showVal val="0"/>
          <c:showCatName val="0"/>
          <c:showSerName val="0"/>
          <c:showPercent val="0"/>
          <c:showBubbleSize val="0"/>
        </c:dLbls>
        <c:axId val="1189826368"/>
        <c:axId val="1189820608"/>
      </c:areaChart>
      <c:lineChart>
        <c:grouping val="standard"/>
        <c:varyColors val="0"/>
        <c:ser>
          <c:idx val="0"/>
          <c:order val="0"/>
          <c:tx>
            <c:strRef>
              <c:f>Data!$H$2</c:f>
              <c:strCache>
                <c:ptCount val="1"/>
                <c:pt idx="0">
                  <c:v>Prescient Core Capped SWIX Equity Composite</c:v>
                </c:pt>
              </c:strCache>
            </c:strRef>
          </c:tx>
          <c:spPr>
            <a:ln w="28575" cap="rnd">
              <a:solidFill>
                <a:schemeClr val="accent1"/>
              </a:solidFill>
              <a:round/>
            </a:ln>
            <a:effectLst/>
          </c:spPr>
          <c:marker>
            <c:symbol val="none"/>
          </c:marker>
          <c:cat>
            <c:numRef>
              <c:f>Data!$G$4:$G$113</c:f>
              <c:numCache>
                <c:formatCode>d\-mmm\-yy</c:formatCode>
                <c:ptCount val="110"/>
                <c:pt idx="0">
                  <c:v>43131</c:v>
                </c:pt>
                <c:pt idx="1">
                  <c:v>43159</c:v>
                </c:pt>
                <c:pt idx="2">
                  <c:v>43190</c:v>
                </c:pt>
                <c:pt idx="3">
                  <c:v>43220</c:v>
                </c:pt>
                <c:pt idx="4">
                  <c:v>43251</c:v>
                </c:pt>
                <c:pt idx="5">
                  <c:v>43281</c:v>
                </c:pt>
                <c:pt idx="6">
                  <c:v>43312</c:v>
                </c:pt>
                <c:pt idx="7">
                  <c:v>43343</c:v>
                </c:pt>
                <c:pt idx="8">
                  <c:v>43373</c:v>
                </c:pt>
                <c:pt idx="9">
                  <c:v>43404</c:v>
                </c:pt>
                <c:pt idx="10">
                  <c:v>43434</c:v>
                </c:pt>
                <c:pt idx="11">
                  <c:v>43465</c:v>
                </c:pt>
                <c:pt idx="12">
                  <c:v>43496</c:v>
                </c:pt>
                <c:pt idx="13">
                  <c:v>43524</c:v>
                </c:pt>
                <c:pt idx="14">
                  <c:v>43555</c:v>
                </c:pt>
                <c:pt idx="15">
                  <c:v>43585</c:v>
                </c:pt>
                <c:pt idx="16">
                  <c:v>43616</c:v>
                </c:pt>
                <c:pt idx="17">
                  <c:v>43646</c:v>
                </c:pt>
                <c:pt idx="18">
                  <c:v>43677</c:v>
                </c:pt>
                <c:pt idx="19">
                  <c:v>43708</c:v>
                </c:pt>
                <c:pt idx="20">
                  <c:v>43738</c:v>
                </c:pt>
                <c:pt idx="21">
                  <c:v>43769</c:v>
                </c:pt>
                <c:pt idx="22">
                  <c:v>43799</c:v>
                </c:pt>
                <c:pt idx="23">
                  <c:v>43830</c:v>
                </c:pt>
                <c:pt idx="24">
                  <c:v>43861</c:v>
                </c:pt>
                <c:pt idx="25">
                  <c:v>43890</c:v>
                </c:pt>
                <c:pt idx="26">
                  <c:v>43921</c:v>
                </c:pt>
                <c:pt idx="27">
                  <c:v>43951</c:v>
                </c:pt>
                <c:pt idx="28">
                  <c:v>43982</c:v>
                </c:pt>
                <c:pt idx="29">
                  <c:v>44012</c:v>
                </c:pt>
                <c:pt idx="30">
                  <c:v>44043</c:v>
                </c:pt>
                <c:pt idx="31">
                  <c:v>44074</c:v>
                </c:pt>
                <c:pt idx="32">
                  <c:v>44104</c:v>
                </c:pt>
                <c:pt idx="33">
                  <c:v>44135</c:v>
                </c:pt>
                <c:pt idx="34">
                  <c:v>44165</c:v>
                </c:pt>
                <c:pt idx="35">
                  <c:v>44196</c:v>
                </c:pt>
                <c:pt idx="36">
                  <c:v>44227</c:v>
                </c:pt>
                <c:pt idx="37">
                  <c:v>44255</c:v>
                </c:pt>
                <c:pt idx="38">
                  <c:v>44286</c:v>
                </c:pt>
                <c:pt idx="39">
                  <c:v>44316</c:v>
                </c:pt>
                <c:pt idx="40">
                  <c:v>44347</c:v>
                </c:pt>
                <c:pt idx="41">
                  <c:v>44377</c:v>
                </c:pt>
                <c:pt idx="42">
                  <c:v>44408</c:v>
                </c:pt>
                <c:pt idx="43">
                  <c:v>44439</c:v>
                </c:pt>
                <c:pt idx="44">
                  <c:v>44469</c:v>
                </c:pt>
                <c:pt idx="45">
                  <c:v>44500</c:v>
                </c:pt>
                <c:pt idx="46">
                  <c:v>44530</c:v>
                </c:pt>
                <c:pt idx="47">
                  <c:v>44561</c:v>
                </c:pt>
                <c:pt idx="48">
                  <c:v>44592</c:v>
                </c:pt>
                <c:pt idx="49">
                  <c:v>44620</c:v>
                </c:pt>
                <c:pt idx="50">
                  <c:v>44651</c:v>
                </c:pt>
                <c:pt idx="51">
                  <c:v>44681</c:v>
                </c:pt>
                <c:pt idx="52">
                  <c:v>44712</c:v>
                </c:pt>
                <c:pt idx="53">
                  <c:v>44742</c:v>
                </c:pt>
                <c:pt idx="54">
                  <c:v>44773</c:v>
                </c:pt>
                <c:pt idx="55">
                  <c:v>44804</c:v>
                </c:pt>
                <c:pt idx="56">
                  <c:v>44834</c:v>
                </c:pt>
                <c:pt idx="57">
                  <c:v>44865</c:v>
                </c:pt>
                <c:pt idx="58">
                  <c:v>44895</c:v>
                </c:pt>
                <c:pt idx="59">
                  <c:v>44926</c:v>
                </c:pt>
                <c:pt idx="60">
                  <c:v>44957</c:v>
                </c:pt>
                <c:pt idx="61">
                  <c:v>44985</c:v>
                </c:pt>
                <c:pt idx="62">
                  <c:v>45016</c:v>
                </c:pt>
                <c:pt idx="63">
                  <c:v>45046</c:v>
                </c:pt>
                <c:pt idx="64">
                  <c:v>45077</c:v>
                </c:pt>
                <c:pt idx="65">
                  <c:v>45107</c:v>
                </c:pt>
                <c:pt idx="66">
                  <c:v>45138</c:v>
                </c:pt>
                <c:pt idx="67">
                  <c:v>45169</c:v>
                </c:pt>
                <c:pt idx="68">
                  <c:v>45199</c:v>
                </c:pt>
                <c:pt idx="69">
                  <c:v>45230</c:v>
                </c:pt>
                <c:pt idx="70">
                  <c:v>45260</c:v>
                </c:pt>
                <c:pt idx="71">
                  <c:v>45291</c:v>
                </c:pt>
                <c:pt idx="72">
                  <c:v>45322</c:v>
                </c:pt>
                <c:pt idx="73">
                  <c:v>45351</c:v>
                </c:pt>
                <c:pt idx="74">
                  <c:v>45382</c:v>
                </c:pt>
                <c:pt idx="75">
                  <c:v>45412</c:v>
                </c:pt>
                <c:pt idx="76">
                  <c:v>45443</c:v>
                </c:pt>
                <c:pt idx="77">
                  <c:v>45473</c:v>
                </c:pt>
                <c:pt idx="78">
                  <c:v>45504</c:v>
                </c:pt>
                <c:pt idx="79">
                  <c:v>45535</c:v>
                </c:pt>
                <c:pt idx="80">
                  <c:v>45565</c:v>
                </c:pt>
                <c:pt idx="81">
                  <c:v>45596</c:v>
                </c:pt>
                <c:pt idx="82">
                  <c:v>45626</c:v>
                </c:pt>
                <c:pt idx="83">
                  <c:v>45657</c:v>
                </c:pt>
                <c:pt idx="84">
                  <c:v>45688</c:v>
                </c:pt>
                <c:pt idx="85">
                  <c:v>45716</c:v>
                </c:pt>
                <c:pt idx="86">
                  <c:v>45747</c:v>
                </c:pt>
                <c:pt idx="87">
                  <c:v>45777</c:v>
                </c:pt>
                <c:pt idx="88">
                  <c:v>45808</c:v>
                </c:pt>
                <c:pt idx="89">
                  <c:v>45838</c:v>
                </c:pt>
                <c:pt idx="90">
                  <c:v>45869</c:v>
                </c:pt>
                <c:pt idx="91">
                  <c:v>45900</c:v>
                </c:pt>
                <c:pt idx="92">
                  <c:v>45930</c:v>
                </c:pt>
                <c:pt idx="93">
                  <c:v>45961</c:v>
                </c:pt>
                <c:pt idx="94">
                  <c:v>45991</c:v>
                </c:pt>
                <c:pt idx="95">
                  <c:v>46022</c:v>
                </c:pt>
                <c:pt idx="96">
                  <c:v>46053</c:v>
                </c:pt>
              </c:numCache>
            </c:numRef>
          </c:cat>
          <c:val>
            <c:numRef>
              <c:f>Data!$H$4:$H$113</c:f>
              <c:numCache>
                <c:formatCode>0.00</c:formatCode>
                <c:ptCount val="110"/>
                <c:pt idx="0">
                  <c:v>99.571969999999993</c:v>
                </c:pt>
                <c:pt idx="1">
                  <c:v>98.880522325925995</c:v>
                </c:pt>
                <c:pt idx="2">
                  <c:v>94.625456136987822</c:v>
                </c:pt>
                <c:pt idx="3">
                  <c:v>98.650605402506173</c:v>
                </c:pt>
                <c:pt idx="4">
                  <c:v>93.204677651745143</c:v>
                </c:pt>
                <c:pt idx="5">
                  <c:v>93.951815668269305</c:v>
                </c:pt>
                <c:pt idx="6">
                  <c:v>95.491357095717404</c:v>
                </c:pt>
                <c:pt idx="7">
                  <c:v>96.666168163794609</c:v>
                </c:pt>
                <c:pt idx="8">
                  <c:v>92.477168766267027</c:v>
                </c:pt>
                <c:pt idx="9">
                  <c:v>88.22030597220261</c:v>
                </c:pt>
                <c:pt idx="10">
                  <c:v>86.773642928778642</c:v>
                </c:pt>
                <c:pt idx="11">
                  <c:v>89.059703229101601</c:v>
                </c:pt>
                <c:pt idx="12">
                  <c:v>91.610399847494037</c:v>
                </c:pt>
                <c:pt idx="13">
                  <c:v>92.750216442396564</c:v>
                </c:pt>
                <c:pt idx="14">
                  <c:v>92.708293344564595</c:v>
                </c:pt>
                <c:pt idx="15">
                  <c:v>97.381644245429428</c:v>
                </c:pt>
                <c:pt idx="16">
                  <c:v>92.777995180877724</c:v>
                </c:pt>
                <c:pt idx="17">
                  <c:v>95.48243662920224</c:v>
                </c:pt>
                <c:pt idx="18">
                  <c:v>92.451814542347691</c:v>
                </c:pt>
                <c:pt idx="19">
                  <c:v>90.051543552473433</c:v>
                </c:pt>
                <c:pt idx="20">
                  <c:v>90.776476488379558</c:v>
                </c:pt>
                <c:pt idx="21">
                  <c:v>94.110832634512462</c:v>
                </c:pt>
                <c:pt idx="22">
                  <c:v>92.766431157078657</c:v>
                </c:pt>
                <c:pt idx="23">
                  <c:v>95.654092456065541</c:v>
                </c:pt>
                <c:pt idx="24">
                  <c:v>93.170701776902675</c:v>
                </c:pt>
                <c:pt idx="25">
                  <c:v>84.419149807787676</c:v>
                </c:pt>
                <c:pt idx="26">
                  <c:v>70.437245004702802</c:v>
                </c:pt>
                <c:pt idx="27">
                  <c:v>80.431677266838591</c:v>
                </c:pt>
                <c:pt idx="28">
                  <c:v>80.378238460462498</c:v>
                </c:pt>
                <c:pt idx="29">
                  <c:v>85.713480681281069</c:v>
                </c:pt>
                <c:pt idx="30">
                  <c:v>88.504174470694494</c:v>
                </c:pt>
                <c:pt idx="31">
                  <c:v>87.667562210257913</c:v>
                </c:pt>
                <c:pt idx="32">
                  <c:v>86.788931601518044</c:v>
                </c:pt>
                <c:pt idx="33">
                  <c:v>82.96827453898338</c:v>
                </c:pt>
                <c:pt idx="34">
                  <c:v>91.525763421000846</c:v>
                </c:pt>
                <c:pt idx="35">
                  <c:v>96.441859293904031</c:v>
                </c:pt>
                <c:pt idx="36">
                  <c:v>99.358560088715507</c:v>
                </c:pt>
                <c:pt idx="37">
                  <c:v>104.72198484158442</c:v>
                </c:pt>
                <c:pt idx="38">
                  <c:v>108.37803877637381</c:v>
                </c:pt>
                <c:pt idx="39">
                  <c:v>109.2671613686913</c:v>
                </c:pt>
                <c:pt idx="40">
                  <c:v>112.58713479971762</c:v>
                </c:pt>
                <c:pt idx="41">
                  <c:v>109.1089466682095</c:v>
                </c:pt>
                <c:pt idx="42">
                  <c:v>112.10103040179713</c:v>
                </c:pt>
                <c:pt idx="43">
                  <c:v>114.53154889245369</c:v>
                </c:pt>
                <c:pt idx="44">
                  <c:v>112.6582708787687</c:v>
                </c:pt>
                <c:pt idx="45">
                  <c:v>115.30420809193581</c:v>
                </c:pt>
                <c:pt idx="46">
                  <c:v>116.78734305978075</c:v>
                </c:pt>
                <c:pt idx="47">
                  <c:v>122.39783037784123</c:v>
                </c:pt>
                <c:pt idx="48">
                  <c:v>125.61821521334655</c:v>
                </c:pt>
                <c:pt idx="49">
                  <c:v>129.03795757156405</c:v>
                </c:pt>
                <c:pt idx="50">
                  <c:v>130.7321872430914</c:v>
                </c:pt>
                <c:pt idx="51">
                  <c:v>125.27034026548101</c:v>
                </c:pt>
                <c:pt idx="52">
                  <c:v>126.03889885707778</c:v>
                </c:pt>
                <c:pt idx="53">
                  <c:v>115.86807647879691</c:v>
                </c:pt>
                <c:pt idx="54">
                  <c:v>119.1170752773006</c:v>
                </c:pt>
                <c:pt idx="55">
                  <c:v>117.9110863603631</c:v>
                </c:pt>
                <c:pt idx="56">
                  <c:v>112.62578086980299</c:v>
                </c:pt>
                <c:pt idx="57">
                  <c:v>119.29252881745394</c:v>
                </c:pt>
                <c:pt idx="58">
                  <c:v>131.49131123880949</c:v>
                </c:pt>
                <c:pt idx="59">
                  <c:v>127.81509030832598</c:v>
                </c:pt>
                <c:pt idx="60">
                  <c:v>137.97632608029275</c:v>
                </c:pt>
                <c:pt idx="61">
                  <c:v>133.98772024359627</c:v>
                </c:pt>
                <c:pt idx="62">
                  <c:v>131.8139704642243</c:v>
                </c:pt>
                <c:pt idx="63">
                  <c:v>135.65705949869695</c:v>
                </c:pt>
                <c:pt idx="64">
                  <c:v>125.89388875510548</c:v>
                </c:pt>
                <c:pt idx="65">
                  <c:v>132.05542522672448</c:v>
                </c:pt>
                <c:pt idx="66">
                  <c:v>138.0470307745689</c:v>
                </c:pt>
                <c:pt idx="67">
                  <c:v>131.38521238226207</c:v>
                </c:pt>
                <c:pt idx="68">
                  <c:v>126.78512704929183</c:v>
                </c:pt>
                <c:pt idx="69">
                  <c:v>123.42012299227657</c:v>
                </c:pt>
                <c:pt idx="70">
                  <c:v>134.5628989824252</c:v>
                </c:pt>
                <c:pt idx="71">
                  <c:v>138.56494761735141</c:v>
                </c:pt>
                <c:pt idx="72">
                  <c:v>134.55911812070235</c:v>
                </c:pt>
                <c:pt idx="73">
                  <c:v>131.30934049123383</c:v>
                </c:pt>
                <c:pt idx="74">
                  <c:v>134.71415229736937</c:v>
                </c:pt>
                <c:pt idx="75">
                  <c:v>138.92631358291212</c:v>
                </c:pt>
                <c:pt idx="76">
                  <c:v>140.17845644723491</c:v>
                </c:pt>
                <c:pt idx="77">
                  <c:v>146.83745178876742</c:v>
                </c:pt>
                <c:pt idx="78">
                  <c:v>153.36624135641586</c:v>
                </c:pt>
                <c:pt idx="79">
                  <c:v>155.80688104811361</c:v>
                </c:pt>
                <c:pt idx="80">
                  <c:v>162.44014087910361</c:v>
                </c:pt>
                <c:pt idx="81">
                  <c:v>160.65763648119494</c:v>
                </c:pt>
                <c:pt idx="82">
                  <c:v>159.41255586422935</c:v>
                </c:pt>
                <c:pt idx="83">
                  <c:v>158.85067442857468</c:v>
                </c:pt>
                <c:pt idx="84">
                  <c:v>163.10442544362536</c:v>
                </c:pt>
                <c:pt idx="85">
                  <c:v>162.63843610013294</c:v>
                </c:pt>
                <c:pt idx="86">
                  <c:v>168.6108122229148</c:v>
                </c:pt>
                <c:pt idx="87">
                  <c:v>176.33564914058275</c:v>
                </c:pt>
                <c:pt idx="88">
                  <c:v>182.21601983386324</c:v>
                </c:pt>
                <c:pt idx="89">
                  <c:v>186.74946329931984</c:v>
                </c:pt>
                <c:pt idx="90">
                  <c:v>191.44910691797887</c:v>
                </c:pt>
                <c:pt idx="91">
                  <c:v>198.443029967353</c:v>
                </c:pt>
                <c:pt idx="92">
                  <c:v>212.06779105176054</c:v>
                </c:pt>
                <c:pt idx="93">
                  <c:v>216.15987235467443</c:v>
                </c:pt>
                <c:pt idx="94">
                  <c:v>221.40494842538615</c:v>
                </c:pt>
                <c:pt idx="95">
                  <c:v>231.78622792814534</c:v>
                </c:pt>
                <c:pt idx="96">
                  <c:v>241.00010134625379</c:v>
                </c:pt>
              </c:numCache>
            </c:numRef>
          </c:val>
          <c:smooth val="0"/>
          <c:extLst>
            <c:ext xmlns:c16="http://schemas.microsoft.com/office/drawing/2014/chart" uri="{C3380CC4-5D6E-409C-BE32-E72D297353CC}">
              <c16:uniqueId val="{00000001-B64E-45D5-BEF3-710E993DF4BD}"/>
            </c:ext>
          </c:extLst>
        </c:ser>
        <c:ser>
          <c:idx val="1"/>
          <c:order val="1"/>
          <c:tx>
            <c:strRef>
              <c:f>Data!$I$2</c:f>
              <c:strCache>
                <c:ptCount val="1"/>
                <c:pt idx="0">
                  <c:v>FTSE/JSE Capped All Share Total Return Index</c:v>
                </c:pt>
              </c:strCache>
            </c:strRef>
          </c:tx>
          <c:spPr>
            <a:ln w="28575" cap="rnd">
              <a:solidFill>
                <a:schemeClr val="accent2"/>
              </a:solidFill>
              <a:round/>
            </a:ln>
            <a:effectLst/>
          </c:spPr>
          <c:marker>
            <c:symbol val="none"/>
          </c:marker>
          <c:cat>
            <c:numRef>
              <c:f>Data!$G$4:$G$113</c:f>
              <c:numCache>
                <c:formatCode>d\-mmm\-yy</c:formatCode>
                <c:ptCount val="110"/>
                <c:pt idx="0">
                  <c:v>43131</c:v>
                </c:pt>
                <c:pt idx="1">
                  <c:v>43159</c:v>
                </c:pt>
                <c:pt idx="2">
                  <c:v>43190</c:v>
                </c:pt>
                <c:pt idx="3">
                  <c:v>43220</c:v>
                </c:pt>
                <c:pt idx="4">
                  <c:v>43251</c:v>
                </c:pt>
                <c:pt idx="5">
                  <c:v>43281</c:v>
                </c:pt>
                <c:pt idx="6">
                  <c:v>43312</c:v>
                </c:pt>
                <c:pt idx="7">
                  <c:v>43343</c:v>
                </c:pt>
                <c:pt idx="8">
                  <c:v>43373</c:v>
                </c:pt>
                <c:pt idx="9">
                  <c:v>43404</c:v>
                </c:pt>
                <c:pt idx="10">
                  <c:v>43434</c:v>
                </c:pt>
                <c:pt idx="11">
                  <c:v>43465</c:v>
                </c:pt>
                <c:pt idx="12">
                  <c:v>43496</c:v>
                </c:pt>
                <c:pt idx="13">
                  <c:v>43524</c:v>
                </c:pt>
                <c:pt idx="14">
                  <c:v>43555</c:v>
                </c:pt>
                <c:pt idx="15">
                  <c:v>43585</c:v>
                </c:pt>
                <c:pt idx="16">
                  <c:v>43616</c:v>
                </c:pt>
                <c:pt idx="17">
                  <c:v>43646</c:v>
                </c:pt>
                <c:pt idx="18">
                  <c:v>43677</c:v>
                </c:pt>
                <c:pt idx="19">
                  <c:v>43708</c:v>
                </c:pt>
                <c:pt idx="20">
                  <c:v>43738</c:v>
                </c:pt>
                <c:pt idx="21">
                  <c:v>43769</c:v>
                </c:pt>
                <c:pt idx="22">
                  <c:v>43799</c:v>
                </c:pt>
                <c:pt idx="23">
                  <c:v>43830</c:v>
                </c:pt>
                <c:pt idx="24">
                  <c:v>43861</c:v>
                </c:pt>
                <c:pt idx="25">
                  <c:v>43890</c:v>
                </c:pt>
                <c:pt idx="26">
                  <c:v>43921</c:v>
                </c:pt>
                <c:pt idx="27">
                  <c:v>43951</c:v>
                </c:pt>
                <c:pt idx="28">
                  <c:v>43982</c:v>
                </c:pt>
                <c:pt idx="29">
                  <c:v>44012</c:v>
                </c:pt>
                <c:pt idx="30">
                  <c:v>44043</c:v>
                </c:pt>
                <c:pt idx="31">
                  <c:v>44074</c:v>
                </c:pt>
                <c:pt idx="32">
                  <c:v>44104</c:v>
                </c:pt>
                <c:pt idx="33">
                  <c:v>44135</c:v>
                </c:pt>
                <c:pt idx="34">
                  <c:v>44165</c:v>
                </c:pt>
                <c:pt idx="35">
                  <c:v>44196</c:v>
                </c:pt>
                <c:pt idx="36">
                  <c:v>44227</c:v>
                </c:pt>
                <c:pt idx="37">
                  <c:v>44255</c:v>
                </c:pt>
                <c:pt idx="38">
                  <c:v>44286</c:v>
                </c:pt>
                <c:pt idx="39">
                  <c:v>44316</c:v>
                </c:pt>
                <c:pt idx="40">
                  <c:v>44347</c:v>
                </c:pt>
                <c:pt idx="41">
                  <c:v>44377</c:v>
                </c:pt>
                <c:pt idx="42">
                  <c:v>44408</c:v>
                </c:pt>
                <c:pt idx="43">
                  <c:v>44439</c:v>
                </c:pt>
                <c:pt idx="44">
                  <c:v>44469</c:v>
                </c:pt>
                <c:pt idx="45">
                  <c:v>44500</c:v>
                </c:pt>
                <c:pt idx="46">
                  <c:v>44530</c:v>
                </c:pt>
                <c:pt idx="47">
                  <c:v>44561</c:v>
                </c:pt>
                <c:pt idx="48">
                  <c:v>44592</c:v>
                </c:pt>
                <c:pt idx="49">
                  <c:v>44620</c:v>
                </c:pt>
                <c:pt idx="50">
                  <c:v>44651</c:v>
                </c:pt>
                <c:pt idx="51">
                  <c:v>44681</c:v>
                </c:pt>
                <c:pt idx="52">
                  <c:v>44712</c:v>
                </c:pt>
                <c:pt idx="53">
                  <c:v>44742</c:v>
                </c:pt>
                <c:pt idx="54">
                  <c:v>44773</c:v>
                </c:pt>
                <c:pt idx="55">
                  <c:v>44804</c:v>
                </c:pt>
                <c:pt idx="56">
                  <c:v>44834</c:v>
                </c:pt>
                <c:pt idx="57">
                  <c:v>44865</c:v>
                </c:pt>
                <c:pt idx="58">
                  <c:v>44895</c:v>
                </c:pt>
                <c:pt idx="59">
                  <c:v>44926</c:v>
                </c:pt>
                <c:pt idx="60">
                  <c:v>44957</c:v>
                </c:pt>
                <c:pt idx="61">
                  <c:v>44985</c:v>
                </c:pt>
                <c:pt idx="62">
                  <c:v>45016</c:v>
                </c:pt>
                <c:pt idx="63">
                  <c:v>45046</c:v>
                </c:pt>
                <c:pt idx="64">
                  <c:v>45077</c:v>
                </c:pt>
                <c:pt idx="65">
                  <c:v>45107</c:v>
                </c:pt>
                <c:pt idx="66">
                  <c:v>45138</c:v>
                </c:pt>
                <c:pt idx="67">
                  <c:v>45169</c:v>
                </c:pt>
                <c:pt idx="68">
                  <c:v>45199</c:v>
                </c:pt>
                <c:pt idx="69">
                  <c:v>45230</c:v>
                </c:pt>
                <c:pt idx="70">
                  <c:v>45260</c:v>
                </c:pt>
                <c:pt idx="71">
                  <c:v>45291</c:v>
                </c:pt>
                <c:pt idx="72">
                  <c:v>45322</c:v>
                </c:pt>
                <c:pt idx="73">
                  <c:v>45351</c:v>
                </c:pt>
                <c:pt idx="74">
                  <c:v>45382</c:v>
                </c:pt>
                <c:pt idx="75">
                  <c:v>45412</c:v>
                </c:pt>
                <c:pt idx="76">
                  <c:v>45443</c:v>
                </c:pt>
                <c:pt idx="77">
                  <c:v>45473</c:v>
                </c:pt>
                <c:pt idx="78">
                  <c:v>45504</c:v>
                </c:pt>
                <c:pt idx="79">
                  <c:v>45535</c:v>
                </c:pt>
                <c:pt idx="80">
                  <c:v>45565</c:v>
                </c:pt>
                <c:pt idx="81">
                  <c:v>45596</c:v>
                </c:pt>
                <c:pt idx="82">
                  <c:v>45626</c:v>
                </c:pt>
                <c:pt idx="83">
                  <c:v>45657</c:v>
                </c:pt>
                <c:pt idx="84">
                  <c:v>45688</c:v>
                </c:pt>
                <c:pt idx="85">
                  <c:v>45716</c:v>
                </c:pt>
                <c:pt idx="86">
                  <c:v>45747</c:v>
                </c:pt>
                <c:pt idx="87">
                  <c:v>45777</c:v>
                </c:pt>
                <c:pt idx="88">
                  <c:v>45808</c:v>
                </c:pt>
                <c:pt idx="89">
                  <c:v>45838</c:v>
                </c:pt>
                <c:pt idx="90">
                  <c:v>45869</c:v>
                </c:pt>
                <c:pt idx="91">
                  <c:v>45900</c:v>
                </c:pt>
                <c:pt idx="92">
                  <c:v>45930</c:v>
                </c:pt>
                <c:pt idx="93">
                  <c:v>45961</c:v>
                </c:pt>
                <c:pt idx="94">
                  <c:v>45991</c:v>
                </c:pt>
                <c:pt idx="95">
                  <c:v>46022</c:v>
                </c:pt>
                <c:pt idx="96">
                  <c:v>46053</c:v>
                </c:pt>
              </c:numCache>
            </c:numRef>
          </c:cat>
          <c:val>
            <c:numRef>
              <c:f>Data!$I$4:$I$113</c:f>
              <c:numCache>
                <c:formatCode>0.00</c:formatCode>
                <c:ptCount val="110"/>
                <c:pt idx="0">
                  <c:v>99.55959</c:v>
                </c:pt>
                <c:pt idx="1">
                  <c:v>98.772909943656003</c:v>
                </c:pt>
                <c:pt idx="2">
                  <c:v>94.919442898860183</c:v>
                </c:pt>
                <c:pt idx="3">
                  <c:v>98.770087398659697</c:v>
                </c:pt>
                <c:pt idx="4">
                  <c:v>93.519459675538201</c:v>
                </c:pt>
                <c:pt idx="5">
                  <c:v>94.133227889388763</c:v>
                </c:pt>
                <c:pt idx="6">
                  <c:v>95.495166257138024</c:v>
                </c:pt>
                <c:pt idx="7">
                  <c:v>96.664781503938826</c:v>
                </c:pt>
                <c:pt idx="8">
                  <c:v>92.577204886785125</c:v>
                </c:pt>
                <c:pt idx="9">
                  <c:v>88.310349286714668</c:v>
                </c:pt>
                <c:pt idx="10">
                  <c:v>86.818160483782123</c:v>
                </c:pt>
                <c:pt idx="11">
                  <c:v>89.064120250049427</c:v>
                </c:pt>
                <c:pt idx="12">
                  <c:v>91.532719377432073</c:v>
                </c:pt>
                <c:pt idx="13">
                  <c:v>92.660411633433966</c:v>
                </c:pt>
                <c:pt idx="14">
                  <c:v>92.49434564370452</c:v>
                </c:pt>
                <c:pt idx="15">
                  <c:v>97.121440030572785</c:v>
                </c:pt>
                <c:pt idx="16">
                  <c:v>92.507355809024318</c:v>
                </c:pt>
                <c:pt idx="17">
                  <c:v>95.175323454970069</c:v>
                </c:pt>
                <c:pt idx="18">
                  <c:v>92.200466439867455</c:v>
                </c:pt>
                <c:pt idx="19">
                  <c:v>89.711680809162814</c:v>
                </c:pt>
                <c:pt idx="20">
                  <c:v>90.314534333032313</c:v>
                </c:pt>
                <c:pt idx="21">
                  <c:v>93.601604061710489</c:v>
                </c:pt>
                <c:pt idx="22">
                  <c:v>92.22608168922163</c:v>
                </c:pt>
                <c:pt idx="23">
                  <c:v>95.076042842973777</c:v>
                </c:pt>
                <c:pt idx="24">
                  <c:v>92.633244566604972</c:v>
                </c:pt>
                <c:pt idx="25">
                  <c:v>83.789817344240433</c:v>
                </c:pt>
                <c:pt idx="26">
                  <c:v>69.809159540066275</c:v>
                </c:pt>
                <c:pt idx="27">
                  <c:v>79.705717870507357</c:v>
                </c:pt>
                <c:pt idx="28">
                  <c:v>79.375975315677067</c:v>
                </c:pt>
                <c:pt idx="29">
                  <c:v>84.917410592402774</c:v>
                </c:pt>
                <c:pt idx="30">
                  <c:v>87.471157356371279</c:v>
                </c:pt>
                <c:pt idx="31">
                  <c:v>86.701638596644344</c:v>
                </c:pt>
                <c:pt idx="32">
                  <c:v>85.777026312158156</c:v>
                </c:pt>
                <c:pt idx="33">
                  <c:v>82.136949535062257</c:v>
                </c:pt>
                <c:pt idx="34">
                  <c:v>90.663454847177803</c:v>
                </c:pt>
                <c:pt idx="35">
                  <c:v>95.62279115904586</c:v>
                </c:pt>
                <c:pt idx="36">
                  <c:v>98.563631852025864</c:v>
                </c:pt>
                <c:pt idx="37">
                  <c:v>103.81981349870432</c:v>
                </c:pt>
                <c:pt idx="38">
                  <c:v>107.67594092157995</c:v>
                </c:pt>
                <c:pt idx="39">
                  <c:v>108.54882670425484</c:v>
                </c:pt>
                <c:pt idx="40">
                  <c:v>111.72453117831451</c:v>
                </c:pt>
                <c:pt idx="41">
                  <c:v>108.35123240844766</c:v>
                </c:pt>
                <c:pt idx="42">
                  <c:v>111.1582877864533</c:v>
                </c:pt>
                <c:pt idx="43">
                  <c:v>113.40627518784508</c:v>
                </c:pt>
                <c:pt idx="44">
                  <c:v>111.80426412265902</c:v>
                </c:pt>
                <c:pt idx="45">
                  <c:v>114.81045717638908</c:v>
                </c:pt>
                <c:pt idx="46">
                  <c:v>115.89068580587031</c:v>
                </c:pt>
                <c:pt idx="47">
                  <c:v>121.51269363220462</c:v>
                </c:pt>
                <c:pt idx="48">
                  <c:v>124.42004279385684</c:v>
                </c:pt>
                <c:pt idx="49">
                  <c:v>127.76381900193745</c:v>
                </c:pt>
                <c:pt idx="50">
                  <c:v>129.67317261863002</c:v>
                </c:pt>
                <c:pt idx="51">
                  <c:v>124.55523184171793</c:v>
                </c:pt>
                <c:pt idx="52">
                  <c:v>125.23277493636731</c:v>
                </c:pt>
                <c:pt idx="53">
                  <c:v>115.8654259875145</c:v>
                </c:pt>
                <c:pt idx="54">
                  <c:v>119.14987480452517</c:v>
                </c:pt>
                <c:pt idx="55">
                  <c:v>117.56520529959995</c:v>
                </c:pt>
                <c:pt idx="56">
                  <c:v>113.05282934631124</c:v>
                </c:pt>
                <c:pt idx="57">
                  <c:v>119.07517617615511</c:v>
                </c:pt>
                <c:pt idx="58">
                  <c:v>130.53430431036168</c:v>
                </c:pt>
                <c:pt idx="59">
                  <c:v>126.87215134950405</c:v>
                </c:pt>
                <c:pt idx="60">
                  <c:v>135.70519352189868</c:v>
                </c:pt>
                <c:pt idx="61">
                  <c:v>132.56030708514479</c:v>
                </c:pt>
                <c:pt idx="62">
                  <c:v>129.97300826748764</c:v>
                </c:pt>
                <c:pt idx="63">
                  <c:v>134.43403283835013</c:v>
                </c:pt>
                <c:pt idx="64">
                  <c:v>126.62029666088014</c:v>
                </c:pt>
                <c:pt idx="65">
                  <c:v>131.47918593885575</c:v>
                </c:pt>
                <c:pt idx="66">
                  <c:v>136.90329401517027</c:v>
                </c:pt>
                <c:pt idx="67">
                  <c:v>130.34936369177024</c:v>
                </c:pt>
                <c:pt idx="68">
                  <c:v>126.47257809153146</c:v>
                </c:pt>
                <c:pt idx="69">
                  <c:v>122.76833539906642</c:v>
                </c:pt>
                <c:pt idx="70">
                  <c:v>133.00062191173762</c:v>
                </c:pt>
                <c:pt idx="71">
                  <c:v>136.85274552429166</c:v>
                </c:pt>
                <c:pt idx="72">
                  <c:v>132.96125559366112</c:v>
                </c:pt>
                <c:pt idx="73">
                  <c:v>129.94549487491349</c:v>
                </c:pt>
                <c:pt idx="74">
                  <c:v>133.70562370371297</c:v>
                </c:pt>
                <c:pt idx="75">
                  <c:v>137.60592371164924</c:v>
                </c:pt>
                <c:pt idx="76">
                  <c:v>138.89081902430675</c:v>
                </c:pt>
                <c:pt idx="77">
                  <c:v>144.6856773319665</c:v>
                </c:pt>
                <c:pt idx="78">
                  <c:v>150.60906555623401</c:v>
                </c:pt>
                <c:pt idx="79">
                  <c:v>152.54552161662329</c:v>
                </c:pt>
                <c:pt idx="80">
                  <c:v>158.60484329896582</c:v>
                </c:pt>
                <c:pt idx="81">
                  <c:v>157.15649559092833</c:v>
                </c:pt>
                <c:pt idx="82">
                  <c:v>155.68675232851243</c:v>
                </c:pt>
                <c:pt idx="83">
                  <c:v>155.20395214086648</c:v>
                </c:pt>
                <c:pt idx="84">
                  <c:v>159.17529534785177</c:v>
                </c:pt>
                <c:pt idx="85">
                  <c:v>158.57179813306993</c:v>
                </c:pt>
                <c:pt idx="86">
                  <c:v>164.27787743144992</c:v>
                </c:pt>
                <c:pt idx="87">
                  <c:v>171.23011720434886</c:v>
                </c:pt>
                <c:pt idx="88">
                  <c:v>176.4168658075975</c:v>
                </c:pt>
                <c:pt idx="89">
                  <c:v>180.21460931952421</c:v>
                </c:pt>
                <c:pt idx="90">
                  <c:v>184.24507301403352</c:v>
                </c:pt>
                <c:pt idx="91">
                  <c:v>190.76946741706996</c:v>
                </c:pt>
                <c:pt idx="92">
                  <c:v>203.21992224636458</c:v>
                </c:pt>
                <c:pt idx="93">
                  <c:v>206.89787768714817</c:v>
                </c:pt>
                <c:pt idx="94">
                  <c:v>211.65919785657471</c:v>
                </c:pt>
                <c:pt idx="95">
                  <c:v>221.34216167419751</c:v>
                </c:pt>
                <c:pt idx="96">
                  <c:v>229.86733210480858</c:v>
                </c:pt>
              </c:numCache>
            </c:numRef>
          </c:val>
          <c:smooth val="0"/>
          <c:extLst>
            <c:ext xmlns:c16="http://schemas.microsoft.com/office/drawing/2014/chart" uri="{C3380CC4-5D6E-409C-BE32-E72D297353CC}">
              <c16:uniqueId val="{00000002-B64E-45D5-BEF3-710E993DF4BD}"/>
            </c:ext>
          </c:extLst>
        </c:ser>
        <c:dLbls>
          <c:showLegendKey val="0"/>
          <c:showVal val="0"/>
          <c:showCatName val="0"/>
          <c:showSerName val="0"/>
          <c:showPercent val="0"/>
          <c:showBubbleSize val="0"/>
        </c:dLbls>
        <c:marker val="1"/>
        <c:smooth val="0"/>
        <c:axId val="1901434096"/>
        <c:axId val="1901432656"/>
      </c:lineChart>
      <c:dateAx>
        <c:axId val="1901434096"/>
        <c:scaling>
          <c:orientation val="minMax"/>
        </c:scaling>
        <c:delete val="0"/>
        <c:axPos val="b"/>
        <c:numFmt formatCode="yyyy" sourceLinked="0"/>
        <c:majorTickMark val="out"/>
        <c:minorTickMark val="none"/>
        <c:tickLblPos val="low"/>
        <c:spPr>
          <a:noFill/>
          <a:ln w="9525" cap="flat" cmpd="sng" algn="ctr">
            <a:solidFill>
              <a:schemeClr val="bg1">
                <a:lumMod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1901432656"/>
        <c:crosses val="autoZero"/>
        <c:auto val="1"/>
        <c:lblOffset val="100"/>
        <c:baseTimeUnit val="months"/>
        <c:majorUnit val="1"/>
        <c:majorTimeUnit val="years"/>
      </c:dateAx>
      <c:valAx>
        <c:axId val="1901432656"/>
        <c:scaling>
          <c:orientation val="minMax"/>
          <c:min val="65"/>
        </c:scaling>
        <c:delete val="0"/>
        <c:axPos val="l"/>
        <c:title>
          <c:tx>
            <c:rich>
              <a:bodyPr rot="-5400000" spcFirstLastPara="1" vertOverflow="ellipsis" vert="horz" wrap="square" anchor="ctr" anchorCtr="1"/>
              <a:lstStyle/>
              <a:p>
                <a:pPr>
                  <a:defRPr sz="1100" b="1" i="0" u="none" strike="noStrike" kern="1200" baseline="0">
                    <a:solidFill>
                      <a:schemeClr val="tx1"/>
                    </a:solidFill>
                    <a:latin typeface="Arial" panose="020B0604020202020204" pitchFamily="34" charset="0"/>
                    <a:ea typeface="+mn-ea"/>
                    <a:cs typeface="Arial" panose="020B0604020202020204" pitchFamily="34" charset="0"/>
                  </a:defRPr>
                </a:pPr>
                <a:r>
                  <a:rPr lang="en-ZA" b="1"/>
                  <a:t>Cumulative returns</a:t>
                </a:r>
              </a:p>
            </c:rich>
          </c:tx>
          <c:layout>
            <c:manualLayout>
              <c:xMode val="edge"/>
              <c:yMode val="edge"/>
              <c:x val="7.4239049740163323E-3"/>
              <c:y val="0.34324601251766607"/>
            </c:manualLayout>
          </c:layout>
          <c:overlay val="0"/>
          <c:spPr>
            <a:noFill/>
            <a:ln>
              <a:noFill/>
            </a:ln>
            <a:effectLst/>
          </c:spPr>
          <c:txPr>
            <a:bodyPr rot="-5400000" spcFirstLastPara="1" vertOverflow="ellipsis" vert="horz" wrap="square" anchor="ctr" anchorCtr="1"/>
            <a:lstStyle/>
            <a:p>
              <a:pPr>
                <a:defRPr sz="11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title>
        <c:numFmt formatCode="0" sourceLinked="0"/>
        <c:majorTickMark val="none"/>
        <c:minorTickMark val="none"/>
        <c:tickLblPos val="nextTo"/>
        <c:spPr>
          <a:noFill/>
          <a:ln>
            <a:solidFill>
              <a:schemeClr val="bg1">
                <a:lumMod val="85000"/>
              </a:schemeClr>
            </a:solidFill>
          </a:ln>
          <a:effectLst/>
        </c:spPr>
        <c:txPr>
          <a:bodyPr rot="-60000000" spcFirstLastPara="1" vertOverflow="ellipsis" vert="horz" wrap="square" anchor="ctr" anchorCtr="1"/>
          <a:lstStyle/>
          <a:p>
            <a:pPr>
              <a:defRPr sz="11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1901434096"/>
        <c:crosses val="autoZero"/>
        <c:crossBetween val="midCat"/>
      </c:valAx>
      <c:valAx>
        <c:axId val="1189820608"/>
        <c:scaling>
          <c:orientation val="minMax"/>
          <c:min val="-2"/>
        </c:scaling>
        <c:delete val="0"/>
        <c:axPos val="r"/>
        <c:title>
          <c:tx>
            <c:rich>
              <a:bodyPr rot="-5400000" spcFirstLastPara="1" vertOverflow="ellipsis" vert="horz" wrap="square" anchor="ctr" anchorCtr="1"/>
              <a:lstStyle/>
              <a:p>
                <a:pPr>
                  <a:defRPr sz="1100" b="1" i="0" u="none" strike="noStrike" kern="1200" baseline="0">
                    <a:solidFill>
                      <a:schemeClr val="tx1"/>
                    </a:solidFill>
                    <a:latin typeface="Arial" panose="020B0604020202020204" pitchFamily="34" charset="0"/>
                    <a:ea typeface="+mn-ea"/>
                    <a:cs typeface="Arial" panose="020B0604020202020204" pitchFamily="34" charset="0"/>
                  </a:defRPr>
                </a:pPr>
                <a:r>
                  <a:rPr lang="en-ZA" b="1"/>
                  <a:t>Alpha</a:t>
                </a:r>
              </a:p>
            </c:rich>
          </c:tx>
          <c:layout>
            <c:manualLayout>
              <c:xMode val="edge"/>
              <c:yMode val="edge"/>
              <c:x val="0.97915214910380044"/>
              <c:y val="0.42964014955975616"/>
            </c:manualLayout>
          </c:layout>
          <c:overlay val="0"/>
          <c:spPr>
            <a:noFill/>
            <a:ln>
              <a:noFill/>
            </a:ln>
            <a:effectLst/>
          </c:spPr>
          <c:txPr>
            <a:bodyPr rot="-5400000" spcFirstLastPara="1" vertOverflow="ellipsis" vert="horz" wrap="square" anchor="ctr" anchorCtr="1"/>
            <a:lstStyle/>
            <a:p>
              <a:pPr>
                <a:defRPr sz="11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title>
        <c:numFmt formatCode="0" sourceLinked="0"/>
        <c:majorTickMark val="out"/>
        <c:minorTickMark val="none"/>
        <c:tickLblPos val="nextTo"/>
        <c:spPr>
          <a:noFill/>
          <a:ln>
            <a:solidFill>
              <a:schemeClr val="bg1">
                <a:lumMod val="85000"/>
              </a:schemeClr>
            </a:solidFill>
          </a:ln>
          <a:effectLst/>
        </c:spPr>
        <c:txPr>
          <a:bodyPr rot="-60000000" spcFirstLastPara="1" vertOverflow="ellipsis" vert="horz" wrap="square" anchor="ctr" anchorCtr="1"/>
          <a:lstStyle/>
          <a:p>
            <a:pPr>
              <a:defRPr sz="11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1189826368"/>
        <c:crosses val="max"/>
        <c:crossBetween val="between"/>
      </c:valAx>
      <c:dateAx>
        <c:axId val="1189826368"/>
        <c:scaling>
          <c:orientation val="minMax"/>
        </c:scaling>
        <c:delete val="1"/>
        <c:axPos val="b"/>
        <c:numFmt formatCode="d\-mmm\-yy" sourceLinked="1"/>
        <c:majorTickMark val="out"/>
        <c:minorTickMark val="none"/>
        <c:tickLblPos val="nextTo"/>
        <c:crossAx val="1189820608"/>
        <c:crosses val="autoZero"/>
        <c:auto val="1"/>
        <c:lblOffset val="100"/>
        <c:baseTimeUnit val="months"/>
      </c:date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1100">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Data!$C$144</c:f>
              <c:strCache>
                <c:ptCount val="1"/>
                <c:pt idx="0">
                  <c:v>Prescient Core SWIX Equity Composite </c:v>
                </c:pt>
              </c:strCache>
            </c:strRef>
          </c:tx>
          <c:invertIfNegative val="0"/>
          <c:cat>
            <c:strRef>
              <c:f>(Data!$B$146:$B$147,Data!$B$149:$B$153)</c:f>
              <c:strCache>
                <c:ptCount val="7"/>
                <c:pt idx="0">
                  <c:v>3 Months</c:v>
                </c:pt>
                <c:pt idx="1">
                  <c:v>6 Months</c:v>
                </c:pt>
                <c:pt idx="2">
                  <c:v>1 year</c:v>
                </c:pt>
                <c:pt idx="3">
                  <c:v>3 years (p.a.)</c:v>
                </c:pt>
                <c:pt idx="4">
                  <c:v>5 years (p.a.)</c:v>
                </c:pt>
                <c:pt idx="5">
                  <c:v>10 years (p.a.)</c:v>
                </c:pt>
                <c:pt idx="6">
                  <c:v>Inception (p.a.)</c:v>
                </c:pt>
              </c:strCache>
              <c:extLst/>
            </c:strRef>
          </c:cat>
          <c:val>
            <c:numRef>
              <c:f>(Data!$C$146:$C$147,Data!$C$149:$C$153)</c:f>
              <c:numCache>
                <c:formatCode>0.0%</c:formatCode>
                <c:ptCount val="7"/>
                <c:pt idx="0">
                  <c:v>0.10771695393946601</c:v>
                </c:pt>
                <c:pt idx="1">
                  <c:v>0.25299863867156547</c:v>
                </c:pt>
                <c:pt idx="2">
                  <c:v>0.4878974990954652</c:v>
                </c:pt>
                <c:pt idx="3">
                  <c:v>0.2098685815848369</c:v>
                </c:pt>
                <c:pt idx="4">
                  <c:v>0.17975862557884903</c:v>
                </c:pt>
                <c:pt idx="5">
                  <c:v>0.12088636308457135</c:v>
                </c:pt>
                <c:pt idx="6">
                  <c:v>0.10860651119736797</c:v>
                </c:pt>
              </c:numCache>
              <c:extLst/>
            </c:numRef>
          </c:val>
          <c:extLst>
            <c:ext xmlns:c16="http://schemas.microsoft.com/office/drawing/2014/chart" uri="{C3380CC4-5D6E-409C-BE32-E72D297353CC}">
              <c16:uniqueId val="{00000000-54BA-4FE0-BA9F-3CE765A1E4AF}"/>
            </c:ext>
          </c:extLst>
        </c:ser>
        <c:ser>
          <c:idx val="1"/>
          <c:order val="1"/>
          <c:tx>
            <c:strRef>
              <c:f>Data!$D$144</c:f>
              <c:strCache>
                <c:ptCount val="1"/>
                <c:pt idx="0">
                  <c:v>FTSE/JSE All Share Total Return Index</c:v>
                </c:pt>
              </c:strCache>
              <c:extLst xmlns:c15="http://schemas.microsoft.com/office/drawing/2012/chart"/>
            </c:strRef>
          </c:tx>
          <c:spPr>
            <a:solidFill>
              <a:schemeClr val="accent2"/>
            </a:solidFill>
            <a:ln>
              <a:solidFill>
                <a:schemeClr val="accent2"/>
              </a:solidFill>
            </a:ln>
          </c:spPr>
          <c:invertIfNegative val="0"/>
          <c:cat>
            <c:strRef>
              <c:f>(Data!$B$146:$B$147,Data!$B$149:$B$153)</c:f>
              <c:strCache>
                <c:ptCount val="7"/>
                <c:pt idx="0">
                  <c:v>3 Months</c:v>
                </c:pt>
                <c:pt idx="1">
                  <c:v>6 Months</c:v>
                </c:pt>
                <c:pt idx="2">
                  <c:v>1 year</c:v>
                </c:pt>
                <c:pt idx="3">
                  <c:v>3 years (p.a.)</c:v>
                </c:pt>
                <c:pt idx="4">
                  <c:v>5 years (p.a.)</c:v>
                </c:pt>
                <c:pt idx="5">
                  <c:v>10 years (p.a.)</c:v>
                </c:pt>
                <c:pt idx="6">
                  <c:v>Inception (p.a.)</c:v>
                </c:pt>
              </c:strCache>
              <c:extLst/>
            </c:strRef>
          </c:cat>
          <c:val>
            <c:numRef>
              <c:f>(Data!$D$146:$D$147,Data!$D$149:$D$153)</c:f>
              <c:numCache>
                <c:formatCode>0.0%</c:formatCode>
                <c:ptCount val="7"/>
                <c:pt idx="0">
                  <c:v>0.10308647260707082</c:v>
                </c:pt>
                <c:pt idx="1">
                  <c:v>0.23755014693518706</c:v>
                </c:pt>
                <c:pt idx="2">
                  <c:v>0.44352694049574315</c:v>
                </c:pt>
                <c:pt idx="3">
                  <c:v>0.19031562219833442</c:v>
                </c:pt>
                <c:pt idx="4">
                  <c:v>0.16657281490341114</c:v>
                </c:pt>
                <c:pt idx="5">
                  <c:v>0.11247424839185971</c:v>
                </c:pt>
                <c:pt idx="6">
                  <c:v>0.10021110505092978</c:v>
                </c:pt>
              </c:numCache>
              <c:extLst/>
            </c:numRef>
          </c:val>
          <c:extLst xmlns:c15="http://schemas.microsoft.com/office/drawing/2012/chart">
            <c:ext xmlns:c16="http://schemas.microsoft.com/office/drawing/2014/chart" uri="{C3380CC4-5D6E-409C-BE32-E72D297353CC}">
              <c16:uniqueId val="{00000001-54BA-4FE0-BA9F-3CE765A1E4AF}"/>
            </c:ext>
          </c:extLst>
        </c:ser>
        <c:ser>
          <c:idx val="3"/>
          <c:order val="2"/>
          <c:tx>
            <c:strRef>
              <c:f>Data!$E$144</c:f>
              <c:strCache>
                <c:ptCount val="1"/>
                <c:pt idx="0">
                  <c:v>Alpha</c:v>
                </c:pt>
              </c:strCache>
            </c:strRef>
          </c:tx>
          <c:spPr>
            <a:solidFill>
              <a:schemeClr val="accent3"/>
            </a:solidFill>
            <a:ln>
              <a:solidFill>
                <a:schemeClr val="accent3"/>
              </a:solidFill>
            </a:ln>
          </c:spPr>
          <c:invertIfNegative val="0"/>
          <c:cat>
            <c:strRef>
              <c:f>(Data!$B$146:$B$147,Data!$B$149:$B$153)</c:f>
              <c:strCache>
                <c:ptCount val="7"/>
                <c:pt idx="0">
                  <c:v>3 Months</c:v>
                </c:pt>
                <c:pt idx="1">
                  <c:v>6 Months</c:v>
                </c:pt>
                <c:pt idx="2">
                  <c:v>1 year</c:v>
                </c:pt>
                <c:pt idx="3">
                  <c:v>3 years (p.a.)</c:v>
                </c:pt>
                <c:pt idx="4">
                  <c:v>5 years (p.a.)</c:v>
                </c:pt>
                <c:pt idx="5">
                  <c:v>10 years (p.a.)</c:v>
                </c:pt>
                <c:pt idx="6">
                  <c:v>Inception (p.a.)</c:v>
                </c:pt>
              </c:strCache>
              <c:extLst/>
            </c:strRef>
          </c:cat>
          <c:val>
            <c:numRef>
              <c:f>(Data!$E$146:$E$147,Data!$E$149:$E$153)</c:f>
              <c:numCache>
                <c:formatCode>0.0%</c:formatCode>
                <c:ptCount val="7"/>
                <c:pt idx="0">
                  <c:v>4.6304813323951866E-3</c:v>
                </c:pt>
                <c:pt idx="1">
                  <c:v>1.5448491736378411E-2</c:v>
                </c:pt>
                <c:pt idx="2">
                  <c:v>4.4370558599722054E-2</c:v>
                </c:pt>
                <c:pt idx="3">
                  <c:v>1.9552959386502478E-2</c:v>
                </c:pt>
                <c:pt idx="4">
                  <c:v>1.3185810675437892E-2</c:v>
                </c:pt>
                <c:pt idx="5">
                  <c:v>8.4121146927116364E-3</c:v>
                </c:pt>
                <c:pt idx="6">
                  <c:v>8.3954061464381891E-3</c:v>
                </c:pt>
              </c:numCache>
              <c:extLst/>
            </c:numRef>
          </c:val>
          <c:extLst>
            <c:ext xmlns:c16="http://schemas.microsoft.com/office/drawing/2014/chart" uri="{C3380CC4-5D6E-409C-BE32-E72D297353CC}">
              <c16:uniqueId val="{00000002-54BA-4FE0-BA9F-3CE765A1E4AF}"/>
            </c:ext>
          </c:extLst>
        </c:ser>
        <c:dLbls>
          <c:showLegendKey val="0"/>
          <c:showVal val="0"/>
          <c:showCatName val="0"/>
          <c:showSerName val="0"/>
          <c:showPercent val="0"/>
          <c:showBubbleSize val="0"/>
        </c:dLbls>
        <c:gapWidth val="150"/>
        <c:overlap val="-10"/>
        <c:axId val="255117952"/>
        <c:axId val="255263104"/>
        <c:extLst/>
      </c:barChart>
      <c:catAx>
        <c:axId val="255117952"/>
        <c:scaling>
          <c:orientation val="minMax"/>
        </c:scaling>
        <c:delete val="0"/>
        <c:axPos val="b"/>
        <c:numFmt formatCode="General" sourceLinked="0"/>
        <c:majorTickMark val="none"/>
        <c:minorTickMark val="none"/>
        <c:tickLblPos val="nextTo"/>
        <c:crossAx val="255263104"/>
        <c:crosses val="autoZero"/>
        <c:auto val="1"/>
        <c:lblAlgn val="ctr"/>
        <c:lblOffset val="100"/>
        <c:noMultiLvlLbl val="0"/>
      </c:catAx>
      <c:valAx>
        <c:axId val="255263104"/>
        <c:scaling>
          <c:orientation val="minMax"/>
        </c:scaling>
        <c:delete val="0"/>
        <c:axPos val="l"/>
        <c:majorGridlines>
          <c:spPr>
            <a:ln>
              <a:noFill/>
            </a:ln>
          </c:spPr>
        </c:majorGridlines>
        <c:numFmt formatCode="0%" sourceLinked="0"/>
        <c:majorTickMark val="none"/>
        <c:minorTickMark val="none"/>
        <c:tickLblPos val="nextTo"/>
        <c:crossAx val="255117952"/>
        <c:crosses val="autoZero"/>
        <c:crossBetween val="between"/>
        <c:majorUnit val="4.0000000000000008E-2"/>
      </c:valAx>
      <c:dTable>
        <c:showHorzBorder val="1"/>
        <c:showVertBorder val="1"/>
        <c:showOutline val="1"/>
        <c:showKeys val="1"/>
      </c:dTable>
    </c:plotArea>
    <c:plotVisOnly val="1"/>
    <c:dispBlanksAs val="gap"/>
    <c:showDLblsOverMax val="0"/>
  </c:chart>
  <c:spPr>
    <a:ln>
      <a:noFill/>
    </a:ln>
  </c:spPr>
  <c:txPr>
    <a:bodyPr/>
    <a:lstStyle/>
    <a:p>
      <a:pPr>
        <a:defRPr sz="1200" b="0">
          <a:latin typeface="Arial" panose="020B0604020202020204" pitchFamily="34" charset="0"/>
          <a:cs typeface="Arial" panose="020B0604020202020204" pitchFamily="34" charset="0"/>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0585925076783036E-2"/>
          <c:y val="2.4538866603938659E-2"/>
          <c:w val="0.82268650260753151"/>
          <c:h val="0.79434057438148897"/>
        </c:manualLayout>
      </c:layout>
      <c:areaChart>
        <c:grouping val="stacked"/>
        <c:varyColors val="0"/>
        <c:ser>
          <c:idx val="2"/>
          <c:order val="0"/>
          <c:tx>
            <c:strRef>
              <c:f>Data!$J$2</c:f>
              <c:strCache>
                <c:ptCount val="1"/>
                <c:pt idx="0">
                  <c:v>Alpha (RHS)</c:v>
                </c:pt>
              </c:strCache>
            </c:strRef>
          </c:tx>
          <c:spPr>
            <a:solidFill>
              <a:schemeClr val="accent3"/>
            </a:solidFill>
            <a:ln>
              <a:noFill/>
            </a:ln>
            <a:effectLst/>
          </c:spPr>
          <c:cat>
            <c:numRef>
              <c:f>Data!$G$3:$G$200</c:f>
              <c:numCache>
                <c:formatCode>d\-mmm\-yy</c:formatCode>
                <c:ptCount val="198"/>
                <c:pt idx="0">
                  <c:v>41882</c:v>
                </c:pt>
                <c:pt idx="1">
                  <c:v>41912</c:v>
                </c:pt>
                <c:pt idx="2">
                  <c:v>41943</c:v>
                </c:pt>
                <c:pt idx="3">
                  <c:v>41973</c:v>
                </c:pt>
                <c:pt idx="4">
                  <c:v>42004</c:v>
                </c:pt>
                <c:pt idx="5">
                  <c:v>42035</c:v>
                </c:pt>
                <c:pt idx="6">
                  <c:v>42063</c:v>
                </c:pt>
                <c:pt idx="7">
                  <c:v>42094</c:v>
                </c:pt>
                <c:pt idx="8">
                  <c:v>42124</c:v>
                </c:pt>
                <c:pt idx="9">
                  <c:v>42155</c:v>
                </c:pt>
                <c:pt idx="10">
                  <c:v>42185</c:v>
                </c:pt>
                <c:pt idx="11">
                  <c:v>42216</c:v>
                </c:pt>
                <c:pt idx="12">
                  <c:v>42247</c:v>
                </c:pt>
                <c:pt idx="13">
                  <c:v>42277</c:v>
                </c:pt>
                <c:pt idx="14">
                  <c:v>42308</c:v>
                </c:pt>
                <c:pt idx="15">
                  <c:v>42338</c:v>
                </c:pt>
                <c:pt idx="16">
                  <c:v>42369</c:v>
                </c:pt>
                <c:pt idx="17">
                  <c:v>42400</c:v>
                </c:pt>
                <c:pt idx="18">
                  <c:v>42429</c:v>
                </c:pt>
                <c:pt idx="19">
                  <c:v>42460</c:v>
                </c:pt>
                <c:pt idx="20">
                  <c:v>42490</c:v>
                </c:pt>
                <c:pt idx="21">
                  <c:v>42521</c:v>
                </c:pt>
                <c:pt idx="22">
                  <c:v>42551</c:v>
                </c:pt>
                <c:pt idx="23">
                  <c:v>42582</c:v>
                </c:pt>
                <c:pt idx="24">
                  <c:v>42613</c:v>
                </c:pt>
                <c:pt idx="25">
                  <c:v>42643</c:v>
                </c:pt>
                <c:pt idx="26">
                  <c:v>42674</c:v>
                </c:pt>
                <c:pt idx="27">
                  <c:v>42704</c:v>
                </c:pt>
                <c:pt idx="28">
                  <c:v>42735</c:v>
                </c:pt>
                <c:pt idx="29">
                  <c:v>42766</c:v>
                </c:pt>
                <c:pt idx="30">
                  <c:v>42794</c:v>
                </c:pt>
                <c:pt idx="31">
                  <c:v>42825</c:v>
                </c:pt>
                <c:pt idx="32">
                  <c:v>42855</c:v>
                </c:pt>
                <c:pt idx="33">
                  <c:v>42886</c:v>
                </c:pt>
                <c:pt idx="34">
                  <c:v>42916</c:v>
                </c:pt>
                <c:pt idx="35">
                  <c:v>42947</c:v>
                </c:pt>
                <c:pt idx="36">
                  <c:v>42978</c:v>
                </c:pt>
                <c:pt idx="37">
                  <c:v>43008</c:v>
                </c:pt>
                <c:pt idx="38">
                  <c:v>43039</c:v>
                </c:pt>
                <c:pt idx="39">
                  <c:v>43069</c:v>
                </c:pt>
                <c:pt idx="40">
                  <c:v>43100</c:v>
                </c:pt>
                <c:pt idx="41">
                  <c:v>43131</c:v>
                </c:pt>
                <c:pt idx="42">
                  <c:v>43159</c:v>
                </c:pt>
                <c:pt idx="43">
                  <c:v>43190</c:v>
                </c:pt>
                <c:pt idx="44">
                  <c:v>43220</c:v>
                </c:pt>
                <c:pt idx="45">
                  <c:v>43251</c:v>
                </c:pt>
                <c:pt idx="46">
                  <c:v>43281</c:v>
                </c:pt>
                <c:pt idx="47">
                  <c:v>43312</c:v>
                </c:pt>
                <c:pt idx="48">
                  <c:v>43343</c:v>
                </c:pt>
                <c:pt idx="49">
                  <c:v>43373</c:v>
                </c:pt>
                <c:pt idx="50">
                  <c:v>43404</c:v>
                </c:pt>
                <c:pt idx="51">
                  <c:v>43434</c:v>
                </c:pt>
                <c:pt idx="52">
                  <c:v>43465</c:v>
                </c:pt>
                <c:pt idx="53">
                  <c:v>43496</c:v>
                </c:pt>
                <c:pt idx="54">
                  <c:v>43524</c:v>
                </c:pt>
                <c:pt idx="55">
                  <c:v>43555</c:v>
                </c:pt>
                <c:pt idx="56">
                  <c:v>43585</c:v>
                </c:pt>
                <c:pt idx="57">
                  <c:v>43616</c:v>
                </c:pt>
                <c:pt idx="58">
                  <c:v>43646</c:v>
                </c:pt>
                <c:pt idx="59">
                  <c:v>43677</c:v>
                </c:pt>
                <c:pt idx="60">
                  <c:v>43708</c:v>
                </c:pt>
                <c:pt idx="61">
                  <c:v>43738</c:v>
                </c:pt>
                <c:pt idx="62">
                  <c:v>43769</c:v>
                </c:pt>
                <c:pt idx="63">
                  <c:v>43799</c:v>
                </c:pt>
                <c:pt idx="64">
                  <c:v>43830</c:v>
                </c:pt>
                <c:pt idx="65">
                  <c:v>43861</c:v>
                </c:pt>
                <c:pt idx="66">
                  <c:v>43890</c:v>
                </c:pt>
                <c:pt idx="67">
                  <c:v>43921</c:v>
                </c:pt>
                <c:pt idx="68">
                  <c:v>43951</c:v>
                </c:pt>
                <c:pt idx="69">
                  <c:v>43982</c:v>
                </c:pt>
                <c:pt idx="70">
                  <c:v>44012</c:v>
                </c:pt>
                <c:pt idx="71">
                  <c:v>44043</c:v>
                </c:pt>
                <c:pt idx="72">
                  <c:v>44074</c:v>
                </c:pt>
                <c:pt idx="73">
                  <c:v>44104</c:v>
                </c:pt>
                <c:pt idx="74">
                  <c:v>44135</c:v>
                </c:pt>
                <c:pt idx="75">
                  <c:v>44165</c:v>
                </c:pt>
                <c:pt idx="76">
                  <c:v>44196</c:v>
                </c:pt>
                <c:pt idx="77">
                  <c:v>44227</c:v>
                </c:pt>
                <c:pt idx="78">
                  <c:v>44255</c:v>
                </c:pt>
                <c:pt idx="79">
                  <c:v>44286</c:v>
                </c:pt>
                <c:pt idx="80">
                  <c:v>44316</c:v>
                </c:pt>
                <c:pt idx="81">
                  <c:v>44347</c:v>
                </c:pt>
                <c:pt idx="82">
                  <c:v>44377</c:v>
                </c:pt>
                <c:pt idx="83">
                  <c:v>44408</c:v>
                </c:pt>
                <c:pt idx="84">
                  <c:v>44439</c:v>
                </c:pt>
                <c:pt idx="85">
                  <c:v>44469</c:v>
                </c:pt>
                <c:pt idx="86">
                  <c:v>44500</c:v>
                </c:pt>
                <c:pt idx="87">
                  <c:v>44530</c:v>
                </c:pt>
                <c:pt idx="88">
                  <c:v>44561</c:v>
                </c:pt>
                <c:pt idx="89">
                  <c:v>44592</c:v>
                </c:pt>
                <c:pt idx="90">
                  <c:v>44620</c:v>
                </c:pt>
                <c:pt idx="91">
                  <c:v>44651</c:v>
                </c:pt>
                <c:pt idx="92">
                  <c:v>44681</c:v>
                </c:pt>
                <c:pt idx="93">
                  <c:v>44712</c:v>
                </c:pt>
                <c:pt idx="94">
                  <c:v>44742</c:v>
                </c:pt>
                <c:pt idx="95">
                  <c:v>44773</c:v>
                </c:pt>
                <c:pt idx="96">
                  <c:v>44804</c:v>
                </c:pt>
                <c:pt idx="97">
                  <c:v>44834</c:v>
                </c:pt>
                <c:pt idx="98">
                  <c:v>44865</c:v>
                </c:pt>
                <c:pt idx="99">
                  <c:v>44895</c:v>
                </c:pt>
                <c:pt idx="100">
                  <c:v>44926</c:v>
                </c:pt>
                <c:pt idx="101">
                  <c:v>44957</c:v>
                </c:pt>
                <c:pt idx="102">
                  <c:v>44985</c:v>
                </c:pt>
                <c:pt idx="103">
                  <c:v>45016</c:v>
                </c:pt>
                <c:pt idx="104">
                  <c:v>45046</c:v>
                </c:pt>
                <c:pt idx="105">
                  <c:v>45077</c:v>
                </c:pt>
                <c:pt idx="106">
                  <c:v>45107</c:v>
                </c:pt>
                <c:pt idx="107">
                  <c:v>45138</c:v>
                </c:pt>
                <c:pt idx="108">
                  <c:v>45169</c:v>
                </c:pt>
                <c:pt idx="109">
                  <c:v>45199</c:v>
                </c:pt>
                <c:pt idx="110">
                  <c:v>45230</c:v>
                </c:pt>
                <c:pt idx="111">
                  <c:v>45260</c:v>
                </c:pt>
                <c:pt idx="112">
                  <c:v>45291</c:v>
                </c:pt>
                <c:pt idx="113">
                  <c:v>45322</c:v>
                </c:pt>
                <c:pt idx="114">
                  <c:v>45351</c:v>
                </c:pt>
                <c:pt idx="115">
                  <c:v>45382</c:v>
                </c:pt>
                <c:pt idx="116">
                  <c:v>45412</c:v>
                </c:pt>
                <c:pt idx="117">
                  <c:v>45443</c:v>
                </c:pt>
                <c:pt idx="118">
                  <c:v>45473</c:v>
                </c:pt>
                <c:pt idx="119">
                  <c:v>45504</c:v>
                </c:pt>
                <c:pt idx="120">
                  <c:v>45535</c:v>
                </c:pt>
                <c:pt idx="121">
                  <c:v>45565</c:v>
                </c:pt>
                <c:pt idx="122">
                  <c:v>45596</c:v>
                </c:pt>
                <c:pt idx="123">
                  <c:v>45626</c:v>
                </c:pt>
                <c:pt idx="124">
                  <c:v>45657</c:v>
                </c:pt>
                <c:pt idx="125">
                  <c:v>45688</c:v>
                </c:pt>
                <c:pt idx="126">
                  <c:v>45716</c:v>
                </c:pt>
                <c:pt idx="127">
                  <c:v>45747</c:v>
                </c:pt>
                <c:pt idx="128">
                  <c:v>45777</c:v>
                </c:pt>
                <c:pt idx="129">
                  <c:v>45808</c:v>
                </c:pt>
                <c:pt idx="130">
                  <c:v>45838</c:v>
                </c:pt>
                <c:pt idx="131">
                  <c:v>45869</c:v>
                </c:pt>
                <c:pt idx="132">
                  <c:v>45900</c:v>
                </c:pt>
                <c:pt idx="133">
                  <c:v>45930</c:v>
                </c:pt>
                <c:pt idx="134">
                  <c:v>45961</c:v>
                </c:pt>
                <c:pt idx="135">
                  <c:v>45991</c:v>
                </c:pt>
                <c:pt idx="136">
                  <c:v>46022</c:v>
                </c:pt>
                <c:pt idx="137">
                  <c:v>46053</c:v>
                </c:pt>
              </c:numCache>
            </c:numRef>
          </c:cat>
          <c:val>
            <c:numRef>
              <c:f>Data!$J$3:$J$200</c:f>
              <c:numCache>
                <c:formatCode>0.00</c:formatCode>
                <c:ptCount val="198"/>
                <c:pt idx="0">
                  <c:v>0</c:v>
                </c:pt>
                <c:pt idx="1">
                  <c:v>-0.12997000000000014</c:v>
                </c:pt>
                <c:pt idx="2">
                  <c:v>1.8391854514007377E-2</c:v>
                </c:pt>
                <c:pt idx="3">
                  <c:v>0.15185017925999489</c:v>
                </c:pt>
                <c:pt idx="4">
                  <c:v>0.32478916515816536</c:v>
                </c:pt>
                <c:pt idx="5">
                  <c:v>0.33104764751428206</c:v>
                </c:pt>
                <c:pt idx="6">
                  <c:v>0.2637187961264118</c:v>
                </c:pt>
                <c:pt idx="7">
                  <c:v>0.40237610437344529</c:v>
                </c:pt>
                <c:pt idx="8">
                  <c:v>0.37325450382176939</c:v>
                </c:pt>
                <c:pt idx="9">
                  <c:v>0.36022132388126238</c:v>
                </c:pt>
                <c:pt idx="10">
                  <c:v>0.44737036294145582</c:v>
                </c:pt>
                <c:pt idx="11">
                  <c:v>0.5615424427206932</c:v>
                </c:pt>
                <c:pt idx="12">
                  <c:v>0.52817586247596182</c:v>
                </c:pt>
                <c:pt idx="13">
                  <c:v>0.70748222967883123</c:v>
                </c:pt>
                <c:pt idx="14">
                  <c:v>0.93005315669529409</c:v>
                </c:pt>
                <c:pt idx="15">
                  <c:v>1.0773179459020525</c:v>
                </c:pt>
                <c:pt idx="16">
                  <c:v>0.97835392516738295</c:v>
                </c:pt>
                <c:pt idx="17">
                  <c:v>1.1805918077327817</c:v>
                </c:pt>
                <c:pt idx="18">
                  <c:v>1.0322085466532229</c:v>
                </c:pt>
                <c:pt idx="19">
                  <c:v>1.2271062934851784</c:v>
                </c:pt>
                <c:pt idx="20">
                  <c:v>1.1959503753998035</c:v>
                </c:pt>
                <c:pt idx="21">
                  <c:v>1.4321331635387509</c:v>
                </c:pt>
                <c:pt idx="22">
                  <c:v>1.1828091971048735</c:v>
                </c:pt>
                <c:pt idx="23">
                  <c:v>1.3313206218359568</c:v>
                </c:pt>
                <c:pt idx="24">
                  <c:v>1.3829800765527409</c:v>
                </c:pt>
                <c:pt idx="25">
                  <c:v>1.4176324304876857</c:v>
                </c:pt>
                <c:pt idx="26">
                  <c:v>1.477714650359232</c:v>
                </c:pt>
                <c:pt idx="27">
                  <c:v>1.4759069873085338</c:v>
                </c:pt>
                <c:pt idx="28">
                  <c:v>1.5480785478456056</c:v>
                </c:pt>
                <c:pt idx="29">
                  <c:v>1.5301269989929267</c:v>
                </c:pt>
                <c:pt idx="30">
                  <c:v>1.545054214729376</c:v>
                </c:pt>
                <c:pt idx="31">
                  <c:v>1.5083515652448654</c:v>
                </c:pt>
                <c:pt idx="32">
                  <c:v>1.9340417535064773</c:v>
                </c:pt>
                <c:pt idx="33">
                  <c:v>1.8844884988182855</c:v>
                </c:pt>
                <c:pt idx="34">
                  <c:v>1.9139101766003961</c:v>
                </c:pt>
                <c:pt idx="35">
                  <c:v>2.195453952216269</c:v>
                </c:pt>
                <c:pt idx="36">
                  <c:v>2.2070859580121009</c:v>
                </c:pt>
                <c:pt idx="37">
                  <c:v>1.8263216572690766</c:v>
                </c:pt>
                <c:pt idx="38">
                  <c:v>2.2654266171047368</c:v>
                </c:pt>
                <c:pt idx="39">
                  <c:v>2.5210208993895264</c:v>
                </c:pt>
                <c:pt idx="40">
                  <c:v>2.3282068513142917</c:v>
                </c:pt>
                <c:pt idx="41">
                  <c:v>2.2846150263451079</c:v>
                </c:pt>
                <c:pt idx="42">
                  <c:v>2.3250981137012445</c:v>
                </c:pt>
                <c:pt idx="43">
                  <c:v>1.9483752674933186</c:v>
                </c:pt>
                <c:pt idx="44">
                  <c:v>2.20403966097291</c:v>
                </c:pt>
                <c:pt idx="45">
                  <c:v>1.993487650673373</c:v>
                </c:pt>
                <c:pt idx="46">
                  <c:v>2.1003520467115919</c:v>
                </c:pt>
                <c:pt idx="47">
                  <c:v>2.2295427051421228</c:v>
                </c:pt>
                <c:pt idx="48">
                  <c:v>2.3046618692299461</c:v>
                </c:pt>
                <c:pt idx="49">
                  <c:v>2.1622441800312373</c:v>
                </c:pt>
                <c:pt idx="50">
                  <c:v>2.1327955928261417</c:v>
                </c:pt>
                <c:pt idx="51">
                  <c:v>2.1126729878996287</c:v>
                </c:pt>
                <c:pt idx="52">
                  <c:v>2.2456460214586542</c:v>
                </c:pt>
                <c:pt idx="53">
                  <c:v>2.3796874517681204</c:v>
                </c:pt>
                <c:pt idx="54">
                  <c:v>2.5015076883562841</c:v>
                </c:pt>
                <c:pt idx="55">
                  <c:v>2.688322445119482</c:v>
                </c:pt>
                <c:pt idx="56">
                  <c:v>2.8090436545895443</c:v>
                </c:pt>
                <c:pt idx="57">
                  <c:v>2.5903199891044153</c:v>
                </c:pt>
                <c:pt idx="58">
                  <c:v>2.7009284816243309</c:v>
                </c:pt>
                <c:pt idx="59">
                  <c:v>2.5636610726942877</c:v>
                </c:pt>
                <c:pt idx="60">
                  <c:v>2.8254668135701166</c:v>
                </c:pt>
                <c:pt idx="61">
                  <c:v>2.8305706809696147</c:v>
                </c:pt>
                <c:pt idx="62">
                  <c:v>3.0199871116911652</c:v>
                </c:pt>
                <c:pt idx="63">
                  <c:v>3.0718810603769953</c:v>
                </c:pt>
                <c:pt idx="64">
                  <c:v>3.2877545163491391</c:v>
                </c:pt>
                <c:pt idx="65">
                  <c:v>3.243700618122503</c:v>
                </c:pt>
                <c:pt idx="66">
                  <c:v>3.217368152574096</c:v>
                </c:pt>
                <c:pt idx="67">
                  <c:v>2.9287037728232264</c:v>
                </c:pt>
                <c:pt idx="68">
                  <c:v>3.3880376100498637</c:v>
                </c:pt>
                <c:pt idx="69">
                  <c:v>3.7543560803530909</c:v>
                </c:pt>
                <c:pt idx="70">
                  <c:v>3.6170701495037747</c:v>
                </c:pt>
                <c:pt idx="71">
                  <c:v>3.9556401316048238</c:v>
                </c:pt>
                <c:pt idx="72">
                  <c:v>3.9588163098326135</c:v>
                </c:pt>
                <c:pt idx="73">
                  <c:v>3.9113565956611609</c:v>
                </c:pt>
                <c:pt idx="74">
                  <c:v>3.6668720194550559</c:v>
                </c:pt>
                <c:pt idx="75">
                  <c:v>4.0333587920069931</c:v>
                </c:pt>
                <c:pt idx="76">
                  <c:v>4.0746545977815458</c:v>
                </c:pt>
                <c:pt idx="77">
                  <c:v>4.2773710190296867</c:v>
                </c:pt>
                <c:pt idx="78">
                  <c:v>4.5183977486320543</c:v>
                </c:pt>
                <c:pt idx="79">
                  <c:v>4.0351594687253112</c:v>
                </c:pt>
                <c:pt idx="80">
                  <c:v>4.2244687711788913</c:v>
                </c:pt>
                <c:pt idx="81">
                  <c:v>4.5381472093046682</c:v>
                </c:pt>
                <c:pt idx="82">
                  <c:v>4.2809342514051707</c:v>
                </c:pt>
                <c:pt idx="83">
                  <c:v>4.6248774608360179</c:v>
                </c:pt>
                <c:pt idx="84">
                  <c:v>4.6304956089114455</c:v>
                </c:pt>
                <c:pt idx="85">
                  <c:v>4.4019161063518482</c:v>
                </c:pt>
                <c:pt idx="86">
                  <c:v>4.1170506517466663</c:v>
                </c:pt>
                <c:pt idx="87">
                  <c:v>4.5990930483116017</c:v>
                </c:pt>
                <c:pt idx="88">
                  <c:v>4.8274524277315436</c:v>
                </c:pt>
                <c:pt idx="89">
                  <c:v>5.2268434494947371</c:v>
                </c:pt>
                <c:pt idx="90">
                  <c:v>5.2142480771116482</c:v>
                </c:pt>
                <c:pt idx="91">
                  <c:v>5.1019021589019928</c:v>
                </c:pt>
                <c:pt idx="92">
                  <c:v>4.4873040306545704</c:v>
                </c:pt>
                <c:pt idx="93">
                  <c:v>4.7511280741728967</c:v>
                </c:pt>
                <c:pt idx="94">
                  <c:v>3.4051728836864186</c:v>
                </c:pt>
                <c:pt idx="95">
                  <c:v>3.0295832223764592</c:v>
                </c:pt>
                <c:pt idx="96">
                  <c:v>3.8111602963898576</c:v>
                </c:pt>
                <c:pt idx="97">
                  <c:v>2.3253274333986553</c:v>
                </c:pt>
                <c:pt idx="98">
                  <c:v>3.247514235820546</c:v>
                </c:pt>
                <c:pt idx="99">
                  <c:v>4.8270294295261067</c:v>
                </c:pt>
                <c:pt idx="100">
                  <c:v>4.7816541196687865</c:v>
                </c:pt>
                <c:pt idx="101">
                  <c:v>6.8156649495950035</c:v>
                </c:pt>
                <c:pt idx="102">
                  <c:v>5.6187670640909744</c:v>
                </c:pt>
                <c:pt idx="103">
                  <c:v>6.0290469464280818</c:v>
                </c:pt>
                <c:pt idx="104">
                  <c:v>5.3488391886565978</c:v>
                </c:pt>
                <c:pt idx="105">
                  <c:v>2.7498853003658894</c:v>
                </c:pt>
                <c:pt idx="106">
                  <c:v>4.4046881800648805</c:v>
                </c:pt>
                <c:pt idx="107">
                  <c:v>5.232472648144693</c:v>
                </c:pt>
                <c:pt idx="108">
                  <c:v>4.8894796144921884</c:v>
                </c:pt>
                <c:pt idx="109">
                  <c:v>3.8376135903507986</c:v>
                </c:pt>
                <c:pt idx="110">
                  <c:v>4.2244633435904575</c:v>
                </c:pt>
                <c:pt idx="111">
                  <c:v>5.7176637019950363</c:v>
                </c:pt>
                <c:pt idx="112">
                  <c:v>6.2104382907087938</c:v>
                </c:pt>
                <c:pt idx="113">
                  <c:v>5.9662961148916054</c:v>
                </c:pt>
                <c:pt idx="114">
                  <c:v>5.5071338469366538</c:v>
                </c:pt>
                <c:pt idx="115">
                  <c:v>5.0936067235283247</c:v>
                </c:pt>
                <c:pt idx="116">
                  <c:v>5.7791343803786503</c:v>
                </c:pt>
                <c:pt idx="117">
                  <c:v>5.9256863860885289</c:v>
                </c:pt>
                <c:pt idx="118">
                  <c:v>7.6625402300656731</c:v>
                </c:pt>
                <c:pt idx="119">
                  <c:v>9.007441253150688</c:v>
                </c:pt>
                <c:pt idx="120">
                  <c:v>10.197546212944673</c:v>
                </c:pt>
                <c:pt idx="121">
                  <c:v>11.673712745284774</c:v>
                </c:pt>
                <c:pt idx="122">
                  <c:v>10.86324487860432</c:v>
                </c:pt>
                <c:pt idx="123">
                  <c:v>11.556887238804961</c:v>
                </c:pt>
                <c:pt idx="124">
                  <c:v>11.234657781556308</c:v>
                </c:pt>
                <c:pt idx="125">
                  <c:v>11.982938999013129</c:v>
                </c:pt>
                <c:pt idx="126">
                  <c:v>12.326033052597069</c:v>
                </c:pt>
                <c:pt idx="127">
                  <c:v>12.780723905483484</c:v>
                </c:pt>
                <c:pt idx="128">
                  <c:v>14.331096132872204</c:v>
                </c:pt>
                <c:pt idx="129">
                  <c:v>16.002470106117187</c:v>
                </c:pt>
                <c:pt idx="130">
                  <c:v>17.289357988020015</c:v>
                </c:pt>
                <c:pt idx="131">
                  <c:v>18.563850944276794</c:v>
                </c:pt>
                <c:pt idx="132">
                  <c:v>19.696907928963469</c:v>
                </c:pt>
                <c:pt idx="133">
                  <c:v>22.309149847813671</c:v>
                </c:pt>
                <c:pt idx="134">
                  <c:v>23.223942144677665</c:v>
                </c:pt>
                <c:pt idx="135">
                  <c:v>24.433653957837862</c:v>
                </c:pt>
                <c:pt idx="136">
                  <c:v>25.598641164356479</c:v>
                </c:pt>
                <c:pt idx="137">
                  <c:v>26.974474168183804</c:v>
                </c:pt>
              </c:numCache>
            </c:numRef>
          </c:val>
          <c:extLst>
            <c:ext xmlns:c16="http://schemas.microsoft.com/office/drawing/2014/chart" uri="{C3380CC4-5D6E-409C-BE32-E72D297353CC}">
              <c16:uniqueId val="{00000000-253E-4ADE-BDC2-577B6CC8B865}"/>
            </c:ext>
          </c:extLst>
        </c:ser>
        <c:dLbls>
          <c:showLegendKey val="0"/>
          <c:showVal val="0"/>
          <c:showCatName val="0"/>
          <c:showSerName val="0"/>
          <c:showPercent val="0"/>
          <c:showBubbleSize val="0"/>
        </c:dLbls>
        <c:axId val="730056487"/>
        <c:axId val="730054327"/>
      </c:areaChart>
      <c:lineChart>
        <c:grouping val="standard"/>
        <c:varyColors val="0"/>
        <c:ser>
          <c:idx val="0"/>
          <c:order val="1"/>
          <c:tx>
            <c:strRef>
              <c:f>Data!$H$2</c:f>
              <c:strCache>
                <c:ptCount val="1"/>
                <c:pt idx="0">
                  <c:v>Prescient Core SWIX Equity Composite </c:v>
                </c:pt>
              </c:strCache>
            </c:strRef>
          </c:tx>
          <c:spPr>
            <a:ln w="28575" cap="rnd">
              <a:solidFill>
                <a:schemeClr val="accent1"/>
              </a:solidFill>
              <a:round/>
            </a:ln>
            <a:effectLst/>
          </c:spPr>
          <c:marker>
            <c:symbol val="none"/>
          </c:marker>
          <c:cat>
            <c:numRef>
              <c:f>Data!$G$3:$G$200</c:f>
              <c:numCache>
                <c:formatCode>d\-mmm\-yy</c:formatCode>
                <c:ptCount val="198"/>
                <c:pt idx="0">
                  <c:v>41882</c:v>
                </c:pt>
                <c:pt idx="1">
                  <c:v>41912</c:v>
                </c:pt>
                <c:pt idx="2">
                  <c:v>41943</c:v>
                </c:pt>
                <c:pt idx="3">
                  <c:v>41973</c:v>
                </c:pt>
                <c:pt idx="4">
                  <c:v>42004</c:v>
                </c:pt>
                <c:pt idx="5">
                  <c:v>42035</c:v>
                </c:pt>
                <c:pt idx="6">
                  <c:v>42063</c:v>
                </c:pt>
                <c:pt idx="7">
                  <c:v>42094</c:v>
                </c:pt>
                <c:pt idx="8">
                  <c:v>42124</c:v>
                </c:pt>
                <c:pt idx="9">
                  <c:v>42155</c:v>
                </c:pt>
                <c:pt idx="10">
                  <c:v>42185</c:v>
                </c:pt>
                <c:pt idx="11">
                  <c:v>42216</c:v>
                </c:pt>
                <c:pt idx="12">
                  <c:v>42247</c:v>
                </c:pt>
                <c:pt idx="13">
                  <c:v>42277</c:v>
                </c:pt>
                <c:pt idx="14">
                  <c:v>42308</c:v>
                </c:pt>
                <c:pt idx="15">
                  <c:v>42338</c:v>
                </c:pt>
                <c:pt idx="16">
                  <c:v>42369</c:v>
                </c:pt>
                <c:pt idx="17">
                  <c:v>42400</c:v>
                </c:pt>
                <c:pt idx="18">
                  <c:v>42429</c:v>
                </c:pt>
                <c:pt idx="19">
                  <c:v>42460</c:v>
                </c:pt>
                <c:pt idx="20">
                  <c:v>42490</c:v>
                </c:pt>
                <c:pt idx="21">
                  <c:v>42521</c:v>
                </c:pt>
                <c:pt idx="22">
                  <c:v>42551</c:v>
                </c:pt>
                <c:pt idx="23">
                  <c:v>42582</c:v>
                </c:pt>
                <c:pt idx="24">
                  <c:v>42613</c:v>
                </c:pt>
                <c:pt idx="25">
                  <c:v>42643</c:v>
                </c:pt>
                <c:pt idx="26">
                  <c:v>42674</c:v>
                </c:pt>
                <c:pt idx="27">
                  <c:v>42704</c:v>
                </c:pt>
                <c:pt idx="28">
                  <c:v>42735</c:v>
                </c:pt>
                <c:pt idx="29">
                  <c:v>42766</c:v>
                </c:pt>
                <c:pt idx="30">
                  <c:v>42794</c:v>
                </c:pt>
                <c:pt idx="31">
                  <c:v>42825</c:v>
                </c:pt>
                <c:pt idx="32">
                  <c:v>42855</c:v>
                </c:pt>
                <c:pt idx="33">
                  <c:v>42886</c:v>
                </c:pt>
                <c:pt idx="34">
                  <c:v>42916</c:v>
                </c:pt>
                <c:pt idx="35">
                  <c:v>42947</c:v>
                </c:pt>
                <c:pt idx="36">
                  <c:v>42978</c:v>
                </c:pt>
                <c:pt idx="37">
                  <c:v>43008</c:v>
                </c:pt>
                <c:pt idx="38">
                  <c:v>43039</c:v>
                </c:pt>
                <c:pt idx="39">
                  <c:v>43069</c:v>
                </c:pt>
                <c:pt idx="40">
                  <c:v>43100</c:v>
                </c:pt>
                <c:pt idx="41">
                  <c:v>43131</c:v>
                </c:pt>
                <c:pt idx="42">
                  <c:v>43159</c:v>
                </c:pt>
                <c:pt idx="43">
                  <c:v>43190</c:v>
                </c:pt>
                <c:pt idx="44">
                  <c:v>43220</c:v>
                </c:pt>
                <c:pt idx="45">
                  <c:v>43251</c:v>
                </c:pt>
                <c:pt idx="46">
                  <c:v>43281</c:v>
                </c:pt>
                <c:pt idx="47">
                  <c:v>43312</c:v>
                </c:pt>
                <c:pt idx="48">
                  <c:v>43343</c:v>
                </c:pt>
                <c:pt idx="49">
                  <c:v>43373</c:v>
                </c:pt>
                <c:pt idx="50">
                  <c:v>43404</c:v>
                </c:pt>
                <c:pt idx="51">
                  <c:v>43434</c:v>
                </c:pt>
                <c:pt idx="52">
                  <c:v>43465</c:v>
                </c:pt>
                <c:pt idx="53">
                  <c:v>43496</c:v>
                </c:pt>
                <c:pt idx="54">
                  <c:v>43524</c:v>
                </c:pt>
                <c:pt idx="55">
                  <c:v>43555</c:v>
                </c:pt>
                <c:pt idx="56">
                  <c:v>43585</c:v>
                </c:pt>
                <c:pt idx="57">
                  <c:v>43616</c:v>
                </c:pt>
                <c:pt idx="58">
                  <c:v>43646</c:v>
                </c:pt>
                <c:pt idx="59">
                  <c:v>43677</c:v>
                </c:pt>
                <c:pt idx="60">
                  <c:v>43708</c:v>
                </c:pt>
                <c:pt idx="61">
                  <c:v>43738</c:v>
                </c:pt>
                <c:pt idx="62">
                  <c:v>43769</c:v>
                </c:pt>
                <c:pt idx="63">
                  <c:v>43799</c:v>
                </c:pt>
                <c:pt idx="64">
                  <c:v>43830</c:v>
                </c:pt>
                <c:pt idx="65">
                  <c:v>43861</c:v>
                </c:pt>
                <c:pt idx="66">
                  <c:v>43890</c:v>
                </c:pt>
                <c:pt idx="67">
                  <c:v>43921</c:v>
                </c:pt>
                <c:pt idx="68">
                  <c:v>43951</c:v>
                </c:pt>
                <c:pt idx="69">
                  <c:v>43982</c:v>
                </c:pt>
                <c:pt idx="70">
                  <c:v>44012</c:v>
                </c:pt>
                <c:pt idx="71">
                  <c:v>44043</c:v>
                </c:pt>
                <c:pt idx="72">
                  <c:v>44074</c:v>
                </c:pt>
                <c:pt idx="73">
                  <c:v>44104</c:v>
                </c:pt>
                <c:pt idx="74">
                  <c:v>44135</c:v>
                </c:pt>
                <c:pt idx="75">
                  <c:v>44165</c:v>
                </c:pt>
                <c:pt idx="76">
                  <c:v>44196</c:v>
                </c:pt>
                <c:pt idx="77">
                  <c:v>44227</c:v>
                </c:pt>
                <c:pt idx="78">
                  <c:v>44255</c:v>
                </c:pt>
                <c:pt idx="79">
                  <c:v>44286</c:v>
                </c:pt>
                <c:pt idx="80">
                  <c:v>44316</c:v>
                </c:pt>
                <c:pt idx="81">
                  <c:v>44347</c:v>
                </c:pt>
                <c:pt idx="82">
                  <c:v>44377</c:v>
                </c:pt>
                <c:pt idx="83">
                  <c:v>44408</c:v>
                </c:pt>
                <c:pt idx="84">
                  <c:v>44439</c:v>
                </c:pt>
                <c:pt idx="85">
                  <c:v>44469</c:v>
                </c:pt>
                <c:pt idx="86">
                  <c:v>44500</c:v>
                </c:pt>
                <c:pt idx="87">
                  <c:v>44530</c:v>
                </c:pt>
                <c:pt idx="88">
                  <c:v>44561</c:v>
                </c:pt>
                <c:pt idx="89">
                  <c:v>44592</c:v>
                </c:pt>
                <c:pt idx="90">
                  <c:v>44620</c:v>
                </c:pt>
                <c:pt idx="91">
                  <c:v>44651</c:v>
                </c:pt>
                <c:pt idx="92">
                  <c:v>44681</c:v>
                </c:pt>
                <c:pt idx="93">
                  <c:v>44712</c:v>
                </c:pt>
                <c:pt idx="94">
                  <c:v>44742</c:v>
                </c:pt>
                <c:pt idx="95">
                  <c:v>44773</c:v>
                </c:pt>
                <c:pt idx="96">
                  <c:v>44804</c:v>
                </c:pt>
                <c:pt idx="97">
                  <c:v>44834</c:v>
                </c:pt>
                <c:pt idx="98">
                  <c:v>44865</c:v>
                </c:pt>
                <c:pt idx="99">
                  <c:v>44895</c:v>
                </c:pt>
                <c:pt idx="100">
                  <c:v>44926</c:v>
                </c:pt>
                <c:pt idx="101">
                  <c:v>44957</c:v>
                </c:pt>
                <c:pt idx="102">
                  <c:v>44985</c:v>
                </c:pt>
                <c:pt idx="103">
                  <c:v>45016</c:v>
                </c:pt>
                <c:pt idx="104">
                  <c:v>45046</c:v>
                </c:pt>
                <c:pt idx="105">
                  <c:v>45077</c:v>
                </c:pt>
                <c:pt idx="106">
                  <c:v>45107</c:v>
                </c:pt>
                <c:pt idx="107">
                  <c:v>45138</c:v>
                </c:pt>
                <c:pt idx="108">
                  <c:v>45169</c:v>
                </c:pt>
                <c:pt idx="109">
                  <c:v>45199</c:v>
                </c:pt>
                <c:pt idx="110">
                  <c:v>45230</c:v>
                </c:pt>
                <c:pt idx="111">
                  <c:v>45260</c:v>
                </c:pt>
                <c:pt idx="112">
                  <c:v>45291</c:v>
                </c:pt>
                <c:pt idx="113">
                  <c:v>45322</c:v>
                </c:pt>
                <c:pt idx="114">
                  <c:v>45351</c:v>
                </c:pt>
                <c:pt idx="115">
                  <c:v>45382</c:v>
                </c:pt>
                <c:pt idx="116">
                  <c:v>45412</c:v>
                </c:pt>
                <c:pt idx="117">
                  <c:v>45443</c:v>
                </c:pt>
                <c:pt idx="118">
                  <c:v>45473</c:v>
                </c:pt>
                <c:pt idx="119">
                  <c:v>45504</c:v>
                </c:pt>
                <c:pt idx="120">
                  <c:v>45535</c:v>
                </c:pt>
                <c:pt idx="121">
                  <c:v>45565</c:v>
                </c:pt>
                <c:pt idx="122">
                  <c:v>45596</c:v>
                </c:pt>
                <c:pt idx="123">
                  <c:v>45626</c:v>
                </c:pt>
                <c:pt idx="124">
                  <c:v>45657</c:v>
                </c:pt>
                <c:pt idx="125">
                  <c:v>45688</c:v>
                </c:pt>
                <c:pt idx="126">
                  <c:v>45716</c:v>
                </c:pt>
                <c:pt idx="127">
                  <c:v>45747</c:v>
                </c:pt>
                <c:pt idx="128">
                  <c:v>45777</c:v>
                </c:pt>
                <c:pt idx="129">
                  <c:v>45808</c:v>
                </c:pt>
                <c:pt idx="130">
                  <c:v>45838</c:v>
                </c:pt>
                <c:pt idx="131">
                  <c:v>45869</c:v>
                </c:pt>
                <c:pt idx="132">
                  <c:v>45900</c:v>
                </c:pt>
                <c:pt idx="133">
                  <c:v>45930</c:v>
                </c:pt>
                <c:pt idx="134">
                  <c:v>45961</c:v>
                </c:pt>
                <c:pt idx="135">
                  <c:v>45991</c:v>
                </c:pt>
                <c:pt idx="136">
                  <c:v>46022</c:v>
                </c:pt>
                <c:pt idx="137">
                  <c:v>46053</c:v>
                </c:pt>
              </c:numCache>
            </c:numRef>
          </c:cat>
          <c:val>
            <c:numRef>
              <c:f>Data!$H$3:$H$200</c:f>
              <c:numCache>
                <c:formatCode>0.00</c:formatCode>
                <c:ptCount val="198"/>
                <c:pt idx="0">
                  <c:v>100</c:v>
                </c:pt>
                <c:pt idx="1">
                  <c:v>97.444949999999992</c:v>
                </c:pt>
                <c:pt idx="2">
                  <c:v>100.34988140444999</c:v>
                </c:pt>
                <c:pt idx="3">
                  <c:v>101.10197366061193</c:v>
                </c:pt>
                <c:pt idx="4">
                  <c:v>101.55990494011031</c:v>
                </c:pt>
                <c:pt idx="5">
                  <c:v>105.60934209384436</c:v>
                </c:pt>
                <c:pt idx="6">
                  <c:v>108.238000862297</c:v>
                </c:pt>
                <c:pt idx="7">
                  <c:v>108.59561921714602</c:v>
                </c:pt>
                <c:pt idx="8">
                  <c:v>113.22487671138219</c:v>
                </c:pt>
                <c:pt idx="9">
                  <c:v>107.73084337374046</c:v>
                </c:pt>
                <c:pt idx="10">
                  <c:v>108.50682863856152</c:v>
                </c:pt>
                <c:pt idx="11">
                  <c:v>108.45879266552322</c:v>
                </c:pt>
                <c:pt idx="12">
                  <c:v>105.07558331651123</c:v>
                </c:pt>
                <c:pt idx="13">
                  <c:v>104.20978152509984</c:v>
                </c:pt>
                <c:pt idx="14">
                  <c:v>111.96360410827826</c:v>
                </c:pt>
                <c:pt idx="15">
                  <c:v>109.11127531181782</c:v>
                </c:pt>
                <c:pt idx="16">
                  <c:v>105.87530766425758</c:v>
                </c:pt>
                <c:pt idx="17">
                  <c:v>103.65567418919949</c:v>
                </c:pt>
                <c:pt idx="18">
                  <c:v>103.56395964867689</c:v>
                </c:pt>
                <c:pt idx="19">
                  <c:v>112.29118060791528</c:v>
                </c:pt>
                <c:pt idx="20">
                  <c:v>113.64878098146497</c:v>
                </c:pt>
                <c:pt idx="21">
                  <c:v>115.39685834125328</c:v>
                </c:pt>
                <c:pt idx="22">
                  <c:v>113.69866663421756</c:v>
                </c:pt>
                <c:pt idx="23">
                  <c:v>115.95931448317238</c:v>
                </c:pt>
                <c:pt idx="24">
                  <c:v>115.24115525671519</c:v>
                </c:pt>
                <c:pt idx="25">
                  <c:v>114.28050498649522</c:v>
                </c:pt>
                <c:pt idx="26">
                  <c:v>111.16658978662319</c:v>
                </c:pt>
                <c:pt idx="27">
                  <c:v>108.58395645604139</c:v>
                </c:pt>
                <c:pt idx="28">
                  <c:v>110.77476807828978</c:v>
                </c:pt>
                <c:pt idx="29">
                  <c:v>113.56072026302836</c:v>
                </c:pt>
                <c:pt idx="30">
                  <c:v>111.90232492859519</c:v>
                </c:pt>
                <c:pt idx="31">
                  <c:v>114.33867353717305</c:v>
                </c:pt>
                <c:pt idx="32">
                  <c:v>119.34245403944566</c:v>
                </c:pt>
                <c:pt idx="33">
                  <c:v>119.21451892871538</c:v>
                </c:pt>
                <c:pt idx="34">
                  <c:v>114.74815889850295</c:v>
                </c:pt>
                <c:pt idx="35">
                  <c:v>122.18756891029015</c:v>
                </c:pt>
                <c:pt idx="36">
                  <c:v>125.10083824079064</c:v>
                </c:pt>
                <c:pt idx="37">
                  <c:v>122.59091510299801</c:v>
                </c:pt>
                <c:pt idx="38">
                  <c:v>130.89448814658448</c:v>
                </c:pt>
                <c:pt idx="39">
                  <c:v>135.12828345513455</c:v>
                </c:pt>
                <c:pt idx="40">
                  <c:v>134.72723622266804</c:v>
                </c:pt>
                <c:pt idx="41">
                  <c:v>133.77914718864551</c:v>
                </c:pt>
                <c:pt idx="42">
                  <c:v>132.2720448280771</c:v>
                </c:pt>
                <c:pt idx="43">
                  <c:v>125.40031369119124</c:v>
                </c:pt>
                <c:pt idx="44">
                  <c:v>130.95554758771101</c:v>
                </c:pt>
                <c:pt idx="45">
                  <c:v>124.65403211556415</c:v>
                </c:pt>
                <c:pt idx="46">
                  <c:v>128.1179806870075</c:v>
                </c:pt>
                <c:pt idx="47">
                  <c:v>128.3730251511611</c:v>
                </c:pt>
                <c:pt idx="48">
                  <c:v>129.89904665034302</c:v>
                </c:pt>
                <c:pt idx="49">
                  <c:v>123.96608955325392</c:v>
                </c:pt>
                <c:pt idx="50">
                  <c:v>116.48650876379565</c:v>
                </c:pt>
                <c:pt idx="51">
                  <c:v>115.76970903211763</c:v>
                </c:pt>
                <c:pt idx="52">
                  <c:v>119.19674711282819</c:v>
                </c:pt>
                <c:pt idx="53">
                  <c:v>122.94450739620032</c:v>
                </c:pt>
                <c:pt idx="54">
                  <c:v>124.95402307514047</c:v>
                </c:pt>
                <c:pt idx="55">
                  <c:v>126.66614309931606</c:v>
                </c:pt>
                <c:pt idx="56">
                  <c:v>133.87589129822894</c:v>
                </c:pt>
                <c:pt idx="57">
                  <c:v>126.25894213728141</c:v>
                </c:pt>
                <c:pt idx="58">
                  <c:v>130.22890205490393</c:v>
                </c:pt>
                <c:pt idx="59">
                  <c:v>127.26836935581919</c:v>
                </c:pt>
                <c:pt idx="60">
                  <c:v>124.4082800181228</c:v>
                </c:pt>
                <c:pt idx="61">
                  <c:v>124.86052899764466</c:v>
                </c:pt>
                <c:pt idx="62">
                  <c:v>128.27390370911777</c:v>
                </c:pt>
                <c:pt idx="63">
                  <c:v>126.3842366966269</c:v>
                </c:pt>
                <c:pt idx="64">
                  <c:v>131.136056504794</c:v>
                </c:pt>
                <c:pt idx="65">
                  <c:v>128.81033231547019</c:v>
                </c:pt>
                <c:pt idx="66">
                  <c:v>117.47677489222831</c:v>
                </c:pt>
                <c:pt idx="67">
                  <c:v>101.01621113858903</c:v>
                </c:pt>
                <c:pt idx="68">
                  <c:v>115.27983147243229</c:v>
                </c:pt>
                <c:pt idx="69">
                  <c:v>114.56470456587621</c:v>
                </c:pt>
                <c:pt idx="70">
                  <c:v>123.37415752346925</c:v>
                </c:pt>
                <c:pt idx="71">
                  <c:v>126.55595237116803</c:v>
                </c:pt>
                <c:pt idx="72">
                  <c:v>125.29726483567012</c:v>
                </c:pt>
                <c:pt idx="73">
                  <c:v>123.2686394693482</c:v>
                </c:pt>
                <c:pt idx="74">
                  <c:v>120.18659065728792</c:v>
                </c:pt>
                <c:pt idx="75">
                  <c:v>130.23070422510813</c:v>
                </c:pt>
                <c:pt idx="76">
                  <c:v>135.25780475425364</c:v>
                </c:pt>
                <c:pt idx="77">
                  <c:v>141.98521686977929</c:v>
                </c:pt>
                <c:pt idx="78">
                  <c:v>148.57898194416845</c:v>
                </c:pt>
                <c:pt idx="79">
                  <c:v>152.64294397410171</c:v>
                </c:pt>
                <c:pt idx="80">
                  <c:v>152.36684341704134</c:v>
                </c:pt>
                <c:pt idx="81">
                  <c:v>154.62278690067407</c:v>
                </c:pt>
                <c:pt idx="82">
                  <c:v>150.17346982077112</c:v>
                </c:pt>
                <c:pt idx="83">
                  <c:v>152.84401965194087</c:v>
                </c:pt>
                <c:pt idx="84">
                  <c:v>153.40882415776068</c:v>
                </c:pt>
                <c:pt idx="85">
                  <c:v>151.03511408068522</c:v>
                </c:pt>
                <c:pt idx="86">
                  <c:v>154.88190291876325</c:v>
                </c:pt>
                <c:pt idx="87">
                  <c:v>156.39348833848919</c:v>
                </c:pt>
                <c:pt idx="88">
                  <c:v>163.6386043579557</c:v>
                </c:pt>
                <c:pt idx="89">
                  <c:v>167.69589264212775</c:v>
                </c:pt>
                <c:pt idx="90">
                  <c:v>170.81810508010668</c:v>
                </c:pt>
                <c:pt idx="91">
                  <c:v>172.94747233260375</c:v>
                </c:pt>
                <c:pt idx="92">
                  <c:v>165.70678427693804</c:v>
                </c:pt>
                <c:pt idx="93">
                  <c:v>166.87145441022852</c:v>
                </c:pt>
                <c:pt idx="94">
                  <c:v>153.4539548726288</c:v>
                </c:pt>
                <c:pt idx="95">
                  <c:v>157.33181303923757</c:v>
                </c:pt>
                <c:pt idx="96">
                  <c:v>156.06120131713269</c:v>
                </c:pt>
                <c:pt idx="97">
                  <c:v>148.70545947261135</c:v>
                </c:pt>
                <c:pt idx="98">
                  <c:v>156.98761003793845</c:v>
                </c:pt>
                <c:pt idx="99">
                  <c:v>173.86872322673301</c:v>
                </c:pt>
                <c:pt idx="100">
                  <c:v>169.30192211620428</c:v>
                </c:pt>
                <c:pt idx="101">
                  <c:v>183.22905376351966</c:v>
                </c:pt>
                <c:pt idx="102">
                  <c:v>177.91438512167653</c:v>
                </c:pt>
                <c:pt idx="103">
                  <c:v>175.06085188158698</c:v>
                </c:pt>
                <c:pt idx="104">
                  <c:v>180.03643141376543</c:v>
                </c:pt>
                <c:pt idx="105">
                  <c:v>167.22066406907854</c:v>
                </c:pt>
                <c:pt idx="106">
                  <c:v>175.42166709701834</c:v>
                </c:pt>
                <c:pt idx="107">
                  <c:v>183.27580385578642</c:v>
                </c:pt>
                <c:pt idx="108">
                  <c:v>174.29648075957795</c:v>
                </c:pt>
                <c:pt idx="109">
                  <c:v>168.064910971925</c:v>
                </c:pt>
                <c:pt idx="110">
                  <c:v>163.58759451766852</c:v>
                </c:pt>
                <c:pt idx="111">
                  <c:v>178.76554599468795</c:v>
                </c:pt>
                <c:pt idx="112">
                  <c:v>183.63828361774736</c:v>
                </c:pt>
                <c:pt idx="113">
                  <c:v>178.49255527249446</c:v>
                </c:pt>
                <c:pt idx="114">
                  <c:v>174.25189344581949</c:v>
                </c:pt>
                <c:pt idx="115">
                  <c:v>178.67170559712599</c:v>
                </c:pt>
                <c:pt idx="116">
                  <c:v>184.48514688213967</c:v>
                </c:pt>
                <c:pt idx="117">
                  <c:v>186.34817013792897</c:v>
                </c:pt>
                <c:pt idx="118">
                  <c:v>195.45124097953277</c:v>
                </c:pt>
                <c:pt idx="119">
                  <c:v>204.15120570826193</c:v>
                </c:pt>
                <c:pt idx="120">
                  <c:v>208.02877204900236</c:v>
                </c:pt>
                <c:pt idx="121">
                  <c:v>217.50244393386834</c:v>
                </c:pt>
                <c:pt idx="122">
                  <c:v>214.80154208558633</c:v>
                </c:pt>
                <c:pt idx="123">
                  <c:v>213.57257654269787</c:v>
                </c:pt>
                <c:pt idx="124">
                  <c:v>212.67147112774893</c:v>
                </c:pt>
                <c:pt idx="125">
                  <c:v>218.09008500631859</c:v>
                </c:pt>
                <c:pt idx="126">
                  <c:v>218.40570497733975</c:v>
                </c:pt>
                <c:pt idx="127">
                  <c:v>226.186342695446</c:v>
                </c:pt>
                <c:pt idx="128">
                  <c:v>237.0037045348557</c:v>
                </c:pt>
                <c:pt idx="129">
                  <c:v>245.67330004674074</c:v>
                </c:pt>
                <c:pt idx="130">
                  <c:v>252.36585838462403</c:v>
                </c:pt>
                <c:pt idx="131">
                  <c:v>258.97529497913155</c:v>
                </c:pt>
                <c:pt idx="132">
                  <c:v>268.60521363034206</c:v>
                </c:pt>
                <c:pt idx="133">
                  <c:v>287.6651172632948</c:v>
                </c:pt>
                <c:pt idx="134">
                  <c:v>292.94098181343878</c:v>
                </c:pt>
                <c:pt idx="135">
                  <c:v>298.748829718872</c:v>
                </c:pt>
                <c:pt idx="136">
                  <c:v>312.45339453433172</c:v>
                </c:pt>
                <c:pt idx="137">
                  <c:v>324.49569205841885</c:v>
                </c:pt>
              </c:numCache>
            </c:numRef>
          </c:val>
          <c:smooth val="0"/>
          <c:extLst>
            <c:ext xmlns:c16="http://schemas.microsoft.com/office/drawing/2014/chart" uri="{C3380CC4-5D6E-409C-BE32-E72D297353CC}">
              <c16:uniqueId val="{00000001-253E-4ADE-BDC2-577B6CC8B865}"/>
            </c:ext>
          </c:extLst>
        </c:ser>
        <c:ser>
          <c:idx val="1"/>
          <c:order val="2"/>
          <c:tx>
            <c:strRef>
              <c:f>Data!$I$2</c:f>
              <c:strCache>
                <c:ptCount val="1"/>
                <c:pt idx="0">
                  <c:v>FTSE/JSE All Share Total Return Index</c:v>
                </c:pt>
              </c:strCache>
              <c:extLst xmlns:c15="http://schemas.microsoft.com/office/drawing/2012/chart"/>
            </c:strRef>
          </c:tx>
          <c:spPr>
            <a:ln w="28575" cap="rnd">
              <a:solidFill>
                <a:schemeClr val="accent2"/>
              </a:solidFill>
              <a:round/>
            </a:ln>
            <a:effectLst/>
          </c:spPr>
          <c:marker>
            <c:symbol val="none"/>
          </c:marker>
          <c:cat>
            <c:numRef>
              <c:f>Data!$G$3:$G$200</c:f>
              <c:numCache>
                <c:formatCode>d\-mmm\-yy</c:formatCode>
                <c:ptCount val="198"/>
                <c:pt idx="0">
                  <c:v>41882</c:v>
                </c:pt>
                <c:pt idx="1">
                  <c:v>41912</c:v>
                </c:pt>
                <c:pt idx="2">
                  <c:v>41943</c:v>
                </c:pt>
                <c:pt idx="3">
                  <c:v>41973</c:v>
                </c:pt>
                <c:pt idx="4">
                  <c:v>42004</c:v>
                </c:pt>
                <c:pt idx="5">
                  <c:v>42035</c:v>
                </c:pt>
                <c:pt idx="6">
                  <c:v>42063</c:v>
                </c:pt>
                <c:pt idx="7">
                  <c:v>42094</c:v>
                </c:pt>
                <c:pt idx="8">
                  <c:v>42124</c:v>
                </c:pt>
                <c:pt idx="9">
                  <c:v>42155</c:v>
                </c:pt>
                <c:pt idx="10">
                  <c:v>42185</c:v>
                </c:pt>
                <c:pt idx="11">
                  <c:v>42216</c:v>
                </c:pt>
                <c:pt idx="12">
                  <c:v>42247</c:v>
                </c:pt>
                <c:pt idx="13">
                  <c:v>42277</c:v>
                </c:pt>
                <c:pt idx="14">
                  <c:v>42308</c:v>
                </c:pt>
                <c:pt idx="15">
                  <c:v>42338</c:v>
                </c:pt>
                <c:pt idx="16">
                  <c:v>42369</c:v>
                </c:pt>
                <c:pt idx="17">
                  <c:v>42400</c:v>
                </c:pt>
                <c:pt idx="18">
                  <c:v>42429</c:v>
                </c:pt>
                <c:pt idx="19">
                  <c:v>42460</c:v>
                </c:pt>
                <c:pt idx="20">
                  <c:v>42490</c:v>
                </c:pt>
                <c:pt idx="21">
                  <c:v>42521</c:v>
                </c:pt>
                <c:pt idx="22">
                  <c:v>42551</c:v>
                </c:pt>
                <c:pt idx="23">
                  <c:v>42582</c:v>
                </c:pt>
                <c:pt idx="24">
                  <c:v>42613</c:v>
                </c:pt>
                <c:pt idx="25">
                  <c:v>42643</c:v>
                </c:pt>
                <c:pt idx="26">
                  <c:v>42674</c:v>
                </c:pt>
                <c:pt idx="27">
                  <c:v>42704</c:v>
                </c:pt>
                <c:pt idx="28">
                  <c:v>42735</c:v>
                </c:pt>
                <c:pt idx="29">
                  <c:v>42766</c:v>
                </c:pt>
                <c:pt idx="30">
                  <c:v>42794</c:v>
                </c:pt>
                <c:pt idx="31">
                  <c:v>42825</c:v>
                </c:pt>
                <c:pt idx="32">
                  <c:v>42855</c:v>
                </c:pt>
                <c:pt idx="33">
                  <c:v>42886</c:v>
                </c:pt>
                <c:pt idx="34">
                  <c:v>42916</c:v>
                </c:pt>
                <c:pt idx="35">
                  <c:v>42947</c:v>
                </c:pt>
                <c:pt idx="36">
                  <c:v>42978</c:v>
                </c:pt>
                <c:pt idx="37">
                  <c:v>43008</c:v>
                </c:pt>
                <c:pt idx="38">
                  <c:v>43039</c:v>
                </c:pt>
                <c:pt idx="39">
                  <c:v>43069</c:v>
                </c:pt>
                <c:pt idx="40">
                  <c:v>43100</c:v>
                </c:pt>
                <c:pt idx="41">
                  <c:v>43131</c:v>
                </c:pt>
                <c:pt idx="42">
                  <c:v>43159</c:v>
                </c:pt>
                <c:pt idx="43">
                  <c:v>43190</c:v>
                </c:pt>
                <c:pt idx="44">
                  <c:v>43220</c:v>
                </c:pt>
                <c:pt idx="45">
                  <c:v>43251</c:v>
                </c:pt>
                <c:pt idx="46">
                  <c:v>43281</c:v>
                </c:pt>
                <c:pt idx="47">
                  <c:v>43312</c:v>
                </c:pt>
                <c:pt idx="48">
                  <c:v>43343</c:v>
                </c:pt>
                <c:pt idx="49">
                  <c:v>43373</c:v>
                </c:pt>
                <c:pt idx="50">
                  <c:v>43404</c:v>
                </c:pt>
                <c:pt idx="51">
                  <c:v>43434</c:v>
                </c:pt>
                <c:pt idx="52">
                  <c:v>43465</c:v>
                </c:pt>
                <c:pt idx="53">
                  <c:v>43496</c:v>
                </c:pt>
                <c:pt idx="54">
                  <c:v>43524</c:v>
                </c:pt>
                <c:pt idx="55">
                  <c:v>43555</c:v>
                </c:pt>
                <c:pt idx="56">
                  <c:v>43585</c:v>
                </c:pt>
                <c:pt idx="57">
                  <c:v>43616</c:v>
                </c:pt>
                <c:pt idx="58">
                  <c:v>43646</c:v>
                </c:pt>
                <c:pt idx="59">
                  <c:v>43677</c:v>
                </c:pt>
                <c:pt idx="60">
                  <c:v>43708</c:v>
                </c:pt>
                <c:pt idx="61">
                  <c:v>43738</c:v>
                </c:pt>
                <c:pt idx="62">
                  <c:v>43769</c:v>
                </c:pt>
                <c:pt idx="63">
                  <c:v>43799</c:v>
                </c:pt>
                <c:pt idx="64">
                  <c:v>43830</c:v>
                </c:pt>
                <c:pt idx="65">
                  <c:v>43861</c:v>
                </c:pt>
                <c:pt idx="66">
                  <c:v>43890</c:v>
                </c:pt>
                <c:pt idx="67">
                  <c:v>43921</c:v>
                </c:pt>
                <c:pt idx="68">
                  <c:v>43951</c:v>
                </c:pt>
                <c:pt idx="69">
                  <c:v>43982</c:v>
                </c:pt>
                <c:pt idx="70">
                  <c:v>44012</c:v>
                </c:pt>
                <c:pt idx="71">
                  <c:v>44043</c:v>
                </c:pt>
                <c:pt idx="72">
                  <c:v>44074</c:v>
                </c:pt>
                <c:pt idx="73">
                  <c:v>44104</c:v>
                </c:pt>
                <c:pt idx="74">
                  <c:v>44135</c:v>
                </c:pt>
                <c:pt idx="75">
                  <c:v>44165</c:v>
                </c:pt>
                <c:pt idx="76">
                  <c:v>44196</c:v>
                </c:pt>
                <c:pt idx="77">
                  <c:v>44227</c:v>
                </c:pt>
                <c:pt idx="78">
                  <c:v>44255</c:v>
                </c:pt>
                <c:pt idx="79">
                  <c:v>44286</c:v>
                </c:pt>
                <c:pt idx="80">
                  <c:v>44316</c:v>
                </c:pt>
                <c:pt idx="81">
                  <c:v>44347</c:v>
                </c:pt>
                <c:pt idx="82">
                  <c:v>44377</c:v>
                </c:pt>
                <c:pt idx="83">
                  <c:v>44408</c:v>
                </c:pt>
                <c:pt idx="84">
                  <c:v>44439</c:v>
                </c:pt>
                <c:pt idx="85">
                  <c:v>44469</c:v>
                </c:pt>
                <c:pt idx="86">
                  <c:v>44500</c:v>
                </c:pt>
                <c:pt idx="87">
                  <c:v>44530</c:v>
                </c:pt>
                <c:pt idx="88">
                  <c:v>44561</c:v>
                </c:pt>
                <c:pt idx="89">
                  <c:v>44592</c:v>
                </c:pt>
                <c:pt idx="90">
                  <c:v>44620</c:v>
                </c:pt>
                <c:pt idx="91">
                  <c:v>44651</c:v>
                </c:pt>
                <c:pt idx="92">
                  <c:v>44681</c:v>
                </c:pt>
                <c:pt idx="93">
                  <c:v>44712</c:v>
                </c:pt>
                <c:pt idx="94">
                  <c:v>44742</c:v>
                </c:pt>
                <c:pt idx="95">
                  <c:v>44773</c:v>
                </c:pt>
                <c:pt idx="96">
                  <c:v>44804</c:v>
                </c:pt>
                <c:pt idx="97">
                  <c:v>44834</c:v>
                </c:pt>
                <c:pt idx="98">
                  <c:v>44865</c:v>
                </c:pt>
                <c:pt idx="99">
                  <c:v>44895</c:v>
                </c:pt>
                <c:pt idx="100">
                  <c:v>44926</c:v>
                </c:pt>
                <c:pt idx="101">
                  <c:v>44957</c:v>
                </c:pt>
                <c:pt idx="102">
                  <c:v>44985</c:v>
                </c:pt>
                <c:pt idx="103">
                  <c:v>45016</c:v>
                </c:pt>
                <c:pt idx="104">
                  <c:v>45046</c:v>
                </c:pt>
                <c:pt idx="105">
                  <c:v>45077</c:v>
                </c:pt>
                <c:pt idx="106">
                  <c:v>45107</c:v>
                </c:pt>
                <c:pt idx="107">
                  <c:v>45138</c:v>
                </c:pt>
                <c:pt idx="108">
                  <c:v>45169</c:v>
                </c:pt>
                <c:pt idx="109">
                  <c:v>45199</c:v>
                </c:pt>
                <c:pt idx="110">
                  <c:v>45230</c:v>
                </c:pt>
                <c:pt idx="111">
                  <c:v>45260</c:v>
                </c:pt>
                <c:pt idx="112">
                  <c:v>45291</c:v>
                </c:pt>
                <c:pt idx="113">
                  <c:v>45322</c:v>
                </c:pt>
                <c:pt idx="114">
                  <c:v>45351</c:v>
                </c:pt>
                <c:pt idx="115">
                  <c:v>45382</c:v>
                </c:pt>
                <c:pt idx="116">
                  <c:v>45412</c:v>
                </c:pt>
                <c:pt idx="117">
                  <c:v>45443</c:v>
                </c:pt>
                <c:pt idx="118">
                  <c:v>45473</c:v>
                </c:pt>
                <c:pt idx="119">
                  <c:v>45504</c:v>
                </c:pt>
                <c:pt idx="120">
                  <c:v>45535</c:v>
                </c:pt>
                <c:pt idx="121">
                  <c:v>45565</c:v>
                </c:pt>
                <c:pt idx="122">
                  <c:v>45596</c:v>
                </c:pt>
                <c:pt idx="123">
                  <c:v>45626</c:v>
                </c:pt>
                <c:pt idx="124">
                  <c:v>45657</c:v>
                </c:pt>
                <c:pt idx="125">
                  <c:v>45688</c:v>
                </c:pt>
                <c:pt idx="126">
                  <c:v>45716</c:v>
                </c:pt>
                <c:pt idx="127">
                  <c:v>45747</c:v>
                </c:pt>
                <c:pt idx="128">
                  <c:v>45777</c:v>
                </c:pt>
                <c:pt idx="129">
                  <c:v>45808</c:v>
                </c:pt>
                <c:pt idx="130">
                  <c:v>45838</c:v>
                </c:pt>
                <c:pt idx="131">
                  <c:v>45869</c:v>
                </c:pt>
                <c:pt idx="132">
                  <c:v>45900</c:v>
                </c:pt>
                <c:pt idx="133">
                  <c:v>45930</c:v>
                </c:pt>
                <c:pt idx="134">
                  <c:v>45961</c:v>
                </c:pt>
                <c:pt idx="135">
                  <c:v>45991</c:v>
                </c:pt>
                <c:pt idx="136">
                  <c:v>46022</c:v>
                </c:pt>
                <c:pt idx="137">
                  <c:v>46053</c:v>
                </c:pt>
              </c:numCache>
            </c:numRef>
          </c:cat>
          <c:val>
            <c:numRef>
              <c:f>Data!$I$3:$I$200</c:f>
              <c:numCache>
                <c:formatCode>0.00</c:formatCode>
                <c:ptCount val="198"/>
                <c:pt idx="0">
                  <c:v>100</c:v>
                </c:pt>
                <c:pt idx="1">
                  <c:v>97.574919999999992</c:v>
                </c:pt>
                <c:pt idx="2">
                  <c:v>100.33148954993598</c:v>
                </c:pt>
                <c:pt idx="3">
                  <c:v>100.95012348135194</c:v>
                </c:pt>
                <c:pt idx="4">
                  <c:v>101.23511577495215</c:v>
                </c:pt>
                <c:pt idx="5">
                  <c:v>105.27829444633008</c:v>
                </c:pt>
                <c:pt idx="6">
                  <c:v>107.97428206617059</c:v>
                </c:pt>
                <c:pt idx="7">
                  <c:v>108.19324311277258</c:v>
                </c:pt>
                <c:pt idx="8">
                  <c:v>112.85162220756042</c:v>
                </c:pt>
                <c:pt idx="9">
                  <c:v>107.37062204985919</c:v>
                </c:pt>
                <c:pt idx="10">
                  <c:v>108.05945827562006</c:v>
                </c:pt>
                <c:pt idx="11">
                  <c:v>107.89725022280253</c:v>
                </c:pt>
                <c:pt idx="12">
                  <c:v>104.54740745403527</c:v>
                </c:pt>
                <c:pt idx="13">
                  <c:v>103.50229929542101</c:v>
                </c:pt>
                <c:pt idx="14">
                  <c:v>111.03355095158297</c:v>
                </c:pt>
                <c:pt idx="15">
                  <c:v>108.03395736591577</c:v>
                </c:pt>
                <c:pt idx="16">
                  <c:v>104.89695373909019</c:v>
                </c:pt>
                <c:pt idx="17">
                  <c:v>102.47508238146671</c:v>
                </c:pt>
                <c:pt idx="18">
                  <c:v>102.53175110202366</c:v>
                </c:pt>
                <c:pt idx="19">
                  <c:v>111.0640743144301</c:v>
                </c:pt>
                <c:pt idx="20">
                  <c:v>112.45283060606516</c:v>
                </c:pt>
                <c:pt idx="21">
                  <c:v>113.96472517771453</c:v>
                </c:pt>
                <c:pt idx="22">
                  <c:v>112.51585743711269</c:v>
                </c:pt>
                <c:pt idx="23">
                  <c:v>114.62799386133642</c:v>
                </c:pt>
                <c:pt idx="24">
                  <c:v>113.85817518016245</c:v>
                </c:pt>
                <c:pt idx="25">
                  <c:v>112.86287255600753</c:v>
                </c:pt>
                <c:pt idx="26">
                  <c:v>109.68887513626396</c:v>
                </c:pt>
                <c:pt idx="27">
                  <c:v>107.10804946873286</c:v>
                </c:pt>
                <c:pt idx="28">
                  <c:v>109.22668953044418</c:v>
                </c:pt>
                <c:pt idx="29">
                  <c:v>112.03059326403543</c:v>
                </c:pt>
                <c:pt idx="30">
                  <c:v>110.35727071386582</c:v>
                </c:pt>
                <c:pt idx="31">
                  <c:v>112.83032197192819</c:v>
                </c:pt>
                <c:pt idx="32">
                  <c:v>117.40841228593918</c:v>
                </c:pt>
                <c:pt idx="33">
                  <c:v>117.33003042989709</c:v>
                </c:pt>
                <c:pt idx="34">
                  <c:v>112.83424872190255</c:v>
                </c:pt>
                <c:pt idx="35">
                  <c:v>119.99211495807388</c:v>
                </c:pt>
                <c:pt idx="36">
                  <c:v>122.89375228277854</c:v>
                </c:pt>
                <c:pt idx="37">
                  <c:v>120.76459344572893</c:v>
                </c:pt>
                <c:pt idx="38">
                  <c:v>128.62906152947974</c:v>
                </c:pt>
                <c:pt idx="39">
                  <c:v>132.60726255574502</c:v>
                </c:pt>
                <c:pt idx="40">
                  <c:v>132.39902937135375</c:v>
                </c:pt>
                <c:pt idx="41">
                  <c:v>131.4945321623004</c:v>
                </c:pt>
                <c:pt idx="42">
                  <c:v>129.94694671437585</c:v>
                </c:pt>
                <c:pt idx="43">
                  <c:v>123.45193842369792</c:v>
                </c:pt>
                <c:pt idx="44">
                  <c:v>128.7515079267381</c:v>
                </c:pt>
                <c:pt idx="45">
                  <c:v>122.66054446489078</c:v>
                </c:pt>
                <c:pt idx="46">
                  <c:v>126.01762864029591</c:v>
                </c:pt>
                <c:pt idx="47">
                  <c:v>126.14348244601898</c:v>
                </c:pt>
                <c:pt idx="48">
                  <c:v>127.59438478111308</c:v>
                </c:pt>
                <c:pt idx="49">
                  <c:v>121.80384537322269</c:v>
                </c:pt>
                <c:pt idx="50">
                  <c:v>114.35371317096951</c:v>
                </c:pt>
                <c:pt idx="51">
                  <c:v>113.657036044218</c:v>
                </c:pt>
                <c:pt idx="52">
                  <c:v>116.95110109136954</c:v>
                </c:pt>
                <c:pt idx="53">
                  <c:v>120.5648199444322</c:v>
                </c:pt>
                <c:pt idx="54">
                  <c:v>122.45251538678419</c:v>
                </c:pt>
                <c:pt idx="55">
                  <c:v>123.97782065419658</c:v>
                </c:pt>
                <c:pt idx="56">
                  <c:v>131.06684764363939</c:v>
                </c:pt>
                <c:pt idx="57">
                  <c:v>123.66862214817699</c:v>
                </c:pt>
                <c:pt idx="58">
                  <c:v>127.5279735732796</c:v>
                </c:pt>
                <c:pt idx="59">
                  <c:v>124.7047082831249</c:v>
                </c:pt>
                <c:pt idx="60">
                  <c:v>121.58281320455268</c:v>
                </c:pt>
                <c:pt idx="61">
                  <c:v>122.02995831667505</c:v>
                </c:pt>
                <c:pt idx="62">
                  <c:v>125.25391659742661</c:v>
                </c:pt>
                <c:pt idx="63">
                  <c:v>123.3123556362499</c:v>
                </c:pt>
                <c:pt idx="64">
                  <c:v>127.84830198844486</c:v>
                </c:pt>
                <c:pt idx="65">
                  <c:v>125.56663169734769</c:v>
                </c:pt>
                <c:pt idx="66">
                  <c:v>114.25940673965421</c:v>
                </c:pt>
                <c:pt idx="67">
                  <c:v>98.087507365765802</c:v>
                </c:pt>
                <c:pt idx="68">
                  <c:v>111.89179386238243</c:v>
                </c:pt>
                <c:pt idx="69">
                  <c:v>110.81034848552312</c:v>
                </c:pt>
                <c:pt idx="70">
                  <c:v>119.75708737396548</c:v>
                </c:pt>
                <c:pt idx="71">
                  <c:v>122.60031223956321</c:v>
                </c:pt>
                <c:pt idx="72">
                  <c:v>121.33844852583751</c:v>
                </c:pt>
                <c:pt idx="73">
                  <c:v>119.35728287368704</c:v>
                </c:pt>
                <c:pt idx="74">
                  <c:v>116.51971863783287</c:v>
                </c:pt>
                <c:pt idx="75">
                  <c:v>126.19734543310113</c:v>
                </c:pt>
                <c:pt idx="76">
                  <c:v>131.1831501564721</c:v>
                </c:pt>
                <c:pt idx="77">
                  <c:v>137.70784585074961</c:v>
                </c:pt>
                <c:pt idx="78">
                  <c:v>144.06058419553639</c:v>
                </c:pt>
                <c:pt idx="79">
                  <c:v>148.6077845053764</c:v>
                </c:pt>
                <c:pt idx="80">
                  <c:v>148.14237464586245</c:v>
                </c:pt>
                <c:pt idx="81">
                  <c:v>150.0846396913694</c:v>
                </c:pt>
                <c:pt idx="82">
                  <c:v>145.89253556936595</c:v>
                </c:pt>
                <c:pt idx="83">
                  <c:v>148.21914219110485</c:v>
                </c:pt>
                <c:pt idx="84">
                  <c:v>148.77832854884923</c:v>
                </c:pt>
                <c:pt idx="85">
                  <c:v>146.63319797433337</c:v>
                </c:pt>
                <c:pt idx="86">
                  <c:v>150.76485226701658</c:v>
                </c:pt>
                <c:pt idx="87">
                  <c:v>151.79439529017759</c:v>
                </c:pt>
                <c:pt idx="88">
                  <c:v>158.81115193022416</c:v>
                </c:pt>
                <c:pt idx="89">
                  <c:v>162.46904919263301</c:v>
                </c:pt>
                <c:pt idx="90">
                  <c:v>165.60385700299503</c:v>
                </c:pt>
                <c:pt idx="91">
                  <c:v>167.84557017370176</c:v>
                </c:pt>
                <c:pt idx="92">
                  <c:v>161.21948024628347</c:v>
                </c:pt>
                <c:pt idx="93">
                  <c:v>162.12032633605563</c:v>
                </c:pt>
                <c:pt idx="94">
                  <c:v>150.04878198894238</c:v>
                </c:pt>
                <c:pt idx="95">
                  <c:v>154.30222981686111</c:v>
                </c:pt>
                <c:pt idx="96">
                  <c:v>152.25004102074283</c:v>
                </c:pt>
                <c:pt idx="97">
                  <c:v>146.3801320392127</c:v>
                </c:pt>
                <c:pt idx="98">
                  <c:v>153.74009580211791</c:v>
                </c:pt>
                <c:pt idx="99">
                  <c:v>169.0416937972069</c:v>
                </c:pt>
                <c:pt idx="100">
                  <c:v>164.52026799653549</c:v>
                </c:pt>
                <c:pt idx="101">
                  <c:v>176.41338881392466</c:v>
                </c:pt>
                <c:pt idx="102">
                  <c:v>172.29561805758556</c:v>
                </c:pt>
                <c:pt idx="103">
                  <c:v>169.0318049351589</c:v>
                </c:pt>
                <c:pt idx="104">
                  <c:v>174.68759222510883</c:v>
                </c:pt>
                <c:pt idx="105">
                  <c:v>164.47077876871265</c:v>
                </c:pt>
                <c:pt idx="106">
                  <c:v>171.01697891695346</c:v>
                </c:pt>
                <c:pt idx="107">
                  <c:v>178.04333120764173</c:v>
                </c:pt>
                <c:pt idx="108">
                  <c:v>169.40700114508576</c:v>
                </c:pt>
                <c:pt idx="109">
                  <c:v>164.2272973815742</c:v>
                </c:pt>
                <c:pt idx="110">
                  <c:v>159.36313117407806</c:v>
                </c:pt>
                <c:pt idx="111">
                  <c:v>173.04788229269292</c:v>
                </c:pt>
                <c:pt idx="112">
                  <c:v>177.42784532703857</c:v>
                </c:pt>
                <c:pt idx="113">
                  <c:v>172.52625915760285</c:v>
                </c:pt>
                <c:pt idx="114">
                  <c:v>168.74475959888284</c:v>
                </c:pt>
                <c:pt idx="115">
                  <c:v>173.57809887359767</c:v>
                </c:pt>
                <c:pt idx="116">
                  <c:v>178.70601250176102</c:v>
                </c:pt>
                <c:pt idx="117">
                  <c:v>180.42248375184045</c:v>
                </c:pt>
                <c:pt idx="118">
                  <c:v>187.7887007494671</c:v>
                </c:pt>
                <c:pt idx="119">
                  <c:v>195.14376445511124</c:v>
                </c:pt>
                <c:pt idx="120">
                  <c:v>197.83122583605768</c:v>
                </c:pt>
                <c:pt idx="121">
                  <c:v>205.82873118858356</c:v>
                </c:pt>
                <c:pt idx="122">
                  <c:v>203.93829720698201</c:v>
                </c:pt>
                <c:pt idx="123">
                  <c:v>202.01568930389291</c:v>
                </c:pt>
                <c:pt idx="124">
                  <c:v>201.43681334619262</c:v>
                </c:pt>
                <c:pt idx="125">
                  <c:v>206.10714600730546</c:v>
                </c:pt>
                <c:pt idx="126">
                  <c:v>206.07967192474268</c:v>
                </c:pt>
                <c:pt idx="127">
                  <c:v>213.40561878996252</c:v>
                </c:pt>
                <c:pt idx="128">
                  <c:v>222.6726084019835</c:v>
                </c:pt>
                <c:pt idx="129">
                  <c:v>229.67082994062355</c:v>
                </c:pt>
                <c:pt idx="130">
                  <c:v>235.07650039660402</c:v>
                </c:pt>
                <c:pt idx="131">
                  <c:v>240.41144403485475</c:v>
                </c:pt>
                <c:pt idx="132">
                  <c:v>248.90830570137859</c:v>
                </c:pt>
                <c:pt idx="133">
                  <c:v>265.35596741548113</c:v>
                </c:pt>
                <c:pt idx="134">
                  <c:v>269.71703966876112</c:v>
                </c:pt>
                <c:pt idx="135">
                  <c:v>274.31517576103414</c:v>
                </c:pt>
                <c:pt idx="136">
                  <c:v>286.85475336997524</c:v>
                </c:pt>
                <c:pt idx="137">
                  <c:v>297.52121789023505</c:v>
                </c:pt>
              </c:numCache>
            </c:numRef>
          </c:val>
          <c:smooth val="0"/>
          <c:extLst xmlns:c15="http://schemas.microsoft.com/office/drawing/2012/chart">
            <c:ext xmlns:c16="http://schemas.microsoft.com/office/drawing/2014/chart" uri="{C3380CC4-5D6E-409C-BE32-E72D297353CC}">
              <c16:uniqueId val="{00000002-253E-4ADE-BDC2-577B6CC8B865}"/>
            </c:ext>
          </c:extLst>
        </c:ser>
        <c:dLbls>
          <c:showLegendKey val="0"/>
          <c:showVal val="0"/>
          <c:showCatName val="0"/>
          <c:showSerName val="0"/>
          <c:showPercent val="0"/>
          <c:showBubbleSize val="0"/>
        </c:dLbls>
        <c:marker val="1"/>
        <c:smooth val="0"/>
        <c:axId val="1522350864"/>
        <c:axId val="941972760"/>
        <c:extLst/>
      </c:lineChart>
      <c:dateAx>
        <c:axId val="1522350864"/>
        <c:scaling>
          <c:orientation val="minMax"/>
        </c:scaling>
        <c:delete val="0"/>
        <c:axPos val="b"/>
        <c:numFmt formatCode="yyyy" sourceLinked="0"/>
        <c:majorTickMark val="out"/>
        <c:minorTickMark val="none"/>
        <c:tickLblPos val="nextTo"/>
        <c:spPr>
          <a:noFill/>
          <a:ln w="9525" cap="flat" cmpd="sng" algn="ctr">
            <a:solidFill>
              <a:schemeClr val="bg1">
                <a:lumMod val="85000"/>
              </a:schemeClr>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941972760"/>
        <c:crosses val="autoZero"/>
        <c:auto val="1"/>
        <c:lblOffset val="100"/>
        <c:baseTimeUnit val="months"/>
        <c:majorUnit val="11"/>
        <c:majorTimeUnit val="months"/>
      </c:dateAx>
      <c:valAx>
        <c:axId val="941972760"/>
        <c:scaling>
          <c:orientation val="minMax"/>
          <c:min val="80"/>
        </c:scaling>
        <c:delete val="0"/>
        <c:axPos val="l"/>
        <c:title>
          <c:tx>
            <c:rich>
              <a:bodyPr rot="-5400000" spcFirstLastPara="1" vertOverflow="ellipsis" vert="horz" wrap="square" anchor="ctr" anchorCtr="1"/>
              <a:lstStyle/>
              <a:p>
                <a:pPr>
                  <a:defRPr sz="1200" b="1" i="0" u="none" strike="noStrike" kern="1200" baseline="0">
                    <a:solidFill>
                      <a:schemeClr val="tx1"/>
                    </a:solidFill>
                    <a:latin typeface="Arial" panose="020B0604020202020204" pitchFamily="34" charset="0"/>
                    <a:ea typeface="+mn-ea"/>
                    <a:cs typeface="Arial" panose="020B0604020202020204" pitchFamily="34" charset="0"/>
                  </a:defRPr>
                </a:pPr>
                <a:r>
                  <a:rPr lang="en-ZA" b="1"/>
                  <a:t>Cumulative returns</a:t>
                </a:r>
              </a:p>
            </c:rich>
          </c:tx>
          <c:layout>
            <c:manualLayout>
              <c:xMode val="edge"/>
              <c:yMode val="edge"/>
              <c:x val="5.7059104717165545E-3"/>
              <c:y val="0.28517767438607466"/>
            </c:manualLayout>
          </c:layout>
          <c:overlay val="0"/>
          <c:spPr>
            <a:noFill/>
            <a:ln>
              <a:noFill/>
            </a:ln>
            <a:effectLst/>
          </c:spPr>
          <c:txPr>
            <a:bodyPr rot="-5400000" spcFirstLastPara="1" vertOverflow="ellipsis" vert="horz" wrap="square" anchor="ctr" anchorCtr="1"/>
            <a:lstStyle/>
            <a:p>
              <a:pPr>
                <a:defRPr sz="12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title>
        <c:numFmt formatCode="0" sourceLinked="0"/>
        <c:majorTickMark val="none"/>
        <c:minorTickMark val="none"/>
        <c:tickLblPos val="nextTo"/>
        <c:spPr>
          <a:noFill/>
          <a:ln>
            <a:solidFill>
              <a:schemeClr val="bg1">
                <a:lumMod val="85000"/>
              </a:schemeClr>
            </a:solidFill>
          </a:ln>
          <a:effectLst/>
        </c:spPr>
        <c:txPr>
          <a:bodyPr rot="-6000000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1522350864"/>
        <c:crosses val="autoZero"/>
        <c:crossBetween val="between"/>
      </c:valAx>
      <c:valAx>
        <c:axId val="730054327"/>
        <c:scaling>
          <c:orientation val="minMax"/>
          <c:min val="-1.5"/>
        </c:scaling>
        <c:delete val="0"/>
        <c:axPos val="r"/>
        <c:title>
          <c:tx>
            <c:rich>
              <a:bodyPr rot="-5400000" spcFirstLastPara="1" vertOverflow="ellipsis" vert="horz" wrap="square" anchor="ctr" anchorCtr="1"/>
              <a:lstStyle/>
              <a:p>
                <a:pPr>
                  <a:defRPr sz="1200" b="1" i="0" u="none" strike="noStrike" kern="1200" baseline="0">
                    <a:solidFill>
                      <a:schemeClr val="tx1"/>
                    </a:solidFill>
                    <a:latin typeface="Arial" panose="020B0604020202020204" pitchFamily="34" charset="0"/>
                    <a:ea typeface="+mn-ea"/>
                    <a:cs typeface="Arial" panose="020B0604020202020204" pitchFamily="34" charset="0"/>
                  </a:defRPr>
                </a:pPr>
                <a:r>
                  <a:rPr lang="en-ZA" b="1"/>
                  <a:t>Alpha</a:t>
                </a:r>
              </a:p>
            </c:rich>
          </c:tx>
          <c:layout>
            <c:manualLayout>
              <c:xMode val="edge"/>
              <c:yMode val="edge"/>
              <c:x val="0.96704688867141853"/>
              <c:y val="0.37631808751081669"/>
            </c:manualLayout>
          </c:layout>
          <c:overlay val="0"/>
          <c:spPr>
            <a:noFill/>
            <a:ln>
              <a:noFill/>
            </a:ln>
            <a:effectLst/>
          </c:spPr>
          <c:txPr>
            <a:bodyPr rot="-5400000" spcFirstLastPara="1" vertOverflow="ellipsis" vert="horz" wrap="square" anchor="ctr" anchorCtr="1"/>
            <a:lstStyle/>
            <a:p>
              <a:pPr>
                <a:defRPr sz="12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title>
        <c:numFmt formatCode="0.00" sourceLinked="1"/>
        <c:majorTickMark val="out"/>
        <c:minorTickMark val="none"/>
        <c:tickLblPos val="nextTo"/>
        <c:spPr>
          <a:noFill/>
          <a:ln>
            <a:solidFill>
              <a:schemeClr val="bg1">
                <a:lumMod val="85000"/>
              </a:schemeClr>
            </a:solidFill>
          </a:ln>
          <a:effectLst/>
        </c:spPr>
        <c:txPr>
          <a:bodyPr rot="-6000000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730056487"/>
        <c:crosses val="max"/>
        <c:crossBetween val="between"/>
      </c:valAx>
      <c:dateAx>
        <c:axId val="730056487"/>
        <c:scaling>
          <c:orientation val="minMax"/>
        </c:scaling>
        <c:delete val="1"/>
        <c:axPos val="b"/>
        <c:numFmt formatCode="d\-mmm\-yy" sourceLinked="1"/>
        <c:majorTickMark val="out"/>
        <c:minorTickMark val="none"/>
        <c:tickLblPos val="nextTo"/>
        <c:crossAx val="730054327"/>
        <c:crosses val="autoZero"/>
        <c:auto val="1"/>
        <c:lblOffset val="100"/>
        <c:baseTimeUnit val="months"/>
      </c:dateAx>
      <c:spPr>
        <a:noFill/>
        <a:ln>
          <a:noFill/>
        </a:ln>
        <a:effectLst/>
      </c:spPr>
    </c:plotArea>
    <c:legend>
      <c:legendPos val="b"/>
      <c:layout>
        <c:manualLayout>
          <c:xMode val="edge"/>
          <c:yMode val="edge"/>
          <c:x val="7.8096356883142912E-2"/>
          <c:y val="0.92960687729674574"/>
          <c:w val="0.83653163216133686"/>
          <c:h val="5.2950144019298026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1200">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3B35BF7-FD97-42F7-9DB8-C1F3D2D918BA}" type="doc">
      <dgm:prSet loTypeId="urn:microsoft.com/office/officeart/2005/8/layout/hierarchy5" loCatId="hierarchy" qsTypeId="urn:microsoft.com/office/officeart/2005/8/quickstyle/simple1" qsCatId="simple" csTypeId="urn:microsoft.com/office/officeart/2005/8/colors/colorful3" csCatId="colorful" phldr="1"/>
      <dgm:spPr/>
      <dgm:t>
        <a:bodyPr/>
        <a:lstStyle/>
        <a:p>
          <a:endParaRPr lang="en-ZA"/>
        </a:p>
      </dgm:t>
    </dgm:pt>
    <dgm:pt modelId="{73EAF446-2895-4FC8-93AC-27C543149494}">
      <dgm:prSet phldrT="[Text]" custT="1"/>
      <dgm:spPr/>
      <dgm:t>
        <a:bodyPr/>
        <a:lstStyle/>
        <a:p>
          <a:r>
            <a:rPr lang="en-ZA" sz="1200" dirty="0"/>
            <a:t>R100 </a:t>
          </a:r>
        </a:p>
        <a:p>
          <a:r>
            <a:rPr lang="en-ZA" sz="1200" dirty="0"/>
            <a:t>Investment </a:t>
          </a:r>
        </a:p>
      </dgm:t>
    </dgm:pt>
    <dgm:pt modelId="{8C519A04-1C8A-477B-A252-D8A2A60F6600}" type="parTrans" cxnId="{391B99CD-69C6-4ADC-BC61-EAFF4E5E5AB4}">
      <dgm:prSet/>
      <dgm:spPr/>
      <dgm:t>
        <a:bodyPr/>
        <a:lstStyle/>
        <a:p>
          <a:endParaRPr lang="en-ZA" sz="1400"/>
        </a:p>
      </dgm:t>
    </dgm:pt>
    <dgm:pt modelId="{52AC8079-0778-476F-952A-88C8B5BD87E0}" type="sibTrans" cxnId="{391B99CD-69C6-4ADC-BC61-EAFF4E5E5AB4}">
      <dgm:prSet/>
      <dgm:spPr/>
      <dgm:t>
        <a:bodyPr/>
        <a:lstStyle/>
        <a:p>
          <a:endParaRPr lang="en-ZA" sz="1400"/>
        </a:p>
      </dgm:t>
    </dgm:pt>
    <dgm:pt modelId="{C7B1FADA-8F09-4F27-B565-303809C0970E}">
      <dgm:prSet phldrT="[Text]" custT="1"/>
      <dgm:spPr/>
      <dgm:t>
        <a:bodyPr/>
        <a:lstStyle/>
        <a:p>
          <a:r>
            <a:rPr lang="en-ZA" sz="1200" dirty="0"/>
            <a:t>R100 </a:t>
          </a:r>
        </a:p>
        <a:p>
          <a:r>
            <a:rPr lang="en-ZA" sz="1200" dirty="0"/>
            <a:t>Equity Exposure</a:t>
          </a:r>
        </a:p>
      </dgm:t>
    </dgm:pt>
    <dgm:pt modelId="{1F38A471-F529-4781-B876-71D5A73417A6}" type="parTrans" cxnId="{025D9A08-AD3B-4669-9F7E-EBB805A8F44C}">
      <dgm:prSet custT="1"/>
      <dgm:spPr/>
      <dgm:t>
        <a:bodyPr/>
        <a:lstStyle/>
        <a:p>
          <a:endParaRPr lang="en-ZA" sz="300"/>
        </a:p>
      </dgm:t>
    </dgm:pt>
    <dgm:pt modelId="{679FDF18-A2E7-479A-A7C8-0EF7B9CE0CE8}" type="sibTrans" cxnId="{025D9A08-AD3B-4669-9F7E-EBB805A8F44C}">
      <dgm:prSet/>
      <dgm:spPr/>
      <dgm:t>
        <a:bodyPr/>
        <a:lstStyle/>
        <a:p>
          <a:endParaRPr lang="en-ZA" sz="1400"/>
        </a:p>
      </dgm:t>
    </dgm:pt>
    <dgm:pt modelId="{DF6E2C63-A735-496A-837B-05B1A13C534A}">
      <dgm:prSet phldrT="[Text]" custT="1"/>
      <dgm:spPr/>
      <dgm:t>
        <a:bodyPr/>
        <a:lstStyle/>
        <a:p>
          <a:r>
            <a:rPr lang="en-ZA" sz="1200" dirty="0"/>
            <a:t>R10 </a:t>
          </a:r>
        </a:p>
        <a:p>
          <a:r>
            <a:rPr lang="en-ZA" sz="1200" dirty="0"/>
            <a:t>Deposits</a:t>
          </a:r>
        </a:p>
      </dgm:t>
    </dgm:pt>
    <dgm:pt modelId="{D0948DFD-4F4E-4D4E-A4D0-522D1F22DAEA}" type="parTrans" cxnId="{79DDC44A-0D19-4635-8E14-A4FDFEBAFD11}">
      <dgm:prSet custT="1"/>
      <dgm:spPr/>
      <dgm:t>
        <a:bodyPr/>
        <a:lstStyle/>
        <a:p>
          <a:endParaRPr lang="en-ZA" sz="300"/>
        </a:p>
      </dgm:t>
    </dgm:pt>
    <dgm:pt modelId="{952F7BE9-9520-40C7-A9BB-0D166D6EADFD}" type="sibTrans" cxnId="{79DDC44A-0D19-4635-8E14-A4FDFEBAFD11}">
      <dgm:prSet/>
      <dgm:spPr/>
      <dgm:t>
        <a:bodyPr/>
        <a:lstStyle/>
        <a:p>
          <a:endParaRPr lang="en-ZA" sz="1400"/>
        </a:p>
      </dgm:t>
    </dgm:pt>
    <dgm:pt modelId="{319F9FAB-2EA5-4171-8B51-2E0166671ED9}">
      <dgm:prSet phldrT="[Text]" custT="1"/>
      <dgm:spPr/>
      <dgm:t>
        <a:bodyPr/>
        <a:lstStyle/>
        <a:p>
          <a:r>
            <a:rPr lang="en-ZA" sz="1200" dirty="0"/>
            <a:t>R30 </a:t>
          </a:r>
        </a:p>
        <a:p>
          <a:r>
            <a:rPr lang="en-ZA" sz="1200" dirty="0"/>
            <a:t>Credits Assets </a:t>
          </a:r>
        </a:p>
      </dgm:t>
    </dgm:pt>
    <dgm:pt modelId="{E2E05F1F-EE2C-4644-8D16-377A2E661256}" type="parTrans" cxnId="{275E19F8-A1D0-45ED-9D72-C963638FA832}">
      <dgm:prSet custT="1"/>
      <dgm:spPr/>
      <dgm:t>
        <a:bodyPr/>
        <a:lstStyle/>
        <a:p>
          <a:endParaRPr lang="en-ZA" sz="300"/>
        </a:p>
      </dgm:t>
    </dgm:pt>
    <dgm:pt modelId="{71C63B41-DB24-479E-9413-02F3BDADF9E6}" type="sibTrans" cxnId="{275E19F8-A1D0-45ED-9D72-C963638FA832}">
      <dgm:prSet/>
      <dgm:spPr/>
      <dgm:t>
        <a:bodyPr/>
        <a:lstStyle/>
        <a:p>
          <a:endParaRPr lang="en-ZA" sz="1400"/>
        </a:p>
      </dgm:t>
    </dgm:pt>
    <dgm:pt modelId="{A6457BE3-E85C-43AC-93DA-70A63A36EAF2}">
      <dgm:prSet phldrT="[Text]" custT="1"/>
      <dgm:spPr/>
      <dgm:t>
        <a:bodyPr/>
        <a:lstStyle/>
        <a:p>
          <a:r>
            <a:rPr lang="en-ZA" sz="1800" dirty="0"/>
            <a:t>Portfolio Value</a:t>
          </a:r>
        </a:p>
      </dgm:t>
    </dgm:pt>
    <dgm:pt modelId="{976D60E2-D671-447C-8FE3-8EDEA1CE8149}" type="parTrans" cxnId="{37C1B03E-85EB-4414-A3F3-97A1D82E4F15}">
      <dgm:prSet/>
      <dgm:spPr/>
      <dgm:t>
        <a:bodyPr/>
        <a:lstStyle/>
        <a:p>
          <a:endParaRPr lang="en-ZA" sz="1400"/>
        </a:p>
      </dgm:t>
    </dgm:pt>
    <dgm:pt modelId="{8BA5A9DD-B153-46D7-9456-5B31EF00B044}" type="sibTrans" cxnId="{37C1B03E-85EB-4414-A3F3-97A1D82E4F15}">
      <dgm:prSet/>
      <dgm:spPr/>
      <dgm:t>
        <a:bodyPr/>
        <a:lstStyle/>
        <a:p>
          <a:endParaRPr lang="en-ZA" sz="1400"/>
        </a:p>
      </dgm:t>
    </dgm:pt>
    <dgm:pt modelId="{82553C5F-F117-4928-AFDB-208B5750E967}">
      <dgm:prSet phldrT="[Text]" custT="1"/>
      <dgm:spPr/>
      <dgm:t>
        <a:bodyPr/>
        <a:lstStyle/>
        <a:p>
          <a:r>
            <a:rPr lang="en-ZA" sz="1600" b="1" dirty="0"/>
            <a:t>Active</a:t>
          </a:r>
          <a:r>
            <a:rPr lang="en-ZA" sz="1600" dirty="0"/>
            <a:t> Cash/Money Market Exposure</a:t>
          </a:r>
          <a:r>
            <a:rPr lang="en-ZA" sz="1600" b="1" dirty="0">
              <a:solidFill>
                <a:schemeClr val="accent5"/>
              </a:solidFill>
            </a:rPr>
            <a:t>(</a:t>
          </a:r>
          <a:r>
            <a:rPr lang="el-GR" sz="1600" b="1" dirty="0">
              <a:solidFill>
                <a:schemeClr val="accent5"/>
              </a:solidFill>
              <a:latin typeface="Arial" panose="020B0604020202020204" pitchFamily="34" charset="0"/>
              <a:cs typeface="Arial" panose="020B0604020202020204" pitchFamily="34" charset="0"/>
            </a:rPr>
            <a:t>α</a:t>
          </a:r>
          <a:r>
            <a:rPr lang="en-ZA" sz="1600" b="1" dirty="0">
              <a:solidFill>
                <a:schemeClr val="accent5"/>
              </a:solidFill>
              <a:latin typeface="Arial" panose="020B0604020202020204" pitchFamily="34" charset="0"/>
              <a:cs typeface="Arial" panose="020B0604020202020204" pitchFamily="34" charset="0"/>
            </a:rPr>
            <a:t>)</a:t>
          </a:r>
          <a:endParaRPr lang="en-ZA" sz="1600" b="1" dirty="0">
            <a:solidFill>
              <a:schemeClr val="accent5"/>
            </a:solidFill>
          </a:endParaRPr>
        </a:p>
      </dgm:t>
    </dgm:pt>
    <dgm:pt modelId="{F8B01236-9060-405C-BB63-6C5B8B5E74BC}" type="parTrans" cxnId="{5C78A53C-D858-4229-9381-669B495BD39F}">
      <dgm:prSet/>
      <dgm:spPr/>
      <dgm:t>
        <a:bodyPr/>
        <a:lstStyle/>
        <a:p>
          <a:endParaRPr lang="en-ZA" sz="1400"/>
        </a:p>
      </dgm:t>
    </dgm:pt>
    <dgm:pt modelId="{FF51EC7E-F45D-4ACE-8A6D-6A1101D6A5F0}" type="sibTrans" cxnId="{5C78A53C-D858-4229-9381-669B495BD39F}">
      <dgm:prSet/>
      <dgm:spPr/>
      <dgm:t>
        <a:bodyPr/>
        <a:lstStyle/>
        <a:p>
          <a:endParaRPr lang="en-ZA" sz="1400"/>
        </a:p>
      </dgm:t>
    </dgm:pt>
    <dgm:pt modelId="{3F2C4827-124F-4101-BD12-3648F110AAB9}">
      <dgm:prSet phldrT="[Text]" custT="1"/>
      <dgm:spPr/>
      <dgm:t>
        <a:bodyPr/>
        <a:lstStyle/>
        <a:p>
          <a:r>
            <a:rPr lang="en-ZA" sz="1200" dirty="0"/>
            <a:t>R60</a:t>
          </a:r>
          <a:br>
            <a:rPr lang="en-ZA" sz="1200" dirty="0"/>
          </a:br>
          <a:r>
            <a:rPr lang="en-ZA" sz="1200" dirty="0"/>
            <a:t>Term Assets</a:t>
          </a:r>
        </a:p>
      </dgm:t>
    </dgm:pt>
    <dgm:pt modelId="{04221235-C867-4C84-B15D-FBC89DD03C3A}" type="parTrans" cxnId="{EC05E102-07F9-452F-A235-7E3CD5C9B116}">
      <dgm:prSet custT="1"/>
      <dgm:spPr/>
      <dgm:t>
        <a:bodyPr/>
        <a:lstStyle/>
        <a:p>
          <a:endParaRPr lang="en-ZA" sz="500"/>
        </a:p>
      </dgm:t>
    </dgm:pt>
    <dgm:pt modelId="{B08569CE-BD3F-4D77-B3B7-ADED753C4C43}" type="sibTrans" cxnId="{EC05E102-07F9-452F-A235-7E3CD5C9B116}">
      <dgm:prSet/>
      <dgm:spPr/>
      <dgm:t>
        <a:bodyPr/>
        <a:lstStyle/>
        <a:p>
          <a:endParaRPr lang="en-ZA" sz="1800"/>
        </a:p>
      </dgm:t>
    </dgm:pt>
    <dgm:pt modelId="{FC7AF5CE-CABE-4712-A2C6-918B369D12F9}">
      <dgm:prSet phldrT="[Text]" custT="1"/>
      <dgm:spPr/>
      <dgm:t>
        <a:bodyPr/>
        <a:lstStyle/>
        <a:p>
          <a:r>
            <a:rPr lang="en-ZA" sz="1600" b="1" dirty="0"/>
            <a:t>Passive</a:t>
          </a:r>
          <a:r>
            <a:rPr lang="en-ZA" sz="1600" dirty="0"/>
            <a:t> Equity Market Exposure</a:t>
          </a:r>
          <a:r>
            <a:rPr lang="en-ZA" sz="1600" b="1" dirty="0">
              <a:solidFill>
                <a:schemeClr val="accent3"/>
              </a:solidFill>
            </a:rPr>
            <a:t>(</a:t>
          </a:r>
          <a:r>
            <a:rPr lang="el-GR" sz="1600" b="1" dirty="0">
              <a:solidFill>
                <a:schemeClr val="accent3"/>
              </a:solidFill>
              <a:latin typeface="Arial" panose="020B0604020202020204" pitchFamily="34" charset="0"/>
              <a:cs typeface="Arial" panose="020B0604020202020204" pitchFamily="34" charset="0"/>
            </a:rPr>
            <a:t>β</a:t>
          </a:r>
          <a:r>
            <a:rPr lang="en-ZA" sz="1600" b="1" dirty="0">
              <a:solidFill>
                <a:schemeClr val="accent3"/>
              </a:solidFill>
            </a:rPr>
            <a:t>)</a:t>
          </a:r>
          <a:endParaRPr lang="en-ZA" sz="1800" dirty="0"/>
        </a:p>
      </dgm:t>
    </dgm:pt>
    <dgm:pt modelId="{152A4D7C-3812-4BF9-840D-19B937BECBC7}" type="parTrans" cxnId="{8DBBC0E9-852D-4AC8-B70E-6FD8DF71A128}">
      <dgm:prSet/>
      <dgm:spPr/>
      <dgm:t>
        <a:bodyPr/>
        <a:lstStyle/>
        <a:p>
          <a:endParaRPr lang="en-ZA" sz="1800"/>
        </a:p>
      </dgm:t>
    </dgm:pt>
    <dgm:pt modelId="{D57B8746-9BD2-465B-8B68-10858A0F7613}" type="sibTrans" cxnId="{8DBBC0E9-852D-4AC8-B70E-6FD8DF71A128}">
      <dgm:prSet/>
      <dgm:spPr/>
      <dgm:t>
        <a:bodyPr/>
        <a:lstStyle/>
        <a:p>
          <a:endParaRPr lang="en-ZA" sz="1800"/>
        </a:p>
      </dgm:t>
    </dgm:pt>
    <dgm:pt modelId="{C36C6F9B-5395-422F-B184-271C92EB91F3}" type="pres">
      <dgm:prSet presAssocID="{B3B35BF7-FD97-42F7-9DB8-C1F3D2D918BA}" presName="mainComposite" presStyleCnt="0">
        <dgm:presLayoutVars>
          <dgm:chPref val="1"/>
          <dgm:dir/>
          <dgm:animOne val="branch"/>
          <dgm:animLvl val="lvl"/>
          <dgm:resizeHandles val="exact"/>
        </dgm:presLayoutVars>
      </dgm:prSet>
      <dgm:spPr/>
    </dgm:pt>
    <dgm:pt modelId="{6EFD08CE-5D39-406C-B445-BD04B5F1B886}" type="pres">
      <dgm:prSet presAssocID="{B3B35BF7-FD97-42F7-9DB8-C1F3D2D918BA}" presName="hierFlow" presStyleCnt="0"/>
      <dgm:spPr/>
    </dgm:pt>
    <dgm:pt modelId="{C630D5E1-01E4-4C00-8421-C7FCCFDCCB15}" type="pres">
      <dgm:prSet presAssocID="{B3B35BF7-FD97-42F7-9DB8-C1F3D2D918BA}" presName="firstBuf" presStyleCnt="0"/>
      <dgm:spPr/>
    </dgm:pt>
    <dgm:pt modelId="{1F87484C-9CCE-4334-AFBF-EB6F02311D18}" type="pres">
      <dgm:prSet presAssocID="{B3B35BF7-FD97-42F7-9DB8-C1F3D2D918BA}" presName="hierChild1" presStyleCnt="0">
        <dgm:presLayoutVars>
          <dgm:chPref val="1"/>
          <dgm:animOne val="branch"/>
          <dgm:animLvl val="lvl"/>
        </dgm:presLayoutVars>
      </dgm:prSet>
      <dgm:spPr/>
    </dgm:pt>
    <dgm:pt modelId="{3EEE1C80-25C4-494F-B812-87BC0FDD3441}" type="pres">
      <dgm:prSet presAssocID="{73EAF446-2895-4FC8-93AC-27C543149494}" presName="Name17" presStyleCnt="0"/>
      <dgm:spPr/>
    </dgm:pt>
    <dgm:pt modelId="{C6AD6E4B-F71B-422D-98E1-06D5B0E16E85}" type="pres">
      <dgm:prSet presAssocID="{73EAF446-2895-4FC8-93AC-27C543149494}" presName="level1Shape" presStyleLbl="node0" presStyleIdx="0" presStyleCnt="1">
        <dgm:presLayoutVars>
          <dgm:chPref val="3"/>
        </dgm:presLayoutVars>
      </dgm:prSet>
      <dgm:spPr/>
    </dgm:pt>
    <dgm:pt modelId="{F58ACD7C-207D-4721-8ECD-17FEE7600CFD}" type="pres">
      <dgm:prSet presAssocID="{73EAF446-2895-4FC8-93AC-27C543149494}" presName="hierChild2" presStyleCnt="0"/>
      <dgm:spPr/>
    </dgm:pt>
    <dgm:pt modelId="{191F21A5-B85F-434C-BAD6-F781C8CF9DC1}" type="pres">
      <dgm:prSet presAssocID="{1F38A471-F529-4781-B876-71D5A73417A6}" presName="Name25" presStyleLbl="parChTrans1D2" presStyleIdx="0" presStyleCnt="1"/>
      <dgm:spPr/>
    </dgm:pt>
    <dgm:pt modelId="{722AC4AE-6B11-4917-93E8-9F497A43E496}" type="pres">
      <dgm:prSet presAssocID="{1F38A471-F529-4781-B876-71D5A73417A6}" presName="connTx" presStyleLbl="parChTrans1D2" presStyleIdx="0" presStyleCnt="1"/>
      <dgm:spPr/>
    </dgm:pt>
    <dgm:pt modelId="{1064E26A-8C18-4839-82DF-AE5CD860FD1B}" type="pres">
      <dgm:prSet presAssocID="{C7B1FADA-8F09-4F27-B565-303809C0970E}" presName="Name30" presStyleCnt="0"/>
      <dgm:spPr/>
    </dgm:pt>
    <dgm:pt modelId="{28BAD420-17BC-40DB-8344-B3CE1E3FB734}" type="pres">
      <dgm:prSet presAssocID="{C7B1FADA-8F09-4F27-B565-303809C0970E}" presName="level2Shape" presStyleLbl="node2" presStyleIdx="0" presStyleCnt="1"/>
      <dgm:spPr/>
    </dgm:pt>
    <dgm:pt modelId="{C0141ACA-A0A2-46B2-A181-C40F03937A9D}" type="pres">
      <dgm:prSet presAssocID="{C7B1FADA-8F09-4F27-B565-303809C0970E}" presName="hierChild3" presStyleCnt="0"/>
      <dgm:spPr/>
    </dgm:pt>
    <dgm:pt modelId="{87C94A1B-8FDB-4419-801A-0ACEA49ADC34}" type="pres">
      <dgm:prSet presAssocID="{D0948DFD-4F4E-4D4E-A4D0-522D1F22DAEA}" presName="Name25" presStyleLbl="parChTrans1D3" presStyleIdx="0" presStyleCnt="3"/>
      <dgm:spPr/>
    </dgm:pt>
    <dgm:pt modelId="{CF2EE94C-3950-495E-9337-62334B8B6940}" type="pres">
      <dgm:prSet presAssocID="{D0948DFD-4F4E-4D4E-A4D0-522D1F22DAEA}" presName="connTx" presStyleLbl="parChTrans1D3" presStyleIdx="0" presStyleCnt="3"/>
      <dgm:spPr/>
    </dgm:pt>
    <dgm:pt modelId="{A89BB758-24A1-4ED1-BB85-1AADE4CD1058}" type="pres">
      <dgm:prSet presAssocID="{DF6E2C63-A735-496A-837B-05B1A13C534A}" presName="Name30" presStyleCnt="0"/>
      <dgm:spPr/>
    </dgm:pt>
    <dgm:pt modelId="{E2CC727A-52FD-4A17-90EB-D998911BA67D}" type="pres">
      <dgm:prSet presAssocID="{DF6E2C63-A735-496A-837B-05B1A13C534A}" presName="level2Shape" presStyleLbl="node3" presStyleIdx="0" presStyleCnt="3"/>
      <dgm:spPr/>
    </dgm:pt>
    <dgm:pt modelId="{FAFDED8D-32F1-44DE-8304-834257BD144F}" type="pres">
      <dgm:prSet presAssocID="{DF6E2C63-A735-496A-837B-05B1A13C534A}" presName="hierChild3" presStyleCnt="0"/>
      <dgm:spPr/>
    </dgm:pt>
    <dgm:pt modelId="{AD518B20-D554-4032-A564-55931C15FC52}" type="pres">
      <dgm:prSet presAssocID="{E2E05F1F-EE2C-4644-8D16-377A2E661256}" presName="Name25" presStyleLbl="parChTrans1D3" presStyleIdx="1" presStyleCnt="3"/>
      <dgm:spPr/>
    </dgm:pt>
    <dgm:pt modelId="{9E2F3FC7-247F-4E4F-A73F-E4D9DBF9DF47}" type="pres">
      <dgm:prSet presAssocID="{E2E05F1F-EE2C-4644-8D16-377A2E661256}" presName="connTx" presStyleLbl="parChTrans1D3" presStyleIdx="1" presStyleCnt="3"/>
      <dgm:spPr/>
    </dgm:pt>
    <dgm:pt modelId="{2C91DA8B-F37E-4A15-85F8-E0DB0901C494}" type="pres">
      <dgm:prSet presAssocID="{319F9FAB-2EA5-4171-8B51-2E0166671ED9}" presName="Name30" presStyleCnt="0"/>
      <dgm:spPr/>
    </dgm:pt>
    <dgm:pt modelId="{34C1354C-9641-448D-B8D5-52497D3F740B}" type="pres">
      <dgm:prSet presAssocID="{319F9FAB-2EA5-4171-8B51-2E0166671ED9}" presName="level2Shape" presStyleLbl="node3" presStyleIdx="1" presStyleCnt="3"/>
      <dgm:spPr/>
    </dgm:pt>
    <dgm:pt modelId="{D95B0665-9435-48DD-820F-8EC622E54582}" type="pres">
      <dgm:prSet presAssocID="{319F9FAB-2EA5-4171-8B51-2E0166671ED9}" presName="hierChild3" presStyleCnt="0"/>
      <dgm:spPr/>
    </dgm:pt>
    <dgm:pt modelId="{E49DA020-9DB3-4047-AC30-AF34A6DD591E}" type="pres">
      <dgm:prSet presAssocID="{04221235-C867-4C84-B15D-FBC89DD03C3A}" presName="Name25" presStyleLbl="parChTrans1D3" presStyleIdx="2" presStyleCnt="3"/>
      <dgm:spPr/>
    </dgm:pt>
    <dgm:pt modelId="{740801F9-94F8-4CDD-9078-24110D0D564B}" type="pres">
      <dgm:prSet presAssocID="{04221235-C867-4C84-B15D-FBC89DD03C3A}" presName="connTx" presStyleLbl="parChTrans1D3" presStyleIdx="2" presStyleCnt="3"/>
      <dgm:spPr/>
    </dgm:pt>
    <dgm:pt modelId="{271ADAD8-373A-4AE7-BA48-A3426B7A90EE}" type="pres">
      <dgm:prSet presAssocID="{3F2C4827-124F-4101-BD12-3648F110AAB9}" presName="Name30" presStyleCnt="0"/>
      <dgm:spPr/>
    </dgm:pt>
    <dgm:pt modelId="{9DC69432-BB91-478D-9C45-4B5977F240A5}" type="pres">
      <dgm:prSet presAssocID="{3F2C4827-124F-4101-BD12-3648F110AAB9}" presName="level2Shape" presStyleLbl="node3" presStyleIdx="2" presStyleCnt="3"/>
      <dgm:spPr/>
    </dgm:pt>
    <dgm:pt modelId="{C524C8D5-A9D1-4D0C-8C2C-D03145C2DB62}" type="pres">
      <dgm:prSet presAssocID="{3F2C4827-124F-4101-BD12-3648F110AAB9}" presName="hierChild3" presStyleCnt="0"/>
      <dgm:spPr/>
    </dgm:pt>
    <dgm:pt modelId="{97DD3FB7-689E-4EAC-B605-FF179A3269F2}" type="pres">
      <dgm:prSet presAssocID="{B3B35BF7-FD97-42F7-9DB8-C1F3D2D918BA}" presName="bgShapesFlow" presStyleCnt="0"/>
      <dgm:spPr/>
    </dgm:pt>
    <dgm:pt modelId="{B9E7D2FD-8818-430C-88B9-DA39511DBF29}" type="pres">
      <dgm:prSet presAssocID="{A6457BE3-E85C-43AC-93DA-70A63A36EAF2}" presName="rectComp" presStyleCnt="0"/>
      <dgm:spPr/>
    </dgm:pt>
    <dgm:pt modelId="{218CE324-9555-4CB3-8B81-434B7370879A}" type="pres">
      <dgm:prSet presAssocID="{A6457BE3-E85C-43AC-93DA-70A63A36EAF2}" presName="bgRect" presStyleLbl="bgShp" presStyleIdx="0" presStyleCnt="3" custLinFactNeighborX="1529"/>
      <dgm:spPr/>
    </dgm:pt>
    <dgm:pt modelId="{921BC522-969B-4018-825C-B47E6E7151D3}" type="pres">
      <dgm:prSet presAssocID="{A6457BE3-E85C-43AC-93DA-70A63A36EAF2}" presName="bgRectTx" presStyleLbl="bgShp" presStyleIdx="0" presStyleCnt="3">
        <dgm:presLayoutVars>
          <dgm:bulletEnabled val="1"/>
        </dgm:presLayoutVars>
      </dgm:prSet>
      <dgm:spPr/>
    </dgm:pt>
    <dgm:pt modelId="{602B8055-F86A-4A07-92A2-4E828496F352}" type="pres">
      <dgm:prSet presAssocID="{A6457BE3-E85C-43AC-93DA-70A63A36EAF2}" presName="spComp" presStyleCnt="0"/>
      <dgm:spPr/>
    </dgm:pt>
    <dgm:pt modelId="{73D946B5-9703-4528-A8C3-7B410E180A96}" type="pres">
      <dgm:prSet presAssocID="{A6457BE3-E85C-43AC-93DA-70A63A36EAF2}" presName="hSp" presStyleCnt="0"/>
      <dgm:spPr/>
    </dgm:pt>
    <dgm:pt modelId="{85D232C4-9059-488B-995A-EDBE9B1243E0}" type="pres">
      <dgm:prSet presAssocID="{FC7AF5CE-CABE-4712-A2C6-918B369D12F9}" presName="rectComp" presStyleCnt="0"/>
      <dgm:spPr/>
    </dgm:pt>
    <dgm:pt modelId="{D52C8B19-BC6E-4FA0-8FDC-E6A90D1C3AA2}" type="pres">
      <dgm:prSet presAssocID="{FC7AF5CE-CABE-4712-A2C6-918B369D12F9}" presName="bgRect" presStyleLbl="bgShp" presStyleIdx="1" presStyleCnt="3"/>
      <dgm:spPr/>
    </dgm:pt>
    <dgm:pt modelId="{448A206F-1DB7-4167-8CCC-D98AA7E698C5}" type="pres">
      <dgm:prSet presAssocID="{FC7AF5CE-CABE-4712-A2C6-918B369D12F9}" presName="bgRectTx" presStyleLbl="bgShp" presStyleIdx="1" presStyleCnt="3">
        <dgm:presLayoutVars>
          <dgm:bulletEnabled val="1"/>
        </dgm:presLayoutVars>
      </dgm:prSet>
      <dgm:spPr/>
    </dgm:pt>
    <dgm:pt modelId="{A256A7E4-F801-4EAC-882F-9D4742588D20}" type="pres">
      <dgm:prSet presAssocID="{FC7AF5CE-CABE-4712-A2C6-918B369D12F9}" presName="spComp" presStyleCnt="0"/>
      <dgm:spPr/>
    </dgm:pt>
    <dgm:pt modelId="{DCD267DC-8E4C-4E58-A6D1-AD88308F093D}" type="pres">
      <dgm:prSet presAssocID="{FC7AF5CE-CABE-4712-A2C6-918B369D12F9}" presName="hSp" presStyleCnt="0"/>
      <dgm:spPr/>
    </dgm:pt>
    <dgm:pt modelId="{E4E9ED28-666B-4E31-AA8E-63656BD76EE3}" type="pres">
      <dgm:prSet presAssocID="{82553C5F-F117-4928-AFDB-208B5750E967}" presName="rectComp" presStyleCnt="0"/>
      <dgm:spPr/>
    </dgm:pt>
    <dgm:pt modelId="{28920429-44B8-4786-B0F9-4E25668246F2}" type="pres">
      <dgm:prSet presAssocID="{82553C5F-F117-4928-AFDB-208B5750E967}" presName="bgRect" presStyleLbl="bgShp" presStyleIdx="2" presStyleCnt="3"/>
      <dgm:spPr/>
    </dgm:pt>
    <dgm:pt modelId="{D31A6F66-24B0-4564-9748-9DB9D4F1E678}" type="pres">
      <dgm:prSet presAssocID="{82553C5F-F117-4928-AFDB-208B5750E967}" presName="bgRectTx" presStyleLbl="bgShp" presStyleIdx="2" presStyleCnt="3">
        <dgm:presLayoutVars>
          <dgm:bulletEnabled val="1"/>
        </dgm:presLayoutVars>
      </dgm:prSet>
      <dgm:spPr/>
    </dgm:pt>
  </dgm:ptLst>
  <dgm:cxnLst>
    <dgm:cxn modelId="{EC05E102-07F9-452F-A235-7E3CD5C9B116}" srcId="{C7B1FADA-8F09-4F27-B565-303809C0970E}" destId="{3F2C4827-124F-4101-BD12-3648F110AAB9}" srcOrd="2" destOrd="0" parTransId="{04221235-C867-4C84-B15D-FBC89DD03C3A}" sibTransId="{B08569CE-BD3F-4D77-B3B7-ADED753C4C43}"/>
    <dgm:cxn modelId="{025D9A08-AD3B-4669-9F7E-EBB805A8F44C}" srcId="{73EAF446-2895-4FC8-93AC-27C543149494}" destId="{C7B1FADA-8F09-4F27-B565-303809C0970E}" srcOrd="0" destOrd="0" parTransId="{1F38A471-F529-4781-B876-71D5A73417A6}" sibTransId="{679FDF18-A2E7-479A-A7C8-0EF7B9CE0CE8}"/>
    <dgm:cxn modelId="{0923D909-4365-4419-9C8B-7E0A4B2EDACC}" type="presOf" srcId="{1F38A471-F529-4781-B876-71D5A73417A6}" destId="{722AC4AE-6B11-4917-93E8-9F497A43E496}" srcOrd="1" destOrd="0" presId="urn:microsoft.com/office/officeart/2005/8/layout/hierarchy5"/>
    <dgm:cxn modelId="{5C78A53C-D858-4229-9381-669B495BD39F}" srcId="{B3B35BF7-FD97-42F7-9DB8-C1F3D2D918BA}" destId="{82553C5F-F117-4928-AFDB-208B5750E967}" srcOrd="3" destOrd="0" parTransId="{F8B01236-9060-405C-BB63-6C5B8B5E74BC}" sibTransId="{FF51EC7E-F45D-4ACE-8A6D-6A1101D6A5F0}"/>
    <dgm:cxn modelId="{37C1B03E-85EB-4414-A3F3-97A1D82E4F15}" srcId="{B3B35BF7-FD97-42F7-9DB8-C1F3D2D918BA}" destId="{A6457BE3-E85C-43AC-93DA-70A63A36EAF2}" srcOrd="1" destOrd="0" parTransId="{976D60E2-D671-447C-8FE3-8EDEA1CE8149}" sibTransId="{8BA5A9DD-B153-46D7-9456-5B31EF00B044}"/>
    <dgm:cxn modelId="{C37D565C-892B-4CA2-9292-6B6D706389D3}" type="presOf" srcId="{A6457BE3-E85C-43AC-93DA-70A63A36EAF2}" destId="{218CE324-9555-4CB3-8B81-434B7370879A}" srcOrd="0" destOrd="0" presId="urn:microsoft.com/office/officeart/2005/8/layout/hierarchy5"/>
    <dgm:cxn modelId="{21B65F42-8A4D-476B-8231-FB743C57AA41}" type="presOf" srcId="{3F2C4827-124F-4101-BD12-3648F110AAB9}" destId="{9DC69432-BB91-478D-9C45-4B5977F240A5}" srcOrd="0" destOrd="0" presId="urn:microsoft.com/office/officeart/2005/8/layout/hierarchy5"/>
    <dgm:cxn modelId="{79DDC44A-0D19-4635-8E14-A4FDFEBAFD11}" srcId="{C7B1FADA-8F09-4F27-B565-303809C0970E}" destId="{DF6E2C63-A735-496A-837B-05B1A13C534A}" srcOrd="0" destOrd="0" parTransId="{D0948DFD-4F4E-4D4E-A4D0-522D1F22DAEA}" sibTransId="{952F7BE9-9520-40C7-A9BB-0D166D6EADFD}"/>
    <dgm:cxn modelId="{F5315951-9F3B-4091-8FDE-7C863EFDA619}" type="presOf" srcId="{82553C5F-F117-4928-AFDB-208B5750E967}" destId="{28920429-44B8-4786-B0F9-4E25668246F2}" srcOrd="0" destOrd="0" presId="urn:microsoft.com/office/officeart/2005/8/layout/hierarchy5"/>
    <dgm:cxn modelId="{72BAC154-17AA-4754-B750-549706E36991}" type="presOf" srcId="{FC7AF5CE-CABE-4712-A2C6-918B369D12F9}" destId="{448A206F-1DB7-4167-8CCC-D98AA7E698C5}" srcOrd="1" destOrd="0" presId="urn:microsoft.com/office/officeart/2005/8/layout/hierarchy5"/>
    <dgm:cxn modelId="{941FE67E-2192-45EE-82C2-B26B9A95B52C}" type="presOf" srcId="{C7B1FADA-8F09-4F27-B565-303809C0970E}" destId="{28BAD420-17BC-40DB-8344-B3CE1E3FB734}" srcOrd="0" destOrd="0" presId="urn:microsoft.com/office/officeart/2005/8/layout/hierarchy5"/>
    <dgm:cxn modelId="{16E19885-103B-4519-B36A-30741E3C6EBD}" type="presOf" srcId="{E2E05F1F-EE2C-4644-8D16-377A2E661256}" destId="{9E2F3FC7-247F-4E4F-A73F-E4D9DBF9DF47}" srcOrd="1" destOrd="0" presId="urn:microsoft.com/office/officeart/2005/8/layout/hierarchy5"/>
    <dgm:cxn modelId="{D039C085-FE2D-4371-A07D-AB743F9515BF}" type="presOf" srcId="{D0948DFD-4F4E-4D4E-A4D0-522D1F22DAEA}" destId="{CF2EE94C-3950-495E-9337-62334B8B6940}" srcOrd="1" destOrd="0" presId="urn:microsoft.com/office/officeart/2005/8/layout/hierarchy5"/>
    <dgm:cxn modelId="{E932AA87-E457-4E93-9C07-D795AC695607}" type="presOf" srcId="{73EAF446-2895-4FC8-93AC-27C543149494}" destId="{C6AD6E4B-F71B-422D-98E1-06D5B0E16E85}" srcOrd="0" destOrd="0" presId="urn:microsoft.com/office/officeart/2005/8/layout/hierarchy5"/>
    <dgm:cxn modelId="{5E1CD78E-8F63-4A57-A4D5-25054E831543}" type="presOf" srcId="{D0948DFD-4F4E-4D4E-A4D0-522D1F22DAEA}" destId="{87C94A1B-8FDB-4419-801A-0ACEA49ADC34}" srcOrd="0" destOrd="0" presId="urn:microsoft.com/office/officeart/2005/8/layout/hierarchy5"/>
    <dgm:cxn modelId="{C80E6E91-8EC8-4D09-A6CF-9A68116C9F44}" type="presOf" srcId="{82553C5F-F117-4928-AFDB-208B5750E967}" destId="{D31A6F66-24B0-4564-9748-9DB9D4F1E678}" srcOrd="1" destOrd="0" presId="urn:microsoft.com/office/officeart/2005/8/layout/hierarchy5"/>
    <dgm:cxn modelId="{9F5C4AAB-E99E-4C2D-A40B-56DC3A11664B}" type="presOf" srcId="{DF6E2C63-A735-496A-837B-05B1A13C534A}" destId="{E2CC727A-52FD-4A17-90EB-D998911BA67D}" srcOrd="0" destOrd="0" presId="urn:microsoft.com/office/officeart/2005/8/layout/hierarchy5"/>
    <dgm:cxn modelId="{CBED9BB5-51B7-4251-B59B-BF3E060B6400}" type="presOf" srcId="{04221235-C867-4C84-B15D-FBC89DD03C3A}" destId="{740801F9-94F8-4CDD-9078-24110D0D564B}" srcOrd="1" destOrd="0" presId="urn:microsoft.com/office/officeart/2005/8/layout/hierarchy5"/>
    <dgm:cxn modelId="{0EE460C0-B60A-4AE1-97DF-361944B597D2}" type="presOf" srcId="{A6457BE3-E85C-43AC-93DA-70A63A36EAF2}" destId="{921BC522-969B-4018-825C-B47E6E7151D3}" srcOrd="1" destOrd="0" presId="urn:microsoft.com/office/officeart/2005/8/layout/hierarchy5"/>
    <dgm:cxn modelId="{021F53C1-67A2-4312-BA7E-3F868DA7C5F3}" type="presOf" srcId="{1F38A471-F529-4781-B876-71D5A73417A6}" destId="{191F21A5-B85F-434C-BAD6-F781C8CF9DC1}" srcOrd="0" destOrd="0" presId="urn:microsoft.com/office/officeart/2005/8/layout/hierarchy5"/>
    <dgm:cxn modelId="{391B99CD-69C6-4ADC-BC61-EAFF4E5E5AB4}" srcId="{B3B35BF7-FD97-42F7-9DB8-C1F3D2D918BA}" destId="{73EAF446-2895-4FC8-93AC-27C543149494}" srcOrd="0" destOrd="0" parTransId="{8C519A04-1C8A-477B-A252-D8A2A60F6600}" sibTransId="{52AC8079-0778-476F-952A-88C8B5BD87E0}"/>
    <dgm:cxn modelId="{35E920CE-0FB6-4064-A803-8485A6ADB145}" type="presOf" srcId="{E2E05F1F-EE2C-4644-8D16-377A2E661256}" destId="{AD518B20-D554-4032-A564-55931C15FC52}" srcOrd="0" destOrd="0" presId="urn:microsoft.com/office/officeart/2005/8/layout/hierarchy5"/>
    <dgm:cxn modelId="{87122CD4-0D53-40F7-B6F8-AE48880A5F4B}" type="presOf" srcId="{FC7AF5CE-CABE-4712-A2C6-918B369D12F9}" destId="{D52C8B19-BC6E-4FA0-8FDC-E6A90D1C3AA2}" srcOrd="0" destOrd="0" presId="urn:microsoft.com/office/officeart/2005/8/layout/hierarchy5"/>
    <dgm:cxn modelId="{8DBBC0E9-852D-4AC8-B70E-6FD8DF71A128}" srcId="{B3B35BF7-FD97-42F7-9DB8-C1F3D2D918BA}" destId="{FC7AF5CE-CABE-4712-A2C6-918B369D12F9}" srcOrd="2" destOrd="0" parTransId="{152A4D7C-3812-4BF9-840D-19B937BECBC7}" sibTransId="{D57B8746-9BD2-465B-8B68-10858A0F7613}"/>
    <dgm:cxn modelId="{79B2A4EB-7518-4C9E-8175-CA09D644FCBD}" type="presOf" srcId="{B3B35BF7-FD97-42F7-9DB8-C1F3D2D918BA}" destId="{C36C6F9B-5395-422F-B184-271C92EB91F3}" srcOrd="0" destOrd="0" presId="urn:microsoft.com/office/officeart/2005/8/layout/hierarchy5"/>
    <dgm:cxn modelId="{8B61CCEE-3414-468B-AA2F-989EA4FFAF9A}" type="presOf" srcId="{319F9FAB-2EA5-4171-8B51-2E0166671ED9}" destId="{34C1354C-9641-448D-B8D5-52497D3F740B}" srcOrd="0" destOrd="0" presId="urn:microsoft.com/office/officeart/2005/8/layout/hierarchy5"/>
    <dgm:cxn modelId="{ACC155F1-909A-459E-AFE7-1E5E12EE9B8D}" type="presOf" srcId="{04221235-C867-4C84-B15D-FBC89DD03C3A}" destId="{E49DA020-9DB3-4047-AC30-AF34A6DD591E}" srcOrd="0" destOrd="0" presId="urn:microsoft.com/office/officeart/2005/8/layout/hierarchy5"/>
    <dgm:cxn modelId="{275E19F8-A1D0-45ED-9D72-C963638FA832}" srcId="{C7B1FADA-8F09-4F27-B565-303809C0970E}" destId="{319F9FAB-2EA5-4171-8B51-2E0166671ED9}" srcOrd="1" destOrd="0" parTransId="{E2E05F1F-EE2C-4644-8D16-377A2E661256}" sibTransId="{71C63B41-DB24-479E-9413-02F3BDADF9E6}"/>
    <dgm:cxn modelId="{49084F92-8831-4664-A691-0BFF6F1D7736}" type="presParOf" srcId="{C36C6F9B-5395-422F-B184-271C92EB91F3}" destId="{6EFD08CE-5D39-406C-B445-BD04B5F1B886}" srcOrd="0" destOrd="0" presId="urn:microsoft.com/office/officeart/2005/8/layout/hierarchy5"/>
    <dgm:cxn modelId="{9138A7D8-5D5F-4C88-AAD1-A1301AD2F007}" type="presParOf" srcId="{6EFD08CE-5D39-406C-B445-BD04B5F1B886}" destId="{C630D5E1-01E4-4C00-8421-C7FCCFDCCB15}" srcOrd="0" destOrd="0" presId="urn:microsoft.com/office/officeart/2005/8/layout/hierarchy5"/>
    <dgm:cxn modelId="{C40E414F-E1F1-4C68-AE54-F509FFCC991B}" type="presParOf" srcId="{6EFD08CE-5D39-406C-B445-BD04B5F1B886}" destId="{1F87484C-9CCE-4334-AFBF-EB6F02311D18}" srcOrd="1" destOrd="0" presId="urn:microsoft.com/office/officeart/2005/8/layout/hierarchy5"/>
    <dgm:cxn modelId="{5FB8B1ED-1098-4121-BA44-A29E16A5790B}" type="presParOf" srcId="{1F87484C-9CCE-4334-AFBF-EB6F02311D18}" destId="{3EEE1C80-25C4-494F-B812-87BC0FDD3441}" srcOrd="0" destOrd="0" presId="urn:microsoft.com/office/officeart/2005/8/layout/hierarchy5"/>
    <dgm:cxn modelId="{BB7F4CB1-0770-4C4F-8155-F5C05B874D8D}" type="presParOf" srcId="{3EEE1C80-25C4-494F-B812-87BC0FDD3441}" destId="{C6AD6E4B-F71B-422D-98E1-06D5B0E16E85}" srcOrd="0" destOrd="0" presId="urn:microsoft.com/office/officeart/2005/8/layout/hierarchy5"/>
    <dgm:cxn modelId="{3AC39E95-EA3B-4A33-891A-79021B5199C6}" type="presParOf" srcId="{3EEE1C80-25C4-494F-B812-87BC0FDD3441}" destId="{F58ACD7C-207D-4721-8ECD-17FEE7600CFD}" srcOrd="1" destOrd="0" presId="urn:microsoft.com/office/officeart/2005/8/layout/hierarchy5"/>
    <dgm:cxn modelId="{5C53CD63-E00C-464F-8D75-6EB3A4C5D36B}" type="presParOf" srcId="{F58ACD7C-207D-4721-8ECD-17FEE7600CFD}" destId="{191F21A5-B85F-434C-BAD6-F781C8CF9DC1}" srcOrd="0" destOrd="0" presId="urn:microsoft.com/office/officeart/2005/8/layout/hierarchy5"/>
    <dgm:cxn modelId="{E77A837D-9975-4F2F-BC38-B89D9247BEFB}" type="presParOf" srcId="{191F21A5-B85F-434C-BAD6-F781C8CF9DC1}" destId="{722AC4AE-6B11-4917-93E8-9F497A43E496}" srcOrd="0" destOrd="0" presId="urn:microsoft.com/office/officeart/2005/8/layout/hierarchy5"/>
    <dgm:cxn modelId="{4BB0DADD-3A5F-498C-B0E9-DC43877CEACC}" type="presParOf" srcId="{F58ACD7C-207D-4721-8ECD-17FEE7600CFD}" destId="{1064E26A-8C18-4839-82DF-AE5CD860FD1B}" srcOrd="1" destOrd="0" presId="urn:microsoft.com/office/officeart/2005/8/layout/hierarchy5"/>
    <dgm:cxn modelId="{C94C3CC1-C46B-4FEF-A8BB-78BD535F06A3}" type="presParOf" srcId="{1064E26A-8C18-4839-82DF-AE5CD860FD1B}" destId="{28BAD420-17BC-40DB-8344-B3CE1E3FB734}" srcOrd="0" destOrd="0" presId="urn:microsoft.com/office/officeart/2005/8/layout/hierarchy5"/>
    <dgm:cxn modelId="{ECD8CEEA-B500-4C2B-B6CE-1F6A74432686}" type="presParOf" srcId="{1064E26A-8C18-4839-82DF-AE5CD860FD1B}" destId="{C0141ACA-A0A2-46B2-A181-C40F03937A9D}" srcOrd="1" destOrd="0" presId="urn:microsoft.com/office/officeart/2005/8/layout/hierarchy5"/>
    <dgm:cxn modelId="{49C0F2C7-A619-41D5-A8F2-A7157916ECC3}" type="presParOf" srcId="{C0141ACA-A0A2-46B2-A181-C40F03937A9D}" destId="{87C94A1B-8FDB-4419-801A-0ACEA49ADC34}" srcOrd="0" destOrd="0" presId="urn:microsoft.com/office/officeart/2005/8/layout/hierarchy5"/>
    <dgm:cxn modelId="{29568B5B-8B5C-40A9-9DEC-897F9397BA91}" type="presParOf" srcId="{87C94A1B-8FDB-4419-801A-0ACEA49ADC34}" destId="{CF2EE94C-3950-495E-9337-62334B8B6940}" srcOrd="0" destOrd="0" presId="urn:microsoft.com/office/officeart/2005/8/layout/hierarchy5"/>
    <dgm:cxn modelId="{90201E98-F93F-4581-9C61-054ADC005665}" type="presParOf" srcId="{C0141ACA-A0A2-46B2-A181-C40F03937A9D}" destId="{A89BB758-24A1-4ED1-BB85-1AADE4CD1058}" srcOrd="1" destOrd="0" presId="urn:microsoft.com/office/officeart/2005/8/layout/hierarchy5"/>
    <dgm:cxn modelId="{605078B9-4F83-4106-8F99-85A5AA4D468E}" type="presParOf" srcId="{A89BB758-24A1-4ED1-BB85-1AADE4CD1058}" destId="{E2CC727A-52FD-4A17-90EB-D998911BA67D}" srcOrd="0" destOrd="0" presId="urn:microsoft.com/office/officeart/2005/8/layout/hierarchy5"/>
    <dgm:cxn modelId="{180F0A4F-C400-433A-B19A-045B6663A552}" type="presParOf" srcId="{A89BB758-24A1-4ED1-BB85-1AADE4CD1058}" destId="{FAFDED8D-32F1-44DE-8304-834257BD144F}" srcOrd="1" destOrd="0" presId="urn:microsoft.com/office/officeart/2005/8/layout/hierarchy5"/>
    <dgm:cxn modelId="{4138F14F-BE92-4946-915F-249D8FBD7B4B}" type="presParOf" srcId="{C0141ACA-A0A2-46B2-A181-C40F03937A9D}" destId="{AD518B20-D554-4032-A564-55931C15FC52}" srcOrd="2" destOrd="0" presId="urn:microsoft.com/office/officeart/2005/8/layout/hierarchy5"/>
    <dgm:cxn modelId="{161FD641-B7C5-468F-8BFB-0DC1D6264DE3}" type="presParOf" srcId="{AD518B20-D554-4032-A564-55931C15FC52}" destId="{9E2F3FC7-247F-4E4F-A73F-E4D9DBF9DF47}" srcOrd="0" destOrd="0" presId="urn:microsoft.com/office/officeart/2005/8/layout/hierarchy5"/>
    <dgm:cxn modelId="{DD044E2E-95CD-4B19-B57E-7896AC7034AD}" type="presParOf" srcId="{C0141ACA-A0A2-46B2-A181-C40F03937A9D}" destId="{2C91DA8B-F37E-4A15-85F8-E0DB0901C494}" srcOrd="3" destOrd="0" presId="urn:microsoft.com/office/officeart/2005/8/layout/hierarchy5"/>
    <dgm:cxn modelId="{A9717593-410E-4AD0-BBF4-39102240132B}" type="presParOf" srcId="{2C91DA8B-F37E-4A15-85F8-E0DB0901C494}" destId="{34C1354C-9641-448D-B8D5-52497D3F740B}" srcOrd="0" destOrd="0" presId="urn:microsoft.com/office/officeart/2005/8/layout/hierarchy5"/>
    <dgm:cxn modelId="{7C06A675-0BB5-4570-B917-386F8E08954D}" type="presParOf" srcId="{2C91DA8B-F37E-4A15-85F8-E0DB0901C494}" destId="{D95B0665-9435-48DD-820F-8EC622E54582}" srcOrd="1" destOrd="0" presId="urn:microsoft.com/office/officeart/2005/8/layout/hierarchy5"/>
    <dgm:cxn modelId="{64DA03E8-26F9-49E8-A840-D536AEEECE2A}" type="presParOf" srcId="{C0141ACA-A0A2-46B2-A181-C40F03937A9D}" destId="{E49DA020-9DB3-4047-AC30-AF34A6DD591E}" srcOrd="4" destOrd="0" presId="urn:microsoft.com/office/officeart/2005/8/layout/hierarchy5"/>
    <dgm:cxn modelId="{2A9C85FE-9819-48A4-943E-F70FF0FA9BD6}" type="presParOf" srcId="{E49DA020-9DB3-4047-AC30-AF34A6DD591E}" destId="{740801F9-94F8-4CDD-9078-24110D0D564B}" srcOrd="0" destOrd="0" presId="urn:microsoft.com/office/officeart/2005/8/layout/hierarchy5"/>
    <dgm:cxn modelId="{D2DDB433-7D52-4D19-B64F-6B49921FD053}" type="presParOf" srcId="{C0141ACA-A0A2-46B2-A181-C40F03937A9D}" destId="{271ADAD8-373A-4AE7-BA48-A3426B7A90EE}" srcOrd="5" destOrd="0" presId="urn:microsoft.com/office/officeart/2005/8/layout/hierarchy5"/>
    <dgm:cxn modelId="{CEC31DA5-BDE1-4685-901C-39681F4C04E6}" type="presParOf" srcId="{271ADAD8-373A-4AE7-BA48-A3426B7A90EE}" destId="{9DC69432-BB91-478D-9C45-4B5977F240A5}" srcOrd="0" destOrd="0" presId="urn:microsoft.com/office/officeart/2005/8/layout/hierarchy5"/>
    <dgm:cxn modelId="{797910BB-1106-4F85-8766-03F67F73E6D0}" type="presParOf" srcId="{271ADAD8-373A-4AE7-BA48-A3426B7A90EE}" destId="{C524C8D5-A9D1-4D0C-8C2C-D03145C2DB62}" srcOrd="1" destOrd="0" presId="urn:microsoft.com/office/officeart/2005/8/layout/hierarchy5"/>
    <dgm:cxn modelId="{7365D0F5-D90E-4050-B17C-266B532EA1D3}" type="presParOf" srcId="{C36C6F9B-5395-422F-B184-271C92EB91F3}" destId="{97DD3FB7-689E-4EAC-B605-FF179A3269F2}" srcOrd="1" destOrd="0" presId="urn:microsoft.com/office/officeart/2005/8/layout/hierarchy5"/>
    <dgm:cxn modelId="{854B1A54-05FA-4B27-B9A9-262AB94F409D}" type="presParOf" srcId="{97DD3FB7-689E-4EAC-B605-FF179A3269F2}" destId="{B9E7D2FD-8818-430C-88B9-DA39511DBF29}" srcOrd="0" destOrd="0" presId="urn:microsoft.com/office/officeart/2005/8/layout/hierarchy5"/>
    <dgm:cxn modelId="{F244943D-74D3-4BD4-8F66-349AFA0A2F15}" type="presParOf" srcId="{B9E7D2FD-8818-430C-88B9-DA39511DBF29}" destId="{218CE324-9555-4CB3-8B81-434B7370879A}" srcOrd="0" destOrd="0" presId="urn:microsoft.com/office/officeart/2005/8/layout/hierarchy5"/>
    <dgm:cxn modelId="{4768E52B-3089-4AC5-BAF4-E9BBD62EA848}" type="presParOf" srcId="{B9E7D2FD-8818-430C-88B9-DA39511DBF29}" destId="{921BC522-969B-4018-825C-B47E6E7151D3}" srcOrd="1" destOrd="0" presId="urn:microsoft.com/office/officeart/2005/8/layout/hierarchy5"/>
    <dgm:cxn modelId="{49939C0A-9511-41B3-B5B6-5E3061FF0822}" type="presParOf" srcId="{97DD3FB7-689E-4EAC-B605-FF179A3269F2}" destId="{602B8055-F86A-4A07-92A2-4E828496F352}" srcOrd="1" destOrd="0" presId="urn:microsoft.com/office/officeart/2005/8/layout/hierarchy5"/>
    <dgm:cxn modelId="{1C73977A-A78C-4DB6-BF94-4EA310E6B6F7}" type="presParOf" srcId="{602B8055-F86A-4A07-92A2-4E828496F352}" destId="{73D946B5-9703-4528-A8C3-7B410E180A96}" srcOrd="0" destOrd="0" presId="urn:microsoft.com/office/officeart/2005/8/layout/hierarchy5"/>
    <dgm:cxn modelId="{726034B0-F9AE-4CFB-B998-08C9B1C6BF3F}" type="presParOf" srcId="{97DD3FB7-689E-4EAC-B605-FF179A3269F2}" destId="{85D232C4-9059-488B-995A-EDBE9B1243E0}" srcOrd="2" destOrd="0" presId="urn:microsoft.com/office/officeart/2005/8/layout/hierarchy5"/>
    <dgm:cxn modelId="{48ED73B7-DC6B-4CBF-98A5-EB222EDB9DFF}" type="presParOf" srcId="{85D232C4-9059-488B-995A-EDBE9B1243E0}" destId="{D52C8B19-BC6E-4FA0-8FDC-E6A90D1C3AA2}" srcOrd="0" destOrd="0" presId="urn:microsoft.com/office/officeart/2005/8/layout/hierarchy5"/>
    <dgm:cxn modelId="{2ED504A2-279B-4BA9-84E3-FA76100A5B07}" type="presParOf" srcId="{85D232C4-9059-488B-995A-EDBE9B1243E0}" destId="{448A206F-1DB7-4167-8CCC-D98AA7E698C5}" srcOrd="1" destOrd="0" presId="urn:microsoft.com/office/officeart/2005/8/layout/hierarchy5"/>
    <dgm:cxn modelId="{77F08C94-7DE8-4E53-B282-6C054C7CC018}" type="presParOf" srcId="{97DD3FB7-689E-4EAC-B605-FF179A3269F2}" destId="{A256A7E4-F801-4EAC-882F-9D4742588D20}" srcOrd="3" destOrd="0" presId="urn:microsoft.com/office/officeart/2005/8/layout/hierarchy5"/>
    <dgm:cxn modelId="{2D80B61B-5537-4ADE-B524-C2B93079F3FC}" type="presParOf" srcId="{A256A7E4-F801-4EAC-882F-9D4742588D20}" destId="{DCD267DC-8E4C-4E58-A6D1-AD88308F093D}" srcOrd="0" destOrd="0" presId="urn:microsoft.com/office/officeart/2005/8/layout/hierarchy5"/>
    <dgm:cxn modelId="{360DFC10-F2C1-45F8-A807-46A3FEA31BC1}" type="presParOf" srcId="{97DD3FB7-689E-4EAC-B605-FF179A3269F2}" destId="{E4E9ED28-666B-4E31-AA8E-63656BD76EE3}" srcOrd="4" destOrd="0" presId="urn:microsoft.com/office/officeart/2005/8/layout/hierarchy5"/>
    <dgm:cxn modelId="{BEE17CDA-CEA0-4634-9BE2-2FFD4AC55A28}" type="presParOf" srcId="{E4E9ED28-666B-4E31-AA8E-63656BD76EE3}" destId="{28920429-44B8-4786-B0F9-4E25668246F2}" srcOrd="0" destOrd="0" presId="urn:microsoft.com/office/officeart/2005/8/layout/hierarchy5"/>
    <dgm:cxn modelId="{BE286D97-05E8-4B4F-8473-D8E2AFCC7042}" type="presParOf" srcId="{E4E9ED28-666B-4E31-AA8E-63656BD76EE3}" destId="{D31A6F66-24B0-4564-9748-9DB9D4F1E678}" srcOrd="1" destOrd="0" presId="urn:microsoft.com/office/officeart/2005/8/layout/hierarchy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920429-44B8-4786-B0F9-4E25668246F2}">
      <dsp:nvSpPr>
        <dsp:cNvPr id="0" name=""/>
        <dsp:cNvSpPr/>
      </dsp:nvSpPr>
      <dsp:spPr>
        <a:xfrm>
          <a:off x="7149924" y="0"/>
          <a:ext cx="1974567" cy="4114686"/>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ZA" sz="1600" b="1" kern="1200" dirty="0"/>
            <a:t>Active</a:t>
          </a:r>
          <a:r>
            <a:rPr lang="en-ZA" sz="1600" kern="1200" dirty="0"/>
            <a:t> Cash/Money Market Exposure</a:t>
          </a:r>
          <a:r>
            <a:rPr lang="en-ZA" sz="1600" b="1" kern="1200" dirty="0">
              <a:solidFill>
                <a:schemeClr val="accent5"/>
              </a:solidFill>
            </a:rPr>
            <a:t>(</a:t>
          </a:r>
          <a:r>
            <a:rPr lang="el-GR" sz="1600" b="1" kern="1200" dirty="0">
              <a:solidFill>
                <a:schemeClr val="accent5"/>
              </a:solidFill>
              <a:latin typeface="Arial" panose="020B0604020202020204" pitchFamily="34" charset="0"/>
              <a:cs typeface="Arial" panose="020B0604020202020204" pitchFamily="34" charset="0"/>
            </a:rPr>
            <a:t>α</a:t>
          </a:r>
          <a:r>
            <a:rPr lang="en-ZA" sz="1600" b="1" kern="1200" dirty="0">
              <a:solidFill>
                <a:schemeClr val="accent5"/>
              </a:solidFill>
              <a:latin typeface="Arial" panose="020B0604020202020204" pitchFamily="34" charset="0"/>
              <a:cs typeface="Arial" panose="020B0604020202020204" pitchFamily="34" charset="0"/>
            </a:rPr>
            <a:t>)</a:t>
          </a:r>
          <a:endParaRPr lang="en-ZA" sz="1600" b="1" kern="1200" dirty="0">
            <a:solidFill>
              <a:schemeClr val="accent5"/>
            </a:solidFill>
          </a:endParaRPr>
        </a:p>
      </dsp:txBody>
      <dsp:txXfrm>
        <a:off x="7149924" y="0"/>
        <a:ext cx="1974567" cy="1234405"/>
      </dsp:txXfrm>
    </dsp:sp>
    <dsp:sp modelId="{D52C8B19-BC6E-4FA0-8FDC-E6A90D1C3AA2}">
      <dsp:nvSpPr>
        <dsp:cNvPr id="0" name=""/>
        <dsp:cNvSpPr/>
      </dsp:nvSpPr>
      <dsp:spPr>
        <a:xfrm>
          <a:off x="4846262" y="0"/>
          <a:ext cx="1974567" cy="4114686"/>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ZA" sz="1600" b="1" kern="1200" dirty="0"/>
            <a:t>Passive</a:t>
          </a:r>
          <a:r>
            <a:rPr lang="en-ZA" sz="1600" kern="1200" dirty="0"/>
            <a:t> Equity Market Exposure</a:t>
          </a:r>
          <a:r>
            <a:rPr lang="en-ZA" sz="1600" b="1" kern="1200" dirty="0">
              <a:solidFill>
                <a:schemeClr val="accent3"/>
              </a:solidFill>
            </a:rPr>
            <a:t>(</a:t>
          </a:r>
          <a:r>
            <a:rPr lang="el-GR" sz="1600" b="1" kern="1200" dirty="0">
              <a:solidFill>
                <a:schemeClr val="accent3"/>
              </a:solidFill>
              <a:latin typeface="Arial" panose="020B0604020202020204" pitchFamily="34" charset="0"/>
              <a:cs typeface="Arial" panose="020B0604020202020204" pitchFamily="34" charset="0"/>
            </a:rPr>
            <a:t>β</a:t>
          </a:r>
          <a:r>
            <a:rPr lang="en-ZA" sz="1600" b="1" kern="1200" dirty="0">
              <a:solidFill>
                <a:schemeClr val="accent3"/>
              </a:solidFill>
            </a:rPr>
            <a:t>)</a:t>
          </a:r>
          <a:endParaRPr lang="en-ZA" sz="1800" kern="1200" dirty="0"/>
        </a:p>
      </dsp:txBody>
      <dsp:txXfrm>
        <a:off x="4846262" y="0"/>
        <a:ext cx="1974567" cy="1234405"/>
      </dsp:txXfrm>
    </dsp:sp>
    <dsp:sp modelId="{218CE324-9555-4CB3-8B81-434B7370879A}">
      <dsp:nvSpPr>
        <dsp:cNvPr id="0" name=""/>
        <dsp:cNvSpPr/>
      </dsp:nvSpPr>
      <dsp:spPr>
        <a:xfrm>
          <a:off x="2572791" y="0"/>
          <a:ext cx="1974567" cy="4114686"/>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ZA" sz="1800" kern="1200" dirty="0"/>
            <a:t>Portfolio Value</a:t>
          </a:r>
        </a:p>
      </dsp:txBody>
      <dsp:txXfrm>
        <a:off x="2572791" y="0"/>
        <a:ext cx="1974567" cy="1234405"/>
      </dsp:txXfrm>
    </dsp:sp>
    <dsp:sp modelId="{C6AD6E4B-F71B-422D-98E1-06D5B0E16E85}">
      <dsp:nvSpPr>
        <dsp:cNvPr id="0" name=""/>
        <dsp:cNvSpPr/>
      </dsp:nvSpPr>
      <dsp:spPr>
        <a:xfrm>
          <a:off x="2707148" y="2180884"/>
          <a:ext cx="1645472" cy="822736"/>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ZA" sz="1200" kern="1200" dirty="0"/>
            <a:t>R100 </a:t>
          </a:r>
        </a:p>
        <a:p>
          <a:pPr marL="0" lvl="0" indent="0" algn="ctr" defTabSz="533400">
            <a:lnSpc>
              <a:spcPct val="90000"/>
            </a:lnSpc>
            <a:spcBef>
              <a:spcPct val="0"/>
            </a:spcBef>
            <a:spcAft>
              <a:spcPct val="35000"/>
            </a:spcAft>
            <a:buNone/>
          </a:pPr>
          <a:r>
            <a:rPr lang="en-ZA" sz="1200" kern="1200" dirty="0"/>
            <a:t>Investment </a:t>
          </a:r>
        </a:p>
      </dsp:txBody>
      <dsp:txXfrm>
        <a:off x="2731245" y="2204981"/>
        <a:ext cx="1597278" cy="774542"/>
      </dsp:txXfrm>
    </dsp:sp>
    <dsp:sp modelId="{191F21A5-B85F-434C-BAD6-F781C8CF9DC1}">
      <dsp:nvSpPr>
        <dsp:cNvPr id="0" name=""/>
        <dsp:cNvSpPr/>
      </dsp:nvSpPr>
      <dsp:spPr>
        <a:xfrm>
          <a:off x="4352620" y="2574256"/>
          <a:ext cx="658189" cy="35991"/>
        </a:xfrm>
        <a:custGeom>
          <a:avLst/>
          <a:gdLst/>
          <a:ahLst/>
          <a:cxnLst/>
          <a:rect l="0" t="0" r="0" b="0"/>
          <a:pathLst>
            <a:path>
              <a:moveTo>
                <a:pt x="0" y="17995"/>
              </a:moveTo>
              <a:lnTo>
                <a:pt x="658189" y="17995"/>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33350">
            <a:lnSpc>
              <a:spcPct val="90000"/>
            </a:lnSpc>
            <a:spcBef>
              <a:spcPct val="0"/>
            </a:spcBef>
            <a:spcAft>
              <a:spcPct val="35000"/>
            </a:spcAft>
            <a:buNone/>
          </a:pPr>
          <a:endParaRPr lang="en-ZA" sz="300" kern="1200"/>
        </a:p>
      </dsp:txBody>
      <dsp:txXfrm>
        <a:off x="4665260" y="2575797"/>
        <a:ext cx="32909" cy="32909"/>
      </dsp:txXfrm>
    </dsp:sp>
    <dsp:sp modelId="{28BAD420-17BC-40DB-8344-B3CE1E3FB734}">
      <dsp:nvSpPr>
        <dsp:cNvPr id="0" name=""/>
        <dsp:cNvSpPr/>
      </dsp:nvSpPr>
      <dsp:spPr>
        <a:xfrm>
          <a:off x="5010809" y="2180884"/>
          <a:ext cx="1645472" cy="822736"/>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ZA" sz="1200" kern="1200" dirty="0"/>
            <a:t>R100 </a:t>
          </a:r>
        </a:p>
        <a:p>
          <a:pPr marL="0" lvl="0" indent="0" algn="ctr" defTabSz="533400">
            <a:lnSpc>
              <a:spcPct val="90000"/>
            </a:lnSpc>
            <a:spcBef>
              <a:spcPct val="0"/>
            </a:spcBef>
            <a:spcAft>
              <a:spcPct val="35000"/>
            </a:spcAft>
            <a:buNone/>
          </a:pPr>
          <a:r>
            <a:rPr lang="en-ZA" sz="1200" kern="1200" dirty="0"/>
            <a:t>Equity Exposure</a:t>
          </a:r>
        </a:p>
      </dsp:txBody>
      <dsp:txXfrm>
        <a:off x="5034906" y="2204981"/>
        <a:ext cx="1597278" cy="774542"/>
      </dsp:txXfrm>
    </dsp:sp>
    <dsp:sp modelId="{87C94A1B-8FDB-4419-801A-0ACEA49ADC34}">
      <dsp:nvSpPr>
        <dsp:cNvPr id="0" name=""/>
        <dsp:cNvSpPr/>
      </dsp:nvSpPr>
      <dsp:spPr>
        <a:xfrm rot="18289469">
          <a:off x="6409094" y="2101183"/>
          <a:ext cx="1152565" cy="35991"/>
        </a:xfrm>
        <a:custGeom>
          <a:avLst/>
          <a:gdLst/>
          <a:ahLst/>
          <a:cxnLst/>
          <a:rect l="0" t="0" r="0" b="0"/>
          <a:pathLst>
            <a:path>
              <a:moveTo>
                <a:pt x="0" y="17995"/>
              </a:moveTo>
              <a:lnTo>
                <a:pt x="1152565" y="1799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33350">
            <a:lnSpc>
              <a:spcPct val="90000"/>
            </a:lnSpc>
            <a:spcBef>
              <a:spcPct val="0"/>
            </a:spcBef>
            <a:spcAft>
              <a:spcPct val="35000"/>
            </a:spcAft>
            <a:buNone/>
          </a:pPr>
          <a:endParaRPr lang="en-ZA" sz="300" kern="1200"/>
        </a:p>
      </dsp:txBody>
      <dsp:txXfrm>
        <a:off x="6956562" y="2090364"/>
        <a:ext cx="57628" cy="57628"/>
      </dsp:txXfrm>
    </dsp:sp>
    <dsp:sp modelId="{E2CC727A-52FD-4A17-90EB-D998911BA67D}">
      <dsp:nvSpPr>
        <dsp:cNvPr id="0" name=""/>
        <dsp:cNvSpPr/>
      </dsp:nvSpPr>
      <dsp:spPr>
        <a:xfrm>
          <a:off x="7314471" y="1234737"/>
          <a:ext cx="1645472" cy="822736"/>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ZA" sz="1200" kern="1200" dirty="0"/>
            <a:t>R10 </a:t>
          </a:r>
        </a:p>
        <a:p>
          <a:pPr marL="0" lvl="0" indent="0" algn="ctr" defTabSz="533400">
            <a:lnSpc>
              <a:spcPct val="90000"/>
            </a:lnSpc>
            <a:spcBef>
              <a:spcPct val="0"/>
            </a:spcBef>
            <a:spcAft>
              <a:spcPct val="35000"/>
            </a:spcAft>
            <a:buNone/>
          </a:pPr>
          <a:r>
            <a:rPr lang="en-ZA" sz="1200" kern="1200" dirty="0"/>
            <a:t>Deposits</a:t>
          </a:r>
        </a:p>
      </dsp:txBody>
      <dsp:txXfrm>
        <a:off x="7338568" y="1258834"/>
        <a:ext cx="1597278" cy="774542"/>
      </dsp:txXfrm>
    </dsp:sp>
    <dsp:sp modelId="{AD518B20-D554-4032-A564-55931C15FC52}">
      <dsp:nvSpPr>
        <dsp:cNvPr id="0" name=""/>
        <dsp:cNvSpPr/>
      </dsp:nvSpPr>
      <dsp:spPr>
        <a:xfrm>
          <a:off x="6656282" y="2574256"/>
          <a:ext cx="658189" cy="35991"/>
        </a:xfrm>
        <a:custGeom>
          <a:avLst/>
          <a:gdLst/>
          <a:ahLst/>
          <a:cxnLst/>
          <a:rect l="0" t="0" r="0" b="0"/>
          <a:pathLst>
            <a:path>
              <a:moveTo>
                <a:pt x="0" y="17995"/>
              </a:moveTo>
              <a:lnTo>
                <a:pt x="658189" y="1799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33350">
            <a:lnSpc>
              <a:spcPct val="90000"/>
            </a:lnSpc>
            <a:spcBef>
              <a:spcPct val="0"/>
            </a:spcBef>
            <a:spcAft>
              <a:spcPct val="35000"/>
            </a:spcAft>
            <a:buNone/>
          </a:pPr>
          <a:endParaRPr lang="en-ZA" sz="300" kern="1200"/>
        </a:p>
      </dsp:txBody>
      <dsp:txXfrm>
        <a:off x="6968922" y="2575797"/>
        <a:ext cx="32909" cy="32909"/>
      </dsp:txXfrm>
    </dsp:sp>
    <dsp:sp modelId="{34C1354C-9641-448D-B8D5-52497D3F740B}">
      <dsp:nvSpPr>
        <dsp:cNvPr id="0" name=""/>
        <dsp:cNvSpPr/>
      </dsp:nvSpPr>
      <dsp:spPr>
        <a:xfrm>
          <a:off x="7314471" y="2180884"/>
          <a:ext cx="1645472" cy="822736"/>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ZA" sz="1200" kern="1200" dirty="0"/>
            <a:t>R30 </a:t>
          </a:r>
        </a:p>
        <a:p>
          <a:pPr marL="0" lvl="0" indent="0" algn="ctr" defTabSz="533400">
            <a:lnSpc>
              <a:spcPct val="90000"/>
            </a:lnSpc>
            <a:spcBef>
              <a:spcPct val="0"/>
            </a:spcBef>
            <a:spcAft>
              <a:spcPct val="35000"/>
            </a:spcAft>
            <a:buNone/>
          </a:pPr>
          <a:r>
            <a:rPr lang="en-ZA" sz="1200" kern="1200" dirty="0"/>
            <a:t>Credits Assets </a:t>
          </a:r>
        </a:p>
      </dsp:txBody>
      <dsp:txXfrm>
        <a:off x="7338568" y="2204981"/>
        <a:ext cx="1597278" cy="774542"/>
      </dsp:txXfrm>
    </dsp:sp>
    <dsp:sp modelId="{E49DA020-9DB3-4047-AC30-AF34A6DD591E}">
      <dsp:nvSpPr>
        <dsp:cNvPr id="0" name=""/>
        <dsp:cNvSpPr/>
      </dsp:nvSpPr>
      <dsp:spPr>
        <a:xfrm rot="3310531">
          <a:off x="6409094" y="3047329"/>
          <a:ext cx="1152565" cy="35991"/>
        </a:xfrm>
        <a:custGeom>
          <a:avLst/>
          <a:gdLst/>
          <a:ahLst/>
          <a:cxnLst/>
          <a:rect l="0" t="0" r="0" b="0"/>
          <a:pathLst>
            <a:path>
              <a:moveTo>
                <a:pt x="0" y="17995"/>
              </a:moveTo>
              <a:lnTo>
                <a:pt x="1152565" y="1799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ZA" sz="500" kern="1200"/>
        </a:p>
      </dsp:txBody>
      <dsp:txXfrm>
        <a:off x="6956562" y="3036511"/>
        <a:ext cx="57628" cy="57628"/>
      </dsp:txXfrm>
    </dsp:sp>
    <dsp:sp modelId="{9DC69432-BB91-478D-9C45-4B5977F240A5}">
      <dsp:nvSpPr>
        <dsp:cNvPr id="0" name=""/>
        <dsp:cNvSpPr/>
      </dsp:nvSpPr>
      <dsp:spPr>
        <a:xfrm>
          <a:off x="7314471" y="3127030"/>
          <a:ext cx="1645472" cy="822736"/>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ZA" sz="1200" kern="1200" dirty="0"/>
            <a:t>R60</a:t>
          </a:r>
          <a:br>
            <a:rPr lang="en-ZA" sz="1200" kern="1200" dirty="0"/>
          </a:br>
          <a:r>
            <a:rPr lang="en-ZA" sz="1200" kern="1200" dirty="0"/>
            <a:t>Term Assets</a:t>
          </a:r>
        </a:p>
      </dsp:txBody>
      <dsp:txXfrm>
        <a:off x="7338568" y="3151127"/>
        <a:ext cx="1597278" cy="77454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5">
  <dgm:title val=""/>
  <dgm:desc val=""/>
  <dgm:catLst>
    <dgm:cat type="hierarchy" pri="6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resOf/>
    <dgm:shape xmlns:r="http://schemas.openxmlformats.org/officeDocument/2006/relationships" r:blip="">
      <dgm:adjLst/>
    </dgm:shape>
    <dgm:choose name="Name0">
      <dgm:if name="Name1" axis="ch" ptType="node" func="cnt" op="gte" val="2">
        <dgm:choose name="Name2">
          <dgm:if name="Name3" func="var" arg="dir" op="equ" val="norm">
            <dgm:constrLst>
              <dgm:constr type="l" for="ch" forName="hierFlow"/>
              <dgm:constr type="t" for="ch" forName="hierFlow" refType="h" fact="0.3"/>
              <dgm:constr type="r" for="ch" forName="hierFlow" refType="w" fact="0.98"/>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if>
          <dgm:else name="Name4">
            <dgm:constrLst>
              <dgm:constr type="l" for="ch" forName="hierFlow" refType="w" fact="0.02"/>
              <dgm:constr type="t" for="ch" forName="hierFlow" refType="h" fact="0.3"/>
              <dgm:constr type="r" for="ch" forName="hierFlow" refType="w"/>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ruleLst/>
    <dgm:layoutNode name="hierFlow">
      <dgm:choose name="Name6">
        <dgm:if name="Name7" func="var" arg="dir" op="equ" val="norm">
          <dgm:alg type="lin">
            <dgm:param type="linDir" val="fromL"/>
            <dgm:param type="nodeVertAlign" val="mid"/>
            <dgm:param type="vertAlign" val="mid"/>
            <dgm:param type="nodeHorzAlign" val="l"/>
            <dgm:param type="horzAlign" val="l"/>
            <dgm:param type="fallback" val="2D"/>
          </dgm:alg>
        </dgm:if>
        <dgm:else name="Name8">
          <dgm:alg type="lin">
            <dgm:param type="linDir" val="fromR"/>
            <dgm:param type="nodeVertAlign" val="mid"/>
            <dgm:param type="vertAlign" val="mid"/>
            <dgm:param type="nodeHorzAlign" val="r"/>
            <dgm:param type="horzAlign" val="r"/>
            <dgm:param type="fallback" val="2D"/>
          </dgm:alg>
        </dgm:else>
      </dgm:choose>
      <dgm:shape xmlns:r="http://schemas.openxmlformats.org/officeDocument/2006/relationships" r:blip="">
        <dgm:adjLst/>
      </dgm:shape>
      <dgm:presOf/>
      <dgm:constrLst>
        <dgm:constr type="primFontSz" for="des" ptType="node" op="equ" val="65"/>
        <dgm:constr type="primFontSz" for="des" forName="connTx" op="equ" val="55"/>
        <dgm:constr type="primFontSz" for="des" forName="connTx" refType="primFontSz" refFor="des" refPtType="node" op="lte" fact="0.8"/>
      </dgm:constrLst>
      <dgm:ruleLst/>
      <dgm:choose name="Name9">
        <dgm:if name="Name10" axis="ch" ptType="node" func="cnt" op="gte" val="2">
          <dgm:layoutNode name="firstBuf">
            <dgm:alg type="sp"/>
            <dgm:shape xmlns:r="http://schemas.openxmlformats.org/officeDocument/2006/relationships" r:blip="">
              <dgm:adjLst/>
            </dgm:shape>
            <dgm:presOf/>
            <dgm:constrLst/>
            <dgm:ruleLst/>
          </dgm:layoutNode>
        </dgm:if>
        <dgm:else name="Name11"/>
      </dgm:choose>
      <dgm:layoutNode name="hierChild1">
        <dgm:varLst>
          <dgm:chPref val="1"/>
          <dgm:animOne val="branch"/>
          <dgm:animLvl val="lvl"/>
        </dgm:varLst>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constrLst/>
        <dgm:ruleLst/>
        <dgm:forEach name="Name15" axis="ch" cnt="3">
          <dgm:forEach name="Name16" axis="self" ptType="node">
            <dgm:layoutNode name="Name17">
              <dgm:choose name="Name18">
                <dgm:if name="Name19" func="var" arg="dir" op="equ" val="norm">
                  <dgm:alg type="hierRoot">
                    <dgm:param type="hierAlign" val="lCtrCh"/>
                  </dgm:alg>
                </dgm:if>
                <dgm:else name="Name20">
                  <dgm:alg type="hierRoot">
                    <dgm:param type="hierAlign" val="rCtrCh"/>
                  </dgm:alg>
                </dgm:else>
              </dgm:choose>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2">
                <dgm:choose name="Name21">
                  <dgm:if name="Name22" func="var" arg="dir" op="equ" val="norm">
                    <dgm:alg type="hierChild">
                      <dgm:param type="linDir" val="fromT"/>
                      <dgm:param type="chAlign" val="l"/>
                    </dgm:alg>
                  </dgm:if>
                  <dgm:else name="Name23">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24" axis="self" ptType="parTrans" cnt="1">
                    <dgm:layoutNode name="Name25">
                      <dgm:choose name="Name26">
                        <dgm:if name="Name27" func="var" arg="dir" op="equ" val="norm">
                          <dgm:alg type="conn">
                            <dgm:param type="dim" val="1D"/>
                            <dgm:param type="begPts" val="midR"/>
                            <dgm:param type="endPts" val="midL"/>
                            <dgm:param type="endSty" val="noArr"/>
                          </dgm:alg>
                        </dgm:if>
                        <dgm:else name="Name28">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29" axis="self" ptType="node">
                    <dgm:layoutNode name="Name30">
                      <dgm:choose name="Name31">
                        <dgm:if name="Name32" func="var" arg="dir" op="equ" val="norm">
                          <dgm:alg type="hierRoot">
                            <dgm:param type="hierAlign" val="lCtrCh"/>
                          </dgm:alg>
                        </dgm:if>
                        <dgm:else name="Name33">
                          <dgm:alg type="hierRoot">
                            <dgm:param type="hierAlign" val="rCtrCh"/>
                          </dgm:alg>
                        </dgm:else>
                      </dgm:choose>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3">
                        <dgm:choose name="Name34">
                          <dgm:if name="Name35" func="var" arg="dir" op="equ" val="norm">
                            <dgm:alg type="hierChild">
                              <dgm:param type="linDir" val="fromT"/>
                              <dgm:param type="chAlign" val="l"/>
                            </dgm:alg>
                          </dgm:if>
                          <dgm:else name="Name36">
                            <dgm:alg type="hierChild">
                              <dgm:param type="linDir" val="fromT"/>
                              <dgm:param type="chAlign" val="r"/>
                            </dgm:alg>
                          </dgm:else>
                        </dgm:choose>
                        <dgm:shape xmlns:r="http://schemas.openxmlformats.org/officeDocument/2006/relationships" r:blip="">
                          <dgm:adjLst/>
                        </dgm:shape>
                        <dgm:presOf/>
                        <dgm:constrLst/>
                        <dgm:ruleLst/>
                        <dgm:forEach name="Name37" ref="repeat"/>
                      </dgm:layoutNode>
                    </dgm:layoutNode>
                  </dgm:forEach>
                </dgm:forEach>
              </dgm:layoutNode>
            </dgm:layoutNode>
          </dgm:forEach>
        </dgm:forEach>
      </dgm:layoutNode>
    </dgm:layoutNode>
    <dgm:layoutNode name="bgShapesFlow">
      <dgm:choose name="Name38">
        <dgm:if name="Name39" func="var" arg="dir" op="equ" val="norm">
          <dgm:alg type="lin">
            <dgm:param type="linDir" val="fromL"/>
            <dgm:param type="nodeVertAlign" val="mid"/>
            <dgm:param type="vertAlign" val="mid"/>
            <dgm:param type="nodeHorzAlign" val="l"/>
            <dgm:param type="horzAlign" val="l"/>
          </dgm:alg>
        </dgm:if>
        <dgm:else name="Name40">
          <dgm:alg type="lin">
            <dgm:param type="linDir" val="fromR"/>
            <dgm:param type="nodeVertAlign" val="mid"/>
            <dgm:param type="vertAlign" val="mid"/>
            <dgm:param type="nodeHorzAlign" val="r"/>
            <dgm:param type="horzAlign" val="r"/>
          </dgm:alg>
        </dgm:else>
      </dgm:choose>
      <dgm:shape xmlns:r="http://schemas.openxmlformats.org/officeDocument/2006/relationships" r:blip="">
        <dgm:adjLst/>
      </dgm:shape>
      <dgm:presOf/>
      <dgm:constrLst>
        <dgm:constr type="w" for="ch" forName="rectComp" refType="w"/>
        <dgm:constr type="h" for="ch" forName="rectComp" refType="h"/>
        <dgm:constr type="h" for="des" forName="bgRect" refType="h"/>
        <dgm:constr type="primFontSz" for="des" forName="bgRectTx" op="equ" val="65"/>
      </dgm:constrLst>
      <dgm:ruleLst/>
      <dgm:forEach name="Name41" axis="ch" ptType="node" st="2">
        <dgm:layoutNode name="rectComp">
          <dgm:alg type="composite"/>
          <dgm:shape xmlns:r="http://schemas.openxmlformats.org/officeDocument/2006/relationships" r:blip="">
            <dgm:adjLst/>
          </dgm:shape>
          <dgm:presOf/>
          <dgm:constrLst>
            <dgm:constr type="userA"/>
            <dgm:constr type="l" for="ch" forName="bgRect"/>
            <dgm:constr type="t" for="ch" forName="bgRect"/>
            <dgm:constr type="w" for="ch" forName="bgRect" refType="userA" fact="1.2"/>
            <dgm:constr type="l" for="ch" forName="bgRectTx"/>
            <dgm:constr type="t" for="ch" forName="bgRectTx"/>
            <dgm:constr type="h" for="ch" forName="bgRectTx" refType="h" refFor="ch" refForName="bgRect" fact="0.3"/>
            <dgm:constr type="w" for="ch" forName="bgRectTx" refType="w" refFor="ch" refForName="bgRect" op="equ"/>
          </dgm:constrLst>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shape xmlns:r="http://schemas.openxmlformats.org/officeDocument/2006/relationships" type="rect" r:blip="" zOrderOff="-999" hideGeom="1">
              <dgm:adjLst/>
            </dgm:shape>
            <dgm:presOf axis="desOrSelf" ptType="node"/>
            <dgm:constrLst/>
            <dgm:ruleLst>
              <dgm:rule type="primFontSz" val="5" fact="NaN" max="NaN"/>
            </dgm:ruleLst>
          </dgm:layoutNode>
        </dgm:layoutNode>
        <dgm:choose name="Name42">
          <dgm:if name="Name43" axis="self" ptType="node" func="revPos" op="gte" val="2">
            <dgm:layoutNode name="spComp">
              <dgm:alg type="composite"/>
              <dgm:shape xmlns:r="http://schemas.openxmlformats.org/officeDocument/2006/relationships" r:blip="">
                <dgm:adjLst/>
              </dgm:shape>
              <dgm:presOf/>
              <dgm:constrLst>
                <dgm:constr type="userA"/>
                <dgm:constr type="userB"/>
                <dgm:constr type="l" for="ch" forName="hSp"/>
                <dgm:constr type="t" for="ch" forName="hSp"/>
                <dgm:constr type="w" for="ch" forName="hSp" refType="userB"/>
                <dgm:constr type="wOff" for="ch" forName="hSp" refType="userA" fact="-0.2"/>
              </dgm:constrLst>
              <dgm:ruleLst/>
              <dgm:layoutNode name="hSp">
                <dgm:alg type="sp"/>
                <dgm:shape xmlns:r="http://schemas.openxmlformats.org/officeDocument/2006/relationships" r:blip="">
                  <dgm:adjLst/>
                </dgm:shape>
                <dgm:presOf/>
                <dgm:constrLst/>
                <dgm:ruleLst/>
              </dgm:layoutNode>
            </dgm:layoutNode>
          </dgm:if>
          <dgm:else name="Name44"/>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0.05987</cdr:x>
      <cdr:y>0.03512</cdr:y>
    </cdr:from>
    <cdr:to>
      <cdr:x>0.16499</cdr:x>
      <cdr:y>0.97855</cdr:y>
    </cdr:to>
    <cdr:sp macro="" textlink="">
      <cdr:nvSpPr>
        <cdr:cNvPr id="2" name="Rectangle 1">
          <a:extLst xmlns:a="http://schemas.openxmlformats.org/drawingml/2006/main">
            <a:ext uri="{FF2B5EF4-FFF2-40B4-BE49-F238E27FC236}">
              <a16:creationId xmlns:a16="http://schemas.microsoft.com/office/drawing/2014/main" id="{AEE7E040-1DCB-882D-20D7-EC30476DCB76}"/>
            </a:ext>
          </a:extLst>
        </cdr:cNvPr>
        <cdr:cNvSpPr/>
      </cdr:nvSpPr>
      <cdr:spPr>
        <a:xfrm xmlns:a="http://schemas.openxmlformats.org/drawingml/2006/main">
          <a:off x="673940" y="131951"/>
          <a:ext cx="1183340" cy="3544884"/>
        </a:xfrm>
        <a:prstGeom xmlns:a="http://schemas.openxmlformats.org/drawingml/2006/main" prst="rect">
          <a:avLst/>
        </a:prstGeom>
        <a:noFill xmlns:a="http://schemas.openxmlformats.org/drawingml/2006/main"/>
        <a:ln xmlns:a="http://schemas.openxmlformats.org/drawingml/2006/main" w="28575">
          <a:prstDash val="dash"/>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US"/>
        </a:p>
      </cdr:txBody>
    </cdr:sp>
  </cdr:relSizeAnchor>
  <cdr:relSizeAnchor xmlns:cdr="http://schemas.openxmlformats.org/drawingml/2006/chartDrawing">
    <cdr:from>
      <cdr:x>0.26427</cdr:x>
      <cdr:y>0.03512</cdr:y>
    </cdr:from>
    <cdr:to>
      <cdr:x>0.77899</cdr:x>
      <cdr:y>0.97855</cdr:y>
    </cdr:to>
    <cdr:sp macro="" textlink="">
      <cdr:nvSpPr>
        <cdr:cNvPr id="4" name="Rectangle 3">
          <a:extLst xmlns:a="http://schemas.openxmlformats.org/drawingml/2006/main">
            <a:ext uri="{FF2B5EF4-FFF2-40B4-BE49-F238E27FC236}">
              <a16:creationId xmlns:a16="http://schemas.microsoft.com/office/drawing/2014/main" id="{7352B697-4766-E574-DC5A-F3954CC0CC7F}"/>
            </a:ext>
          </a:extLst>
        </cdr:cNvPr>
        <cdr:cNvSpPr/>
      </cdr:nvSpPr>
      <cdr:spPr>
        <a:xfrm xmlns:a="http://schemas.openxmlformats.org/drawingml/2006/main">
          <a:off x="2974881" y="131951"/>
          <a:ext cx="5794187" cy="3544884"/>
        </a:xfrm>
        <a:prstGeom xmlns:a="http://schemas.openxmlformats.org/drawingml/2006/main" prst="rect">
          <a:avLst/>
        </a:prstGeom>
        <a:noFill xmlns:a="http://schemas.openxmlformats.org/drawingml/2006/main"/>
        <a:ln xmlns:a="http://schemas.openxmlformats.org/drawingml/2006/main" w="28575">
          <a:solidFill>
            <a:schemeClr val="accent5"/>
          </a:solidFill>
          <a:prstDash val="dash"/>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endParaRPr lang="en-US"/>
        </a:p>
      </cdr:txBody>
    </cdr:sp>
  </cdr:relSizeAnchor>
  <cdr:relSizeAnchor xmlns:cdr="http://schemas.openxmlformats.org/drawingml/2006/chartDrawing">
    <cdr:from>
      <cdr:x>0.09172</cdr:x>
      <cdr:y>0.03482</cdr:y>
    </cdr:from>
    <cdr:to>
      <cdr:x>0.13225</cdr:x>
      <cdr:y>0.24582</cdr:y>
    </cdr:to>
    <cdr:sp macro="" textlink="">
      <cdr:nvSpPr>
        <cdr:cNvPr id="6" name="TextBox 5">
          <a:extLst xmlns:a="http://schemas.openxmlformats.org/drawingml/2006/main">
            <a:ext uri="{FF2B5EF4-FFF2-40B4-BE49-F238E27FC236}">
              <a16:creationId xmlns:a16="http://schemas.microsoft.com/office/drawing/2014/main" id="{F944CD71-62C9-0112-9A31-B35654C27F15}"/>
            </a:ext>
          </a:extLst>
        </cdr:cNvPr>
        <cdr:cNvSpPr txBox="1"/>
      </cdr:nvSpPr>
      <cdr:spPr>
        <a:xfrm xmlns:a="http://schemas.openxmlformats.org/drawingml/2006/main">
          <a:off x="1032528" y="130829"/>
          <a:ext cx="456162" cy="792811"/>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l-GR" sz="3600" dirty="0">
              <a:solidFill>
                <a:schemeClr val="accent1"/>
              </a:solidFill>
            </a:rPr>
            <a:t>β</a:t>
          </a:r>
          <a:endParaRPr lang="en-ZA" sz="1100" dirty="0">
            <a:solidFill>
              <a:schemeClr val="accent1"/>
            </a:solidFill>
          </a:endParaRPr>
        </a:p>
      </cdr:txBody>
    </cdr:sp>
  </cdr:relSizeAnchor>
  <cdr:relSizeAnchor xmlns:cdr="http://schemas.openxmlformats.org/drawingml/2006/chartDrawing">
    <cdr:from>
      <cdr:x>0.50894</cdr:x>
      <cdr:y>0.03272</cdr:y>
    </cdr:from>
    <cdr:to>
      <cdr:x>0.54946</cdr:x>
      <cdr:y>0.24372</cdr:y>
    </cdr:to>
    <cdr:sp macro="" textlink="">
      <cdr:nvSpPr>
        <cdr:cNvPr id="7" name="TextBox 1">
          <a:extLst xmlns:a="http://schemas.openxmlformats.org/drawingml/2006/main">
            <a:ext uri="{FF2B5EF4-FFF2-40B4-BE49-F238E27FC236}">
              <a16:creationId xmlns:a16="http://schemas.microsoft.com/office/drawing/2014/main" id="{66B4DC32-E476-2A94-64A2-BA1A028A1CEB}"/>
            </a:ext>
          </a:extLst>
        </cdr:cNvPr>
        <cdr:cNvSpPr txBox="1"/>
      </cdr:nvSpPr>
      <cdr:spPr>
        <a:xfrm xmlns:a="http://schemas.openxmlformats.org/drawingml/2006/main">
          <a:off x="5729063" y="122952"/>
          <a:ext cx="456162" cy="792811"/>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l-GR" sz="3600" dirty="0">
              <a:solidFill>
                <a:schemeClr val="accent5"/>
              </a:solidFill>
            </a:rPr>
            <a:t>α</a:t>
          </a:r>
          <a:endParaRPr lang="en-ZA" sz="1100" dirty="0">
            <a:solidFill>
              <a:schemeClr val="accent5"/>
            </a:solidFill>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5B30BB36-B1E5-F645-9601-350DB4631BAA}" type="datetimeFigureOut">
              <a:rPr lang="en-US" smtClean="0"/>
              <a:t>2/24/2026</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DB8B0A79-314D-F245-8EDD-1A80599ACBCB}" type="slidenum">
              <a:rPr lang="en-US" smtClean="0"/>
              <a:t>‹#›</a:t>
            </a:fld>
            <a:endParaRPr lang="en-US"/>
          </a:p>
        </p:txBody>
      </p:sp>
    </p:spTree>
    <p:extLst>
      <p:ext uri="{BB962C8B-B14F-4D97-AF65-F5344CB8AC3E}">
        <p14:creationId xmlns:p14="http://schemas.microsoft.com/office/powerpoint/2010/main" val="4191933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7AACB-1F07-DD05-CA60-DD9E639DCF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0B5E07-46DC-C33B-1D2C-58B1A68D5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788D96-FDDD-CD45-5F15-7E8E982643E3}"/>
              </a:ext>
            </a:extLst>
          </p:cNvPr>
          <p:cNvSpPr>
            <a:spLocks noGrp="1"/>
          </p:cNvSpPr>
          <p:nvPr>
            <p:ph type="body" idx="1"/>
          </p:nvPr>
        </p:nvSpPr>
        <p:spPr/>
        <p:txBody>
          <a:bodyPr/>
          <a:lstStyle/>
          <a:p>
            <a:r>
              <a:rPr lang="en-US" dirty="0"/>
              <a:t>Highlight asset diversity across capabilities and products.</a:t>
            </a:r>
          </a:p>
          <a:p>
            <a:r>
              <a:rPr lang="en-US" dirty="0"/>
              <a:t>Traditionally known as fixed interest manager.</a:t>
            </a:r>
          </a:p>
          <a:p>
            <a:r>
              <a:rPr lang="en-US" dirty="0"/>
              <a:t>Ambitious growth aspirations in the equity, multi-asset and global space as we believe we have an edge there through the skillful application of our 3 core skills of </a:t>
            </a:r>
            <a:r>
              <a:rPr lang="en-ZA" dirty="0"/>
              <a:t>asset allocation, yield generation and risk/derivative management</a:t>
            </a:r>
            <a:r>
              <a:rPr lang="en-US" dirty="0"/>
              <a:t>  </a:t>
            </a:r>
          </a:p>
          <a:p>
            <a:r>
              <a:rPr lang="en-US" dirty="0"/>
              <a:t>Approximately even split between Institutional and Retail investors – client base well diversified.</a:t>
            </a:r>
            <a:endParaRPr lang="en-ZA" dirty="0"/>
          </a:p>
          <a:p>
            <a:endParaRPr lang="en-ZA" dirty="0"/>
          </a:p>
        </p:txBody>
      </p:sp>
      <p:sp>
        <p:nvSpPr>
          <p:cNvPr id="4" name="Slide Number Placeholder 3">
            <a:extLst>
              <a:ext uri="{FF2B5EF4-FFF2-40B4-BE49-F238E27FC236}">
                <a16:creationId xmlns:a16="http://schemas.microsoft.com/office/drawing/2014/main" id="{FBB2135B-F119-44D1-4ABA-7428A7B72F88}"/>
              </a:ext>
            </a:extLst>
          </p:cNvPr>
          <p:cNvSpPr>
            <a:spLocks noGrp="1"/>
          </p:cNvSpPr>
          <p:nvPr>
            <p:ph type="sldNum" sz="quarter" idx="5"/>
          </p:nvPr>
        </p:nvSpPr>
        <p:spPr/>
        <p:txBody>
          <a:bodyPr/>
          <a:lstStyle/>
          <a:p>
            <a:fld id="{DB8B0A79-314D-F245-8EDD-1A80599ACBCB}" type="slidenum">
              <a:rPr lang="en-US" smtClean="0"/>
              <a:t>1</a:t>
            </a:fld>
            <a:endParaRPr lang="en-US"/>
          </a:p>
        </p:txBody>
      </p:sp>
    </p:spTree>
    <p:extLst>
      <p:ext uri="{BB962C8B-B14F-4D97-AF65-F5344CB8AC3E}">
        <p14:creationId xmlns:p14="http://schemas.microsoft.com/office/powerpoint/2010/main" val="24198343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DB8B0A79-314D-F245-8EDD-1A80599ACBCB}" type="slidenum">
              <a:rPr lang="en-US" smtClean="0"/>
              <a:t>2</a:t>
            </a:fld>
            <a:endParaRPr lang="en-US"/>
          </a:p>
        </p:txBody>
      </p:sp>
    </p:spTree>
    <p:extLst>
      <p:ext uri="{BB962C8B-B14F-4D97-AF65-F5344CB8AC3E}">
        <p14:creationId xmlns:p14="http://schemas.microsoft.com/office/powerpoint/2010/main" val="23099437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400BD-3EC8-F2AC-03B9-9171022EA6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A93935-DBB7-1844-1FC1-052B205A2949}"/>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78DEDDD0-9652-0A8F-8252-8AEC2DE6695D}"/>
              </a:ext>
            </a:extLst>
          </p:cNvPr>
          <p:cNvSpPr>
            <a:spLocks noGrp="1"/>
          </p:cNvSpPr>
          <p:nvPr>
            <p:ph type="body" idx="1"/>
          </p:nvPr>
        </p:nvSpPr>
        <p:spPr/>
        <p:txBody>
          <a:bodyPr/>
          <a:lstStyle/>
          <a:p>
            <a:endParaRPr lang="en-ZA" dirty="0"/>
          </a:p>
        </p:txBody>
      </p:sp>
      <p:sp>
        <p:nvSpPr>
          <p:cNvPr id="4" name="Slide Number Placeholder 3">
            <a:extLst>
              <a:ext uri="{FF2B5EF4-FFF2-40B4-BE49-F238E27FC236}">
                <a16:creationId xmlns:a16="http://schemas.microsoft.com/office/drawing/2014/main" id="{6207A746-724D-BE96-F738-AC00257CA258}"/>
              </a:ext>
            </a:extLst>
          </p:cNvPr>
          <p:cNvSpPr>
            <a:spLocks noGrp="1"/>
          </p:cNvSpPr>
          <p:nvPr>
            <p:ph type="sldNum" sz="quarter" idx="5"/>
          </p:nvPr>
        </p:nvSpPr>
        <p:spPr/>
        <p:txBody>
          <a:bodyPr/>
          <a:lstStyle/>
          <a:p>
            <a:fld id="{DB8B0A79-314D-F245-8EDD-1A80599ACBCB}" type="slidenum">
              <a:rPr lang="en-US" smtClean="0"/>
              <a:t>3</a:t>
            </a:fld>
            <a:endParaRPr lang="en-US"/>
          </a:p>
        </p:txBody>
      </p:sp>
    </p:spTree>
    <p:extLst>
      <p:ext uri="{BB962C8B-B14F-4D97-AF65-F5344CB8AC3E}">
        <p14:creationId xmlns:p14="http://schemas.microsoft.com/office/powerpoint/2010/main" val="1517795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DB8B0A79-314D-F245-8EDD-1A80599ACBCB}" type="slidenum">
              <a:rPr lang="en-US" smtClean="0"/>
              <a:t>7</a:t>
            </a:fld>
            <a:endParaRPr lang="en-US"/>
          </a:p>
        </p:txBody>
      </p:sp>
    </p:spTree>
    <p:extLst>
      <p:ext uri="{BB962C8B-B14F-4D97-AF65-F5344CB8AC3E}">
        <p14:creationId xmlns:p14="http://schemas.microsoft.com/office/powerpoint/2010/main" val="27536724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DB8B0A79-314D-F245-8EDD-1A80599ACBCB}" type="slidenum">
              <a:rPr lang="en-US" smtClean="0"/>
              <a:t>8</a:t>
            </a:fld>
            <a:endParaRPr lang="en-US"/>
          </a:p>
        </p:txBody>
      </p:sp>
    </p:spTree>
    <p:extLst>
      <p:ext uri="{BB962C8B-B14F-4D97-AF65-F5344CB8AC3E}">
        <p14:creationId xmlns:p14="http://schemas.microsoft.com/office/powerpoint/2010/main" val="22441493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3" Type="http://schemas.openxmlformats.org/officeDocument/2006/relationships/hyperlink" Target="http://www.prescient.co.z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www.prescient.co.za/" TargetMode="External"/><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ark_Cover_Option_1_v1">
    <p:bg>
      <p:bgPr>
        <a:solidFill>
          <a:schemeClr val="tx1"/>
        </a:solidFill>
        <a:effectLst/>
      </p:bgPr>
    </p:bg>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DB777B83-A1E5-1722-E0C7-E76A26BB77F7}"/>
              </a:ext>
            </a:extLst>
          </p:cNvPr>
          <p:cNvSpPr>
            <a:spLocks noGrp="1"/>
          </p:cNvSpPr>
          <p:nvPr>
            <p:ph type="pic" sz="quarter" idx="10"/>
          </p:nvPr>
        </p:nvSpPr>
        <p:spPr>
          <a:xfrm>
            <a:off x="3220610" y="229495"/>
            <a:ext cx="8750574" cy="5483554"/>
          </a:xfrm>
          <a:custGeom>
            <a:avLst/>
            <a:gdLst>
              <a:gd name="connsiteX0" fmla="*/ 0 w 10000"/>
              <a:gd name="connsiteY0" fmla="*/ 2000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2000 h 10000"/>
              <a:gd name="connsiteX0" fmla="*/ 578 w 10000"/>
              <a:gd name="connsiteY0" fmla="*/ 4055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578 w 10000"/>
              <a:gd name="connsiteY5" fmla="*/ 4055 h 10000"/>
              <a:gd name="connsiteX0" fmla="*/ 110 w 10000"/>
              <a:gd name="connsiteY0" fmla="*/ 3016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110 w 10000"/>
              <a:gd name="connsiteY5" fmla="*/ 3016 h 10000"/>
              <a:gd name="connsiteX0" fmla="*/ 69 w 10000"/>
              <a:gd name="connsiteY0" fmla="*/ 2865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69 w 10000"/>
              <a:gd name="connsiteY5" fmla="*/ 2865 h 10000"/>
              <a:gd name="connsiteX0" fmla="*/ 69 w 10000"/>
              <a:gd name="connsiteY0" fmla="*/ 2865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69 w 10000"/>
              <a:gd name="connsiteY5" fmla="*/ 2865 h 10000"/>
              <a:gd name="connsiteX0" fmla="*/ 69 w 10000"/>
              <a:gd name="connsiteY0" fmla="*/ 2865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69 w 10000"/>
              <a:gd name="connsiteY5" fmla="*/ 2865 h 10000"/>
              <a:gd name="connsiteX0" fmla="*/ 69 w 10000"/>
              <a:gd name="connsiteY0" fmla="*/ 2865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69 w 10000"/>
              <a:gd name="connsiteY5" fmla="*/ 2865 h 10000"/>
              <a:gd name="connsiteX0" fmla="*/ 41 w 10000"/>
              <a:gd name="connsiteY0" fmla="*/ 2865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41 w 10000"/>
              <a:gd name="connsiteY5" fmla="*/ 2865 h 10000"/>
              <a:gd name="connsiteX0" fmla="*/ 41 w 10000"/>
              <a:gd name="connsiteY0" fmla="*/ 2865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41 w 10000"/>
              <a:gd name="connsiteY5" fmla="*/ 2865 h 10000"/>
              <a:gd name="connsiteX0" fmla="*/ 13 w 10000"/>
              <a:gd name="connsiteY0" fmla="*/ 2887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13 w 10000"/>
              <a:gd name="connsiteY5" fmla="*/ 2887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13" y="2887"/>
                </a:moveTo>
                <a:lnTo>
                  <a:pt x="2000" y="0"/>
                </a:lnTo>
                <a:lnTo>
                  <a:pt x="10000" y="0"/>
                </a:lnTo>
                <a:lnTo>
                  <a:pt x="10000" y="10000"/>
                </a:lnTo>
                <a:lnTo>
                  <a:pt x="0" y="10000"/>
                </a:lnTo>
                <a:cubicBezTo>
                  <a:pt x="28" y="7996"/>
                  <a:pt x="12" y="5085"/>
                  <a:pt x="13" y="2887"/>
                </a:cubicBezTo>
                <a:close/>
              </a:path>
            </a:pathLst>
          </a:custGeom>
          <a:solidFill>
            <a:schemeClr val="bg1">
              <a:lumMod val="85000"/>
            </a:schemeClr>
          </a:solidFill>
        </p:spPr>
        <p:txBody>
          <a:bodyPr>
            <a:normAutofit/>
          </a:bodyPr>
          <a:lstStyle>
            <a:lvl1pPr marL="0" indent="0" algn="r">
              <a:buNone/>
              <a:defRPr sz="1000">
                <a:latin typeface="Arial" panose="020B0604020202020204" pitchFamily="34" charset="0"/>
                <a:cs typeface="Arial" panose="020B0604020202020204" pitchFamily="34" charset="0"/>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C4336C34-D5B8-B7A7-BB1A-A16A49712066}"/>
              </a:ext>
            </a:extLst>
          </p:cNvPr>
          <p:cNvPicPr>
            <a:picLocks noChangeAspect="1"/>
          </p:cNvPicPr>
          <p:nvPr userDrawn="1"/>
        </p:nvPicPr>
        <p:blipFill>
          <a:blip r:embed="rId2"/>
          <a:stretch>
            <a:fillRect/>
          </a:stretch>
        </p:blipFill>
        <p:spPr>
          <a:xfrm>
            <a:off x="520255" y="5999662"/>
            <a:ext cx="1642258" cy="519165"/>
          </a:xfrm>
          <a:prstGeom prst="rect">
            <a:avLst/>
          </a:prstGeom>
        </p:spPr>
      </p:pic>
      <p:sp>
        <p:nvSpPr>
          <p:cNvPr id="9" name="Right Triangle 8">
            <a:extLst>
              <a:ext uri="{FF2B5EF4-FFF2-40B4-BE49-F238E27FC236}">
                <a16:creationId xmlns:a16="http://schemas.microsoft.com/office/drawing/2014/main" id="{1FF0FA95-1EEC-1E21-C1D5-5C59BA8E7021}"/>
              </a:ext>
            </a:extLst>
          </p:cNvPr>
          <p:cNvSpPr/>
          <p:nvPr userDrawn="1"/>
        </p:nvSpPr>
        <p:spPr>
          <a:xfrm rot="5400000">
            <a:off x="3118981" y="125260"/>
            <a:ext cx="1803748" cy="180374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12" name="Text Placeholder 5">
            <a:extLst>
              <a:ext uri="{FF2B5EF4-FFF2-40B4-BE49-F238E27FC236}">
                <a16:creationId xmlns:a16="http://schemas.microsoft.com/office/drawing/2014/main" id="{2F5ED23D-2102-6DF8-65E4-F206093A703A}"/>
              </a:ext>
            </a:extLst>
          </p:cNvPr>
          <p:cNvSpPr>
            <a:spLocks noGrp="1"/>
          </p:cNvSpPr>
          <p:nvPr>
            <p:ph type="body" sz="quarter" idx="11"/>
          </p:nvPr>
        </p:nvSpPr>
        <p:spPr>
          <a:xfrm>
            <a:off x="520256" y="2542017"/>
            <a:ext cx="5324732" cy="633168"/>
          </a:xfrm>
          <a:solidFill>
            <a:schemeClr val="accent2"/>
          </a:solidFill>
        </p:spPr>
        <p:txBody>
          <a:bodyPr wrap="square" tIns="108000" bIns="36000" anchor="ctr" anchorCtr="0">
            <a:spAutoFit/>
          </a:bodyPr>
          <a:lstStyle>
            <a:lvl1pPr marL="0" indent="0">
              <a:buNone/>
              <a:defRPr sz="3500" b="0" i="0" cap="all" baseline="0">
                <a:solidFill>
                  <a:schemeClr val="bg1"/>
                </a:solidFill>
                <a:latin typeface="+mn-lt"/>
                <a:ea typeface="Red Hat Display Light" panose="02010303040201060303" pitchFamily="2" charset="0"/>
                <a:cs typeface="Arial" panose="020B0604020202020204" pitchFamily="34" charset="0"/>
              </a:defRPr>
            </a:lvl1pPr>
          </a:lstStyle>
          <a:p>
            <a:pPr lvl="0"/>
            <a:r>
              <a:rPr lang="en-US"/>
              <a:t>Click to edit Master text styles</a:t>
            </a:r>
          </a:p>
        </p:txBody>
      </p:sp>
      <p:sp>
        <p:nvSpPr>
          <p:cNvPr id="13" name="Text Placeholder 5">
            <a:extLst>
              <a:ext uri="{FF2B5EF4-FFF2-40B4-BE49-F238E27FC236}">
                <a16:creationId xmlns:a16="http://schemas.microsoft.com/office/drawing/2014/main" id="{7DE04D96-5866-FA6D-7B49-5AC1E606A6C5}"/>
              </a:ext>
            </a:extLst>
          </p:cNvPr>
          <p:cNvSpPr>
            <a:spLocks noGrp="1"/>
          </p:cNvSpPr>
          <p:nvPr>
            <p:ph type="body" sz="quarter" idx="12"/>
          </p:nvPr>
        </p:nvSpPr>
        <p:spPr>
          <a:xfrm>
            <a:off x="520255" y="3276167"/>
            <a:ext cx="5324733" cy="633168"/>
          </a:xfrm>
          <a:solidFill>
            <a:schemeClr val="accent2"/>
          </a:solidFill>
        </p:spPr>
        <p:txBody>
          <a:bodyPr wrap="square" tIns="108000" bIns="36000" anchor="ctr" anchorCtr="0">
            <a:spAutoFit/>
          </a:bodyPr>
          <a:lstStyle>
            <a:lvl1pPr marL="0" indent="0">
              <a:buNone/>
              <a:defRPr sz="3500" b="0" i="0" cap="all" baseline="0">
                <a:solidFill>
                  <a:schemeClr val="bg1"/>
                </a:solidFill>
                <a:latin typeface="+mn-lt"/>
                <a:ea typeface="Red Hat Display Light" panose="02010303040201060303" pitchFamily="2" charset="0"/>
                <a:cs typeface="Arial" panose="020B0604020202020204" pitchFamily="34" charset="0"/>
              </a:defRPr>
            </a:lvl1pPr>
          </a:lstStyle>
          <a:p>
            <a:pPr lvl="0"/>
            <a:r>
              <a:rPr lang="en-US"/>
              <a:t>Click to edit Master text styles</a:t>
            </a:r>
          </a:p>
        </p:txBody>
      </p:sp>
      <p:sp>
        <p:nvSpPr>
          <p:cNvPr id="14" name="Text Placeholder 11">
            <a:extLst>
              <a:ext uri="{FF2B5EF4-FFF2-40B4-BE49-F238E27FC236}">
                <a16:creationId xmlns:a16="http://schemas.microsoft.com/office/drawing/2014/main" id="{8B5CA822-6F68-D0EB-17AA-A889D9CD7F97}"/>
              </a:ext>
            </a:extLst>
          </p:cNvPr>
          <p:cNvSpPr>
            <a:spLocks noGrp="1"/>
          </p:cNvSpPr>
          <p:nvPr>
            <p:ph type="body" sz="quarter" idx="13"/>
          </p:nvPr>
        </p:nvSpPr>
        <p:spPr>
          <a:xfrm>
            <a:off x="520256" y="4063206"/>
            <a:ext cx="4498929" cy="390171"/>
          </a:xfrm>
        </p:spPr>
        <p:txBody>
          <a:bodyPr lIns="0" tIns="0" rIns="0" bIns="0">
            <a:spAutoFit/>
          </a:bodyPr>
          <a:lstStyle>
            <a:lvl1pPr marL="0" indent="0">
              <a:buNone/>
              <a:defRPr>
                <a:solidFill>
                  <a:schemeClr val="bg1"/>
                </a:solidFill>
                <a:latin typeface="+mn-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A102BCC2-439A-2752-F83F-2FAC8C127998}"/>
              </a:ext>
            </a:extLst>
          </p:cNvPr>
          <p:cNvSpPr>
            <a:spLocks noGrp="1"/>
          </p:cNvSpPr>
          <p:nvPr>
            <p:ph type="body" sz="quarter" idx="14" hasCustomPrompt="1"/>
          </p:nvPr>
        </p:nvSpPr>
        <p:spPr>
          <a:xfrm>
            <a:off x="6629356" y="6115076"/>
            <a:ext cx="2195804" cy="167225"/>
          </a:xfrm>
        </p:spPr>
        <p:txBody>
          <a:bodyPr wrap="square" lIns="0" tIns="0" rIns="0" bIns="0">
            <a:spAutoFit/>
          </a:bodyPr>
          <a:lstStyle>
            <a:lvl1pPr marL="0" indent="0">
              <a:buNone/>
              <a:defRPr sz="1200" b="1" i="0">
                <a:solidFill>
                  <a:schemeClr val="bg1"/>
                </a:solidFill>
                <a:latin typeface="+mn-lt"/>
                <a:ea typeface="Red Hat Display SemiBold" panose="02010303040201060303" pitchFamily="2" charset="0"/>
                <a:cs typeface="Arial" panose="020B0604020202020204" pitchFamily="34" charset="0"/>
              </a:defRPr>
            </a:lvl1pPr>
          </a:lstStyle>
          <a:p>
            <a:pPr lvl="0"/>
            <a:r>
              <a:rPr lang="en-US" dirty="0"/>
              <a:t>Name Surname</a:t>
            </a:r>
          </a:p>
        </p:txBody>
      </p:sp>
      <p:sp>
        <p:nvSpPr>
          <p:cNvPr id="16" name="Text Placeholder 11">
            <a:extLst>
              <a:ext uri="{FF2B5EF4-FFF2-40B4-BE49-F238E27FC236}">
                <a16:creationId xmlns:a16="http://schemas.microsoft.com/office/drawing/2014/main" id="{56312011-B750-6F9F-E724-541B513829F3}"/>
              </a:ext>
            </a:extLst>
          </p:cNvPr>
          <p:cNvSpPr>
            <a:spLocks noGrp="1"/>
          </p:cNvSpPr>
          <p:nvPr>
            <p:ph type="body" sz="quarter" idx="15" hasCustomPrompt="1"/>
          </p:nvPr>
        </p:nvSpPr>
        <p:spPr>
          <a:xfrm>
            <a:off x="6623006" y="6300432"/>
            <a:ext cx="2195804" cy="167225"/>
          </a:xfrm>
        </p:spPr>
        <p:txBody>
          <a:bodyPr wrap="square" lIns="0" tIns="0" rIns="0" bIns="0">
            <a:spAutoFit/>
          </a:bodyPr>
          <a:lstStyle>
            <a:lvl1pPr marL="0" indent="0">
              <a:buNone/>
              <a:defRPr sz="1200" b="0" i="0">
                <a:solidFill>
                  <a:schemeClr val="bg1"/>
                </a:solidFill>
                <a:latin typeface="+mn-lt"/>
                <a:ea typeface="Red Hat Display" panose="02010303040201060303" pitchFamily="2" charset="0"/>
                <a:cs typeface="Arial" panose="020B0604020202020204" pitchFamily="34" charset="0"/>
              </a:defRPr>
            </a:lvl1pPr>
          </a:lstStyle>
          <a:p>
            <a:pPr lvl="0"/>
            <a:r>
              <a:rPr lang="en-US" dirty="0"/>
              <a:t>Title</a:t>
            </a:r>
          </a:p>
        </p:txBody>
      </p:sp>
      <p:sp>
        <p:nvSpPr>
          <p:cNvPr id="17" name="Text Placeholder 11">
            <a:extLst>
              <a:ext uri="{FF2B5EF4-FFF2-40B4-BE49-F238E27FC236}">
                <a16:creationId xmlns:a16="http://schemas.microsoft.com/office/drawing/2014/main" id="{86669252-AB04-1A0A-DBD6-73EB3C4C621A}"/>
              </a:ext>
            </a:extLst>
          </p:cNvPr>
          <p:cNvSpPr>
            <a:spLocks noGrp="1"/>
          </p:cNvSpPr>
          <p:nvPr>
            <p:ph type="body" sz="quarter" idx="16" hasCustomPrompt="1"/>
          </p:nvPr>
        </p:nvSpPr>
        <p:spPr>
          <a:xfrm>
            <a:off x="10258789" y="6300432"/>
            <a:ext cx="1280162" cy="167225"/>
          </a:xfrm>
        </p:spPr>
        <p:txBody>
          <a:bodyPr wrap="square" lIns="0" tIns="0" rIns="0" bIns="0">
            <a:spAutoFit/>
          </a:bodyPr>
          <a:lstStyle>
            <a:lvl1pPr marL="0" indent="0">
              <a:buNone/>
              <a:defRPr sz="1200" b="0" i="0">
                <a:solidFill>
                  <a:schemeClr val="bg1"/>
                </a:solidFill>
                <a:latin typeface="+mn-lt"/>
                <a:ea typeface="Red Hat Display" panose="02010303040201060303" pitchFamily="2" charset="0"/>
                <a:cs typeface="Arial" panose="020B0604020202020204" pitchFamily="34" charset="0"/>
              </a:defRPr>
            </a:lvl1pPr>
          </a:lstStyle>
          <a:p>
            <a:pPr lvl="0"/>
            <a:r>
              <a:rPr lang="en-US" dirty="0"/>
              <a:t>Date</a:t>
            </a:r>
          </a:p>
        </p:txBody>
      </p:sp>
    </p:spTree>
    <p:extLst>
      <p:ext uri="{BB962C8B-B14F-4D97-AF65-F5344CB8AC3E}">
        <p14:creationId xmlns:p14="http://schemas.microsoft.com/office/powerpoint/2010/main" val="2115534545"/>
      </p:ext>
    </p:extLst>
  </p:cSld>
  <p:clrMapOvr>
    <a:masterClrMapping/>
  </p:clrMapOvr>
  <p:transition spd="slow">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ight_Cover_Option_1_v1">
    <p:bg>
      <p:bgPr>
        <a:solidFill>
          <a:schemeClr val="bg1"/>
        </a:solidFill>
        <a:effectLst/>
      </p:bgPr>
    </p:bg>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22ADC895-F91C-F3F6-BA3F-24640F2BDDE0}"/>
              </a:ext>
            </a:extLst>
          </p:cNvPr>
          <p:cNvSpPr>
            <a:spLocks noGrp="1"/>
          </p:cNvSpPr>
          <p:nvPr>
            <p:ph type="pic" sz="quarter" idx="10"/>
          </p:nvPr>
        </p:nvSpPr>
        <p:spPr>
          <a:xfrm>
            <a:off x="3220610" y="229495"/>
            <a:ext cx="8750574" cy="5483554"/>
          </a:xfrm>
          <a:custGeom>
            <a:avLst/>
            <a:gdLst>
              <a:gd name="connsiteX0" fmla="*/ 0 w 10000"/>
              <a:gd name="connsiteY0" fmla="*/ 2000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2000 h 10000"/>
              <a:gd name="connsiteX0" fmla="*/ 578 w 10000"/>
              <a:gd name="connsiteY0" fmla="*/ 4055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578 w 10000"/>
              <a:gd name="connsiteY5" fmla="*/ 4055 h 10000"/>
              <a:gd name="connsiteX0" fmla="*/ 110 w 10000"/>
              <a:gd name="connsiteY0" fmla="*/ 3016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110 w 10000"/>
              <a:gd name="connsiteY5" fmla="*/ 3016 h 10000"/>
              <a:gd name="connsiteX0" fmla="*/ 69 w 10000"/>
              <a:gd name="connsiteY0" fmla="*/ 2865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69 w 10000"/>
              <a:gd name="connsiteY5" fmla="*/ 2865 h 10000"/>
              <a:gd name="connsiteX0" fmla="*/ 69 w 10000"/>
              <a:gd name="connsiteY0" fmla="*/ 2865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69 w 10000"/>
              <a:gd name="connsiteY5" fmla="*/ 2865 h 10000"/>
              <a:gd name="connsiteX0" fmla="*/ 69 w 10000"/>
              <a:gd name="connsiteY0" fmla="*/ 2865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69 w 10000"/>
              <a:gd name="connsiteY5" fmla="*/ 2865 h 10000"/>
              <a:gd name="connsiteX0" fmla="*/ 69 w 10000"/>
              <a:gd name="connsiteY0" fmla="*/ 2865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69 w 10000"/>
              <a:gd name="connsiteY5" fmla="*/ 2865 h 10000"/>
              <a:gd name="connsiteX0" fmla="*/ 41 w 10000"/>
              <a:gd name="connsiteY0" fmla="*/ 2865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41 w 10000"/>
              <a:gd name="connsiteY5" fmla="*/ 2865 h 10000"/>
              <a:gd name="connsiteX0" fmla="*/ 41 w 10000"/>
              <a:gd name="connsiteY0" fmla="*/ 2865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41 w 10000"/>
              <a:gd name="connsiteY5" fmla="*/ 2865 h 10000"/>
              <a:gd name="connsiteX0" fmla="*/ 13 w 10000"/>
              <a:gd name="connsiteY0" fmla="*/ 2887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13 w 10000"/>
              <a:gd name="connsiteY5" fmla="*/ 2887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13" y="2887"/>
                </a:moveTo>
                <a:lnTo>
                  <a:pt x="2000" y="0"/>
                </a:lnTo>
                <a:lnTo>
                  <a:pt x="10000" y="0"/>
                </a:lnTo>
                <a:lnTo>
                  <a:pt x="10000" y="10000"/>
                </a:lnTo>
                <a:lnTo>
                  <a:pt x="0" y="10000"/>
                </a:lnTo>
                <a:cubicBezTo>
                  <a:pt x="28" y="7996"/>
                  <a:pt x="12" y="5085"/>
                  <a:pt x="13" y="2887"/>
                </a:cubicBezTo>
                <a:close/>
              </a:path>
            </a:pathLst>
          </a:custGeom>
          <a:solidFill>
            <a:schemeClr val="bg1">
              <a:lumMod val="85000"/>
            </a:schemeClr>
          </a:solidFill>
        </p:spPr>
        <p:txBody>
          <a:bodyPr>
            <a:normAutofit/>
          </a:bodyPr>
          <a:lstStyle>
            <a:lvl1pPr marL="0" indent="0" algn="r">
              <a:buNone/>
              <a:defRPr sz="10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9" name="Right Triangle 8">
            <a:extLst>
              <a:ext uri="{FF2B5EF4-FFF2-40B4-BE49-F238E27FC236}">
                <a16:creationId xmlns:a16="http://schemas.microsoft.com/office/drawing/2014/main" id="{1FF0FA95-1EEC-1E21-C1D5-5C59BA8E7021}"/>
              </a:ext>
            </a:extLst>
          </p:cNvPr>
          <p:cNvSpPr/>
          <p:nvPr userDrawn="1"/>
        </p:nvSpPr>
        <p:spPr>
          <a:xfrm rot="5400000">
            <a:off x="3118981" y="125260"/>
            <a:ext cx="1803748" cy="1803748"/>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12" name="Text Placeholder 5">
            <a:extLst>
              <a:ext uri="{FF2B5EF4-FFF2-40B4-BE49-F238E27FC236}">
                <a16:creationId xmlns:a16="http://schemas.microsoft.com/office/drawing/2014/main" id="{2F5ED23D-2102-6DF8-65E4-F206093A703A}"/>
              </a:ext>
            </a:extLst>
          </p:cNvPr>
          <p:cNvSpPr>
            <a:spLocks noGrp="1"/>
          </p:cNvSpPr>
          <p:nvPr>
            <p:ph type="body" sz="quarter" idx="11"/>
          </p:nvPr>
        </p:nvSpPr>
        <p:spPr>
          <a:xfrm>
            <a:off x="520256" y="2542017"/>
            <a:ext cx="5324732" cy="633168"/>
          </a:xfrm>
          <a:solidFill>
            <a:schemeClr val="accent2"/>
          </a:solidFill>
        </p:spPr>
        <p:txBody>
          <a:bodyPr wrap="square" tIns="108000" bIns="36000" anchor="ctr" anchorCtr="0">
            <a:spAutoFit/>
          </a:bodyPr>
          <a:lstStyle>
            <a:lvl1pPr marL="0" indent="0">
              <a:buNone/>
              <a:defRPr sz="3500" b="0" i="0" cap="all" baseline="0">
                <a:solidFill>
                  <a:schemeClr val="bg1"/>
                </a:solidFill>
                <a:latin typeface="+mn-lt"/>
                <a:ea typeface="Red Hat Display Light" panose="02010303040201060303" pitchFamily="2" charset="0"/>
                <a:cs typeface="Arial" panose="020B0604020202020204" pitchFamily="34" charset="0"/>
              </a:defRPr>
            </a:lvl1pPr>
          </a:lstStyle>
          <a:p>
            <a:pPr lvl="0"/>
            <a:r>
              <a:rPr lang="en-US"/>
              <a:t>Click to edit Master text styles</a:t>
            </a:r>
          </a:p>
        </p:txBody>
      </p:sp>
      <p:sp>
        <p:nvSpPr>
          <p:cNvPr id="13" name="Text Placeholder 5">
            <a:extLst>
              <a:ext uri="{FF2B5EF4-FFF2-40B4-BE49-F238E27FC236}">
                <a16:creationId xmlns:a16="http://schemas.microsoft.com/office/drawing/2014/main" id="{7DE04D96-5866-FA6D-7B49-5AC1E606A6C5}"/>
              </a:ext>
            </a:extLst>
          </p:cNvPr>
          <p:cNvSpPr>
            <a:spLocks noGrp="1"/>
          </p:cNvSpPr>
          <p:nvPr>
            <p:ph type="body" sz="quarter" idx="12"/>
          </p:nvPr>
        </p:nvSpPr>
        <p:spPr>
          <a:xfrm>
            <a:off x="520255" y="3276167"/>
            <a:ext cx="5324733" cy="633168"/>
          </a:xfrm>
          <a:solidFill>
            <a:schemeClr val="accent2"/>
          </a:solidFill>
        </p:spPr>
        <p:txBody>
          <a:bodyPr wrap="square" tIns="108000" bIns="36000" anchor="ctr" anchorCtr="0">
            <a:spAutoFit/>
          </a:bodyPr>
          <a:lstStyle>
            <a:lvl1pPr marL="0" indent="0">
              <a:buNone/>
              <a:defRPr sz="3500" b="0" i="0" cap="all" baseline="0">
                <a:solidFill>
                  <a:schemeClr val="bg1"/>
                </a:solidFill>
                <a:latin typeface="+mn-lt"/>
                <a:ea typeface="Red Hat Display Light" panose="02010303040201060303" pitchFamily="2" charset="0"/>
                <a:cs typeface="Arial" panose="020B0604020202020204" pitchFamily="34" charset="0"/>
              </a:defRPr>
            </a:lvl1pPr>
          </a:lstStyle>
          <a:p>
            <a:pPr lvl="0"/>
            <a:r>
              <a:rPr lang="en-US"/>
              <a:t>Click to edit Master text styles</a:t>
            </a:r>
          </a:p>
        </p:txBody>
      </p:sp>
      <p:sp>
        <p:nvSpPr>
          <p:cNvPr id="14" name="Text Placeholder 11">
            <a:extLst>
              <a:ext uri="{FF2B5EF4-FFF2-40B4-BE49-F238E27FC236}">
                <a16:creationId xmlns:a16="http://schemas.microsoft.com/office/drawing/2014/main" id="{8B5CA822-6F68-D0EB-17AA-A889D9CD7F97}"/>
              </a:ext>
            </a:extLst>
          </p:cNvPr>
          <p:cNvSpPr>
            <a:spLocks noGrp="1"/>
          </p:cNvSpPr>
          <p:nvPr>
            <p:ph type="body" sz="quarter" idx="13"/>
          </p:nvPr>
        </p:nvSpPr>
        <p:spPr>
          <a:xfrm>
            <a:off x="520256" y="4063206"/>
            <a:ext cx="4498929" cy="390171"/>
          </a:xfrm>
        </p:spPr>
        <p:txBody>
          <a:bodyPr lIns="0" tIns="0" rIns="0" bIns="0">
            <a:spAutoFit/>
          </a:bodyPr>
          <a:lstStyle>
            <a:lvl1pPr marL="0" indent="0">
              <a:buNone/>
              <a:defRPr>
                <a:solidFill>
                  <a:schemeClr val="tx1"/>
                </a:solidFill>
                <a:latin typeface="+mn-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A102BCC2-439A-2752-F83F-2FAC8C127998}"/>
              </a:ext>
            </a:extLst>
          </p:cNvPr>
          <p:cNvSpPr>
            <a:spLocks noGrp="1"/>
          </p:cNvSpPr>
          <p:nvPr>
            <p:ph type="body" sz="quarter" idx="14" hasCustomPrompt="1"/>
          </p:nvPr>
        </p:nvSpPr>
        <p:spPr>
          <a:xfrm>
            <a:off x="6629356" y="6115076"/>
            <a:ext cx="2195804" cy="167225"/>
          </a:xfrm>
        </p:spPr>
        <p:txBody>
          <a:bodyPr wrap="square" lIns="0" tIns="0" rIns="0" bIns="0">
            <a:spAutoFit/>
          </a:bodyPr>
          <a:lstStyle>
            <a:lvl1pPr marL="0" indent="0">
              <a:buNone/>
              <a:defRPr sz="1200" b="1" i="0">
                <a:solidFill>
                  <a:schemeClr val="tx1"/>
                </a:solidFill>
                <a:latin typeface="+mn-lt"/>
                <a:ea typeface="Red Hat Display SemiBold" panose="02010303040201060303" pitchFamily="2" charset="0"/>
                <a:cs typeface="Arial" panose="020B0604020202020204" pitchFamily="34" charset="0"/>
              </a:defRPr>
            </a:lvl1pPr>
          </a:lstStyle>
          <a:p>
            <a:pPr lvl="0"/>
            <a:r>
              <a:rPr lang="en-US" dirty="0"/>
              <a:t>Name Surname</a:t>
            </a:r>
          </a:p>
        </p:txBody>
      </p:sp>
      <p:sp>
        <p:nvSpPr>
          <p:cNvPr id="16" name="Text Placeholder 11">
            <a:extLst>
              <a:ext uri="{FF2B5EF4-FFF2-40B4-BE49-F238E27FC236}">
                <a16:creationId xmlns:a16="http://schemas.microsoft.com/office/drawing/2014/main" id="{56312011-B750-6F9F-E724-541B513829F3}"/>
              </a:ext>
            </a:extLst>
          </p:cNvPr>
          <p:cNvSpPr>
            <a:spLocks noGrp="1"/>
          </p:cNvSpPr>
          <p:nvPr>
            <p:ph type="body" sz="quarter" idx="15" hasCustomPrompt="1"/>
          </p:nvPr>
        </p:nvSpPr>
        <p:spPr>
          <a:xfrm>
            <a:off x="6623006" y="6300432"/>
            <a:ext cx="2195804" cy="167225"/>
          </a:xfrm>
        </p:spPr>
        <p:txBody>
          <a:bodyPr wrap="square" lIns="0" tIns="0" rIns="0" bIns="0">
            <a:spAutoFit/>
          </a:bodyPr>
          <a:lstStyle>
            <a:lvl1pPr marL="0" indent="0">
              <a:buNone/>
              <a:defRPr sz="1200" b="0" i="0">
                <a:solidFill>
                  <a:schemeClr val="tx1"/>
                </a:solidFill>
                <a:latin typeface="+mn-lt"/>
                <a:ea typeface="Red Hat Display" panose="02010303040201060303" pitchFamily="2" charset="0"/>
                <a:cs typeface="Arial" panose="020B0604020202020204" pitchFamily="34" charset="0"/>
              </a:defRPr>
            </a:lvl1pPr>
          </a:lstStyle>
          <a:p>
            <a:pPr lvl="0"/>
            <a:r>
              <a:rPr lang="en-US" dirty="0"/>
              <a:t>Title</a:t>
            </a:r>
          </a:p>
        </p:txBody>
      </p:sp>
      <p:sp>
        <p:nvSpPr>
          <p:cNvPr id="17" name="Text Placeholder 11">
            <a:extLst>
              <a:ext uri="{FF2B5EF4-FFF2-40B4-BE49-F238E27FC236}">
                <a16:creationId xmlns:a16="http://schemas.microsoft.com/office/drawing/2014/main" id="{86669252-AB04-1A0A-DBD6-73EB3C4C621A}"/>
              </a:ext>
            </a:extLst>
          </p:cNvPr>
          <p:cNvSpPr>
            <a:spLocks noGrp="1"/>
          </p:cNvSpPr>
          <p:nvPr>
            <p:ph type="body" sz="quarter" idx="16" hasCustomPrompt="1"/>
          </p:nvPr>
        </p:nvSpPr>
        <p:spPr>
          <a:xfrm>
            <a:off x="10258789" y="6300432"/>
            <a:ext cx="1280162" cy="167225"/>
          </a:xfrm>
        </p:spPr>
        <p:txBody>
          <a:bodyPr wrap="square" lIns="0" tIns="0" rIns="0" bIns="0">
            <a:spAutoFit/>
          </a:bodyPr>
          <a:lstStyle>
            <a:lvl1pPr marL="0" indent="0">
              <a:buNone/>
              <a:defRPr sz="1200" b="0" i="0">
                <a:solidFill>
                  <a:schemeClr val="tx1"/>
                </a:solidFill>
                <a:latin typeface="+mn-lt"/>
                <a:ea typeface="Red Hat Display" panose="02010303040201060303" pitchFamily="2" charset="0"/>
                <a:cs typeface="Arial" panose="020B0604020202020204" pitchFamily="34" charset="0"/>
              </a:defRPr>
            </a:lvl1pPr>
          </a:lstStyle>
          <a:p>
            <a:pPr lvl="0"/>
            <a:r>
              <a:rPr lang="en-US" dirty="0"/>
              <a:t>Date</a:t>
            </a:r>
          </a:p>
        </p:txBody>
      </p:sp>
      <p:pic>
        <p:nvPicPr>
          <p:cNvPr id="4" name="Graphic 3">
            <a:extLst>
              <a:ext uri="{FF2B5EF4-FFF2-40B4-BE49-F238E27FC236}">
                <a16:creationId xmlns:a16="http://schemas.microsoft.com/office/drawing/2014/main" id="{AC49E7EA-B885-993E-50B9-E9C9DFC5B8F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20256" y="6026296"/>
            <a:ext cx="1642254" cy="511645"/>
          </a:xfrm>
          <a:prstGeom prst="rect">
            <a:avLst/>
          </a:prstGeom>
        </p:spPr>
      </p:pic>
    </p:spTree>
    <p:extLst>
      <p:ext uri="{BB962C8B-B14F-4D97-AF65-F5344CB8AC3E}">
        <p14:creationId xmlns:p14="http://schemas.microsoft.com/office/powerpoint/2010/main" val="1954044339"/>
      </p:ext>
    </p:extLst>
  </p:cSld>
  <p:clrMapOvr>
    <a:masterClrMapping/>
  </p:clrMapOvr>
  <p:transition spd="slow">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Dark_Cover_Option_2_v3">
    <p:bg>
      <p:bgPr>
        <a:solidFill>
          <a:schemeClr val="tx1"/>
        </a:solidFill>
        <a:effectLst/>
      </p:bgPr>
    </p:bg>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619A95E7-9C22-4E0C-49D9-9B32E313AD37}"/>
              </a:ext>
            </a:extLst>
          </p:cNvPr>
          <p:cNvSpPr>
            <a:spLocks noGrp="1"/>
          </p:cNvSpPr>
          <p:nvPr>
            <p:ph type="pic" sz="quarter" idx="18"/>
          </p:nvPr>
        </p:nvSpPr>
        <p:spPr>
          <a:xfrm>
            <a:off x="256329" y="1512061"/>
            <a:ext cx="7432990" cy="5120128"/>
          </a:xfrm>
          <a:solidFill>
            <a:schemeClr val="bg1">
              <a:lumMod val="85000"/>
            </a:schemeClr>
          </a:solidFill>
        </p:spPr>
        <p:txBody>
          <a:bodyPr>
            <a:normAutofit/>
          </a:bodyPr>
          <a:lstStyle>
            <a:lvl1pPr marL="0" indent="0">
              <a:buNone/>
              <a:defRPr sz="10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3" name="Picture Placeholder 10">
            <a:extLst>
              <a:ext uri="{FF2B5EF4-FFF2-40B4-BE49-F238E27FC236}">
                <a16:creationId xmlns:a16="http://schemas.microsoft.com/office/drawing/2014/main" id="{F8A726FA-F8D3-B63E-D4CA-795994C6F465}"/>
              </a:ext>
            </a:extLst>
          </p:cNvPr>
          <p:cNvSpPr>
            <a:spLocks noGrp="1"/>
          </p:cNvSpPr>
          <p:nvPr>
            <p:ph type="pic" sz="quarter" idx="20"/>
          </p:nvPr>
        </p:nvSpPr>
        <p:spPr>
          <a:xfrm flipH="1">
            <a:off x="6364655" y="5405174"/>
            <a:ext cx="1475392" cy="1256506"/>
          </a:xfrm>
          <a:prstGeom prst="rtTriangle">
            <a:avLst/>
          </a:prstGeom>
          <a:solidFill>
            <a:schemeClr val="accent1"/>
          </a:solidFill>
        </p:spPr>
        <p:txBody>
          <a:bodyPr/>
          <a:lstStyle>
            <a:lvl1pPr marL="0" indent="0">
              <a:buNone/>
              <a:defRPr>
                <a:solidFill>
                  <a:schemeClr val="tx1">
                    <a:alpha val="0"/>
                  </a:schemeClr>
                </a:solidFill>
              </a:defRPr>
            </a:lvl1pPr>
          </a:lstStyle>
          <a:p>
            <a:r>
              <a:rPr lang="en-US"/>
              <a:t>Click icon to add picture</a:t>
            </a:r>
            <a:endParaRPr lang="en-US" dirty="0"/>
          </a:p>
        </p:txBody>
      </p:sp>
      <p:sp>
        <p:nvSpPr>
          <p:cNvPr id="4" name="Text Placeholder 11">
            <a:extLst>
              <a:ext uri="{FF2B5EF4-FFF2-40B4-BE49-F238E27FC236}">
                <a16:creationId xmlns:a16="http://schemas.microsoft.com/office/drawing/2014/main" id="{060A78F9-F5EF-4423-7699-32FD45D814DE}"/>
              </a:ext>
            </a:extLst>
          </p:cNvPr>
          <p:cNvSpPr>
            <a:spLocks noGrp="1"/>
          </p:cNvSpPr>
          <p:nvPr>
            <p:ph type="body" sz="quarter" idx="17" hasCustomPrompt="1"/>
          </p:nvPr>
        </p:nvSpPr>
        <p:spPr>
          <a:xfrm>
            <a:off x="7948658" y="4615525"/>
            <a:ext cx="2195804" cy="390171"/>
          </a:xfrm>
        </p:spPr>
        <p:txBody>
          <a:bodyPr wrap="square" lIns="0" tIns="0" rIns="0" bIns="0">
            <a:spAutoFit/>
          </a:bodyPr>
          <a:lstStyle>
            <a:lvl1pPr marL="0" indent="0">
              <a:buNone/>
              <a:defRPr sz="2800" b="0" i="0">
                <a:solidFill>
                  <a:schemeClr val="bg1"/>
                </a:solidFill>
                <a:latin typeface="+mn-lt"/>
                <a:ea typeface="Red Hat Display" panose="02010303040201060303" pitchFamily="2" charset="0"/>
                <a:cs typeface="Arial" panose="020B0604020202020204" pitchFamily="34" charset="0"/>
              </a:defRPr>
            </a:lvl1pPr>
          </a:lstStyle>
          <a:p>
            <a:pPr lvl="0"/>
            <a:r>
              <a:rPr lang="en-US" dirty="0"/>
              <a:t>text</a:t>
            </a:r>
          </a:p>
        </p:txBody>
      </p:sp>
      <p:sp>
        <p:nvSpPr>
          <p:cNvPr id="5" name="Text Placeholder 11">
            <a:extLst>
              <a:ext uri="{FF2B5EF4-FFF2-40B4-BE49-F238E27FC236}">
                <a16:creationId xmlns:a16="http://schemas.microsoft.com/office/drawing/2014/main" id="{6A09C19A-2FBE-C2A0-3B12-EA288AC76BFE}"/>
              </a:ext>
            </a:extLst>
          </p:cNvPr>
          <p:cNvSpPr>
            <a:spLocks noGrp="1"/>
          </p:cNvSpPr>
          <p:nvPr>
            <p:ph type="body" sz="quarter" idx="14" hasCustomPrompt="1"/>
          </p:nvPr>
        </p:nvSpPr>
        <p:spPr>
          <a:xfrm>
            <a:off x="7948658" y="1502354"/>
            <a:ext cx="2195804" cy="167225"/>
          </a:xfrm>
        </p:spPr>
        <p:txBody>
          <a:bodyPr wrap="square" lIns="0" tIns="0" rIns="0" bIns="0">
            <a:spAutoFit/>
          </a:bodyPr>
          <a:lstStyle>
            <a:lvl1pPr marL="0" indent="0">
              <a:buNone/>
              <a:defRPr sz="1200" b="1" i="0">
                <a:solidFill>
                  <a:schemeClr val="bg1"/>
                </a:solidFill>
                <a:latin typeface="+mn-lt"/>
                <a:ea typeface="Red Hat Display SemiBold" panose="02010303040201060303" pitchFamily="2" charset="0"/>
                <a:cs typeface="Arial" panose="020B0604020202020204" pitchFamily="34" charset="0"/>
              </a:defRPr>
            </a:lvl1pPr>
          </a:lstStyle>
          <a:p>
            <a:pPr lvl="0"/>
            <a:r>
              <a:rPr lang="en-US" dirty="0"/>
              <a:t>Name Surname</a:t>
            </a:r>
          </a:p>
        </p:txBody>
      </p:sp>
      <p:sp>
        <p:nvSpPr>
          <p:cNvPr id="6" name="Text Placeholder 11">
            <a:extLst>
              <a:ext uri="{FF2B5EF4-FFF2-40B4-BE49-F238E27FC236}">
                <a16:creationId xmlns:a16="http://schemas.microsoft.com/office/drawing/2014/main" id="{E831A609-0D1B-D331-FF5E-38161BBE3D37}"/>
              </a:ext>
            </a:extLst>
          </p:cNvPr>
          <p:cNvSpPr>
            <a:spLocks noGrp="1"/>
          </p:cNvSpPr>
          <p:nvPr>
            <p:ph type="body" sz="quarter" idx="15" hasCustomPrompt="1"/>
          </p:nvPr>
        </p:nvSpPr>
        <p:spPr>
          <a:xfrm>
            <a:off x="7948658" y="1742090"/>
            <a:ext cx="2195804" cy="167225"/>
          </a:xfrm>
        </p:spPr>
        <p:txBody>
          <a:bodyPr wrap="square" lIns="0" tIns="0" rIns="0" bIns="0">
            <a:spAutoFit/>
          </a:bodyPr>
          <a:lstStyle>
            <a:lvl1pPr marL="0" indent="0">
              <a:buNone/>
              <a:defRPr sz="1200" b="0" i="0">
                <a:solidFill>
                  <a:schemeClr val="bg1"/>
                </a:solidFill>
                <a:latin typeface="+mn-lt"/>
                <a:ea typeface="Red Hat Display" panose="02010303040201060303" pitchFamily="2" charset="0"/>
                <a:cs typeface="Arial" panose="020B0604020202020204" pitchFamily="34" charset="0"/>
              </a:defRPr>
            </a:lvl1pPr>
          </a:lstStyle>
          <a:p>
            <a:pPr lvl="0"/>
            <a:r>
              <a:rPr lang="en-US" dirty="0"/>
              <a:t>Title</a:t>
            </a:r>
          </a:p>
        </p:txBody>
      </p:sp>
      <p:sp>
        <p:nvSpPr>
          <p:cNvPr id="10" name="Text Placeholder 11">
            <a:extLst>
              <a:ext uri="{FF2B5EF4-FFF2-40B4-BE49-F238E27FC236}">
                <a16:creationId xmlns:a16="http://schemas.microsoft.com/office/drawing/2014/main" id="{2DB0FFD9-1BFE-D243-2E7F-5F488CD1C90D}"/>
              </a:ext>
            </a:extLst>
          </p:cNvPr>
          <p:cNvSpPr>
            <a:spLocks noGrp="1"/>
          </p:cNvSpPr>
          <p:nvPr>
            <p:ph type="body" sz="quarter" idx="16" hasCustomPrompt="1"/>
          </p:nvPr>
        </p:nvSpPr>
        <p:spPr>
          <a:xfrm>
            <a:off x="7948658" y="2159757"/>
            <a:ext cx="1280162" cy="167225"/>
          </a:xfrm>
        </p:spPr>
        <p:txBody>
          <a:bodyPr wrap="square" lIns="0" tIns="0" rIns="0" bIns="0">
            <a:spAutoFit/>
          </a:bodyPr>
          <a:lstStyle>
            <a:lvl1pPr marL="0" indent="0">
              <a:buNone/>
              <a:defRPr sz="1200" b="0" i="0">
                <a:solidFill>
                  <a:schemeClr val="bg1"/>
                </a:solidFill>
                <a:latin typeface="+mn-lt"/>
                <a:ea typeface="Red Hat Display" panose="02010303040201060303" pitchFamily="2" charset="0"/>
                <a:cs typeface="Arial" panose="020B0604020202020204" pitchFamily="34" charset="0"/>
              </a:defRPr>
            </a:lvl1pPr>
          </a:lstStyle>
          <a:p>
            <a:pPr lvl="0"/>
            <a:r>
              <a:rPr lang="en-US" dirty="0"/>
              <a:t>Date</a:t>
            </a:r>
          </a:p>
        </p:txBody>
      </p:sp>
      <p:sp>
        <p:nvSpPr>
          <p:cNvPr id="7" name="Text Placeholder 11">
            <a:extLst>
              <a:ext uri="{FF2B5EF4-FFF2-40B4-BE49-F238E27FC236}">
                <a16:creationId xmlns:a16="http://schemas.microsoft.com/office/drawing/2014/main" id="{C2210D78-56B7-C2AD-2C1B-E42159F29591}"/>
              </a:ext>
            </a:extLst>
          </p:cNvPr>
          <p:cNvSpPr>
            <a:spLocks noGrp="1"/>
          </p:cNvSpPr>
          <p:nvPr>
            <p:ph type="body" sz="quarter" idx="13"/>
          </p:nvPr>
        </p:nvSpPr>
        <p:spPr>
          <a:xfrm>
            <a:off x="5370786" y="3720418"/>
            <a:ext cx="5625636" cy="836126"/>
          </a:xfrm>
          <a:solidFill>
            <a:schemeClr val="accent2"/>
          </a:solidFill>
        </p:spPr>
        <p:txBody>
          <a:bodyPr wrap="square" lIns="36000" tIns="0" rIns="36000" bIns="0">
            <a:spAutoFit/>
          </a:bodyPr>
          <a:lstStyle>
            <a:lvl1pPr marL="0" indent="0" algn="r">
              <a:buFont typeface="Arial" panose="020B0604020202020204" pitchFamily="34" charset="0"/>
              <a:buNone/>
              <a:defRPr sz="6000" b="0" i="0">
                <a:solidFill>
                  <a:schemeClr val="bg1"/>
                </a:solidFill>
                <a:latin typeface="+mn-lt"/>
                <a:ea typeface="Red Hat Display Light" panose="02010303040201060303" pitchFamily="2" charset="0"/>
                <a:cs typeface="Arial" panose="020B0604020202020204" pitchFamily="34" charset="0"/>
              </a:defRPr>
            </a:lvl1pPr>
          </a:lstStyle>
          <a:p>
            <a:pPr lvl="0"/>
            <a:r>
              <a:rPr lang="en-US"/>
              <a:t>Click to edit Master text styles</a:t>
            </a:r>
          </a:p>
        </p:txBody>
      </p:sp>
      <p:pic>
        <p:nvPicPr>
          <p:cNvPr id="11" name="Picture 10">
            <a:extLst>
              <a:ext uri="{FF2B5EF4-FFF2-40B4-BE49-F238E27FC236}">
                <a16:creationId xmlns:a16="http://schemas.microsoft.com/office/drawing/2014/main" id="{8F20BAC6-3A4E-4C03-D14E-4B2CF7C10A28}"/>
              </a:ext>
            </a:extLst>
          </p:cNvPr>
          <p:cNvPicPr>
            <a:picLocks noChangeAspect="1"/>
          </p:cNvPicPr>
          <p:nvPr userDrawn="1"/>
        </p:nvPicPr>
        <p:blipFill>
          <a:blip r:embed="rId2"/>
          <a:stretch>
            <a:fillRect/>
          </a:stretch>
        </p:blipFill>
        <p:spPr>
          <a:xfrm>
            <a:off x="284125" y="559187"/>
            <a:ext cx="1642258" cy="519165"/>
          </a:xfrm>
          <a:prstGeom prst="rect">
            <a:avLst/>
          </a:prstGeom>
        </p:spPr>
      </p:pic>
    </p:spTree>
    <p:extLst>
      <p:ext uri="{BB962C8B-B14F-4D97-AF65-F5344CB8AC3E}">
        <p14:creationId xmlns:p14="http://schemas.microsoft.com/office/powerpoint/2010/main" val="2784433513"/>
      </p:ext>
    </p:extLst>
  </p:cSld>
  <p:clrMapOvr>
    <a:masterClrMapping/>
  </p:clrMapOvr>
  <p:transition spd="slow">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ight_Cover_Option_2_v1">
    <p:bg>
      <p:bgPr>
        <a:solidFill>
          <a:schemeClr val="bg1"/>
        </a:solidFill>
        <a:effectLst/>
      </p:bgPr>
    </p:bg>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75EA5D8F-6840-9440-AEAE-E6836A761D2C}"/>
              </a:ext>
            </a:extLst>
          </p:cNvPr>
          <p:cNvSpPr>
            <a:spLocks noGrp="1"/>
          </p:cNvSpPr>
          <p:nvPr>
            <p:ph type="pic" sz="quarter" idx="18"/>
          </p:nvPr>
        </p:nvSpPr>
        <p:spPr>
          <a:xfrm>
            <a:off x="269184" y="1491865"/>
            <a:ext cx="7432990" cy="5120128"/>
          </a:xfrm>
          <a:solidFill>
            <a:schemeClr val="bg1">
              <a:lumMod val="85000"/>
            </a:schemeClr>
          </a:solidFill>
        </p:spPr>
        <p:txBody>
          <a:bodyPr>
            <a:normAutofit/>
          </a:bodyPr>
          <a:lstStyle>
            <a:lvl1pPr marL="0" indent="0">
              <a:buNone/>
              <a:defRPr sz="1000" b="1">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8" name="Picture Placeholder 10">
            <a:extLst>
              <a:ext uri="{FF2B5EF4-FFF2-40B4-BE49-F238E27FC236}">
                <a16:creationId xmlns:a16="http://schemas.microsoft.com/office/drawing/2014/main" id="{313D2C22-1E96-57D8-6533-7ED615A93B1D}"/>
              </a:ext>
            </a:extLst>
          </p:cNvPr>
          <p:cNvSpPr>
            <a:spLocks noGrp="1"/>
          </p:cNvSpPr>
          <p:nvPr>
            <p:ph type="pic" sz="quarter" idx="20"/>
          </p:nvPr>
        </p:nvSpPr>
        <p:spPr>
          <a:xfrm flipH="1">
            <a:off x="6492502" y="5552125"/>
            <a:ext cx="1332914" cy="1127000"/>
          </a:xfrm>
          <a:prstGeom prst="rtTriangle">
            <a:avLst/>
          </a:prstGeom>
          <a:solidFill>
            <a:schemeClr val="bg2"/>
          </a:solidFill>
        </p:spPr>
        <p:txBody>
          <a:bodyPr/>
          <a:lstStyle>
            <a:lvl1pPr marL="0" indent="0">
              <a:buNone/>
              <a:defRPr b="1">
                <a:solidFill>
                  <a:schemeClr val="tx1">
                    <a:alpha val="0"/>
                  </a:schemeClr>
                </a:solidFill>
              </a:defRPr>
            </a:lvl1pPr>
          </a:lstStyle>
          <a:p>
            <a:r>
              <a:rPr lang="en-US"/>
              <a:t>Click icon to add picture</a:t>
            </a:r>
            <a:endParaRPr lang="en-US" dirty="0"/>
          </a:p>
        </p:txBody>
      </p:sp>
      <p:pic>
        <p:nvPicPr>
          <p:cNvPr id="3" name="Graphic 2">
            <a:extLst>
              <a:ext uri="{FF2B5EF4-FFF2-40B4-BE49-F238E27FC236}">
                <a16:creationId xmlns:a16="http://schemas.microsoft.com/office/drawing/2014/main" id="{94EA5087-1019-51CF-1358-A868CC2B880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92931" y="599217"/>
            <a:ext cx="1642255" cy="511645"/>
          </a:xfrm>
          <a:prstGeom prst="rect">
            <a:avLst/>
          </a:prstGeom>
        </p:spPr>
      </p:pic>
      <p:sp>
        <p:nvSpPr>
          <p:cNvPr id="4" name="Text Placeholder 11">
            <a:extLst>
              <a:ext uri="{FF2B5EF4-FFF2-40B4-BE49-F238E27FC236}">
                <a16:creationId xmlns:a16="http://schemas.microsoft.com/office/drawing/2014/main" id="{060A78F9-F5EF-4423-7699-32FD45D814DE}"/>
              </a:ext>
            </a:extLst>
          </p:cNvPr>
          <p:cNvSpPr>
            <a:spLocks noGrp="1"/>
          </p:cNvSpPr>
          <p:nvPr>
            <p:ph type="body" sz="quarter" idx="17" hasCustomPrompt="1"/>
          </p:nvPr>
        </p:nvSpPr>
        <p:spPr>
          <a:xfrm>
            <a:off x="7948658" y="4615525"/>
            <a:ext cx="2195804" cy="390171"/>
          </a:xfrm>
        </p:spPr>
        <p:txBody>
          <a:bodyPr wrap="square" lIns="0" tIns="0" rIns="0" bIns="0">
            <a:spAutoFit/>
          </a:bodyPr>
          <a:lstStyle>
            <a:lvl1pPr marL="0" indent="0">
              <a:buNone/>
              <a:defRPr sz="2800" b="0" i="0">
                <a:solidFill>
                  <a:schemeClr val="tx1"/>
                </a:solidFill>
                <a:latin typeface="+mn-lt"/>
                <a:ea typeface="Red Hat Display" panose="02010303040201060303" pitchFamily="2" charset="0"/>
                <a:cs typeface="Arial" panose="020B0604020202020204" pitchFamily="34" charset="0"/>
              </a:defRPr>
            </a:lvl1pPr>
          </a:lstStyle>
          <a:p>
            <a:pPr lvl="0"/>
            <a:r>
              <a:rPr lang="en-US" dirty="0"/>
              <a:t>text</a:t>
            </a:r>
          </a:p>
        </p:txBody>
      </p:sp>
      <p:sp>
        <p:nvSpPr>
          <p:cNvPr id="5" name="Text Placeholder 11">
            <a:extLst>
              <a:ext uri="{FF2B5EF4-FFF2-40B4-BE49-F238E27FC236}">
                <a16:creationId xmlns:a16="http://schemas.microsoft.com/office/drawing/2014/main" id="{6A09C19A-2FBE-C2A0-3B12-EA288AC76BFE}"/>
              </a:ext>
            </a:extLst>
          </p:cNvPr>
          <p:cNvSpPr>
            <a:spLocks noGrp="1"/>
          </p:cNvSpPr>
          <p:nvPr>
            <p:ph type="body" sz="quarter" idx="14" hasCustomPrompt="1"/>
          </p:nvPr>
        </p:nvSpPr>
        <p:spPr>
          <a:xfrm>
            <a:off x="7948658" y="1502354"/>
            <a:ext cx="2195804" cy="167225"/>
          </a:xfrm>
        </p:spPr>
        <p:txBody>
          <a:bodyPr wrap="square" lIns="0" tIns="0" rIns="0" bIns="0">
            <a:spAutoFit/>
          </a:bodyPr>
          <a:lstStyle>
            <a:lvl1pPr marL="0" indent="0">
              <a:buNone/>
              <a:defRPr sz="1200" b="1" i="0">
                <a:solidFill>
                  <a:schemeClr val="tx1"/>
                </a:solidFill>
                <a:latin typeface="+mn-lt"/>
                <a:ea typeface="Red Hat Display SemiBold" panose="02010303040201060303" pitchFamily="2" charset="0"/>
                <a:cs typeface="Arial" panose="020B0604020202020204" pitchFamily="34" charset="0"/>
              </a:defRPr>
            </a:lvl1pPr>
          </a:lstStyle>
          <a:p>
            <a:pPr lvl="0"/>
            <a:r>
              <a:rPr lang="en-US" dirty="0"/>
              <a:t>Name Surname</a:t>
            </a:r>
          </a:p>
        </p:txBody>
      </p:sp>
      <p:sp>
        <p:nvSpPr>
          <p:cNvPr id="6" name="Text Placeholder 11">
            <a:extLst>
              <a:ext uri="{FF2B5EF4-FFF2-40B4-BE49-F238E27FC236}">
                <a16:creationId xmlns:a16="http://schemas.microsoft.com/office/drawing/2014/main" id="{E831A609-0D1B-D331-FF5E-38161BBE3D37}"/>
              </a:ext>
            </a:extLst>
          </p:cNvPr>
          <p:cNvSpPr>
            <a:spLocks noGrp="1"/>
          </p:cNvSpPr>
          <p:nvPr>
            <p:ph type="body" sz="quarter" idx="15" hasCustomPrompt="1"/>
          </p:nvPr>
        </p:nvSpPr>
        <p:spPr>
          <a:xfrm>
            <a:off x="7948658" y="1742090"/>
            <a:ext cx="2195804" cy="167225"/>
          </a:xfrm>
        </p:spPr>
        <p:txBody>
          <a:bodyPr wrap="square" lIns="0" tIns="0" rIns="0" bIns="0">
            <a:spAutoFit/>
          </a:bodyPr>
          <a:lstStyle>
            <a:lvl1pPr marL="0" indent="0">
              <a:buNone/>
              <a:defRPr sz="1200" b="0" i="0">
                <a:solidFill>
                  <a:schemeClr val="tx1"/>
                </a:solidFill>
                <a:latin typeface="+mn-lt"/>
                <a:ea typeface="Red Hat Display" panose="02010303040201060303" pitchFamily="2" charset="0"/>
                <a:cs typeface="Arial" panose="020B0604020202020204" pitchFamily="34" charset="0"/>
              </a:defRPr>
            </a:lvl1pPr>
          </a:lstStyle>
          <a:p>
            <a:pPr lvl="0"/>
            <a:r>
              <a:rPr lang="en-US" dirty="0"/>
              <a:t>Title</a:t>
            </a:r>
          </a:p>
        </p:txBody>
      </p:sp>
      <p:sp>
        <p:nvSpPr>
          <p:cNvPr id="10" name="Text Placeholder 11">
            <a:extLst>
              <a:ext uri="{FF2B5EF4-FFF2-40B4-BE49-F238E27FC236}">
                <a16:creationId xmlns:a16="http://schemas.microsoft.com/office/drawing/2014/main" id="{2DB0FFD9-1BFE-D243-2E7F-5F488CD1C90D}"/>
              </a:ext>
            </a:extLst>
          </p:cNvPr>
          <p:cNvSpPr>
            <a:spLocks noGrp="1"/>
          </p:cNvSpPr>
          <p:nvPr>
            <p:ph type="body" sz="quarter" idx="16" hasCustomPrompt="1"/>
          </p:nvPr>
        </p:nvSpPr>
        <p:spPr>
          <a:xfrm>
            <a:off x="7948658" y="2159757"/>
            <a:ext cx="1280162" cy="167225"/>
          </a:xfrm>
        </p:spPr>
        <p:txBody>
          <a:bodyPr wrap="square" lIns="0" tIns="0" rIns="0" bIns="0">
            <a:spAutoFit/>
          </a:bodyPr>
          <a:lstStyle>
            <a:lvl1pPr marL="0" indent="0">
              <a:buNone/>
              <a:defRPr sz="1200" b="0" i="0">
                <a:solidFill>
                  <a:schemeClr val="tx1"/>
                </a:solidFill>
                <a:latin typeface="+mn-lt"/>
                <a:ea typeface="Red Hat Display" panose="02010303040201060303" pitchFamily="2" charset="0"/>
                <a:cs typeface="Arial" panose="020B0604020202020204" pitchFamily="34" charset="0"/>
              </a:defRPr>
            </a:lvl1pPr>
          </a:lstStyle>
          <a:p>
            <a:pPr lvl="0"/>
            <a:r>
              <a:rPr lang="en-US" dirty="0"/>
              <a:t>Date</a:t>
            </a:r>
          </a:p>
        </p:txBody>
      </p:sp>
      <p:sp>
        <p:nvSpPr>
          <p:cNvPr id="11" name="Text Placeholder 11">
            <a:extLst>
              <a:ext uri="{FF2B5EF4-FFF2-40B4-BE49-F238E27FC236}">
                <a16:creationId xmlns:a16="http://schemas.microsoft.com/office/drawing/2014/main" id="{73BF32E1-4E4F-3470-87F6-27DAB38E6E4E}"/>
              </a:ext>
            </a:extLst>
          </p:cNvPr>
          <p:cNvSpPr>
            <a:spLocks noGrp="1"/>
          </p:cNvSpPr>
          <p:nvPr>
            <p:ph type="body" sz="quarter" idx="13"/>
          </p:nvPr>
        </p:nvSpPr>
        <p:spPr>
          <a:xfrm>
            <a:off x="5370786" y="3720418"/>
            <a:ext cx="5625636" cy="836126"/>
          </a:xfrm>
          <a:solidFill>
            <a:schemeClr val="accent2"/>
          </a:solidFill>
        </p:spPr>
        <p:txBody>
          <a:bodyPr wrap="square" lIns="36000" tIns="0" rIns="36000" bIns="0">
            <a:spAutoFit/>
          </a:bodyPr>
          <a:lstStyle>
            <a:lvl1pPr marL="0" indent="0" algn="r">
              <a:buFont typeface="Arial" panose="020B0604020202020204" pitchFamily="34" charset="0"/>
              <a:buNone/>
              <a:defRPr sz="6000" b="0" i="0">
                <a:solidFill>
                  <a:schemeClr val="bg1"/>
                </a:solidFill>
                <a:latin typeface="+mn-lt"/>
                <a:ea typeface="Red Hat Display Light" panose="02010303040201060303" pitchFamily="2" charset="0"/>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1226082549"/>
      </p:ext>
    </p:extLst>
  </p:cSld>
  <p:clrMapOvr>
    <a:masterClrMapping/>
  </p:clrMapOvr>
  <p:transition spd="slow">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ark_Cover_Option_3_v3">
    <p:bg>
      <p:bgPr>
        <a:solidFill>
          <a:schemeClr val="bg1"/>
        </a:solidFill>
        <a:effectLst/>
      </p:bgPr>
    </p:bg>
    <p:spTree>
      <p:nvGrpSpPr>
        <p:cNvPr id="1" name=""/>
        <p:cNvGrpSpPr/>
        <p:nvPr/>
      </p:nvGrpSpPr>
      <p:grpSpPr>
        <a:xfrm>
          <a:off x="0" y="0"/>
          <a:ext cx="0" cy="0"/>
          <a:chOff x="0" y="0"/>
          <a:chExt cx="0" cy="0"/>
        </a:xfrm>
      </p:grpSpPr>
      <p:sp>
        <p:nvSpPr>
          <p:cNvPr id="5" name="Picture Placeholder 13">
            <a:extLst>
              <a:ext uri="{FF2B5EF4-FFF2-40B4-BE49-F238E27FC236}">
                <a16:creationId xmlns:a16="http://schemas.microsoft.com/office/drawing/2014/main" id="{79BD964B-A1B4-71C8-7EE1-DC150BEBEF1B}"/>
              </a:ext>
            </a:extLst>
          </p:cNvPr>
          <p:cNvSpPr>
            <a:spLocks noGrp="1"/>
          </p:cNvSpPr>
          <p:nvPr>
            <p:ph type="pic" sz="quarter" idx="19"/>
          </p:nvPr>
        </p:nvSpPr>
        <p:spPr>
          <a:xfrm>
            <a:off x="0" y="0"/>
            <a:ext cx="12192000" cy="6858000"/>
          </a:xfrm>
          <a:solidFill>
            <a:schemeClr val="bg1">
              <a:lumMod val="85000"/>
            </a:schemeClr>
          </a:solidFill>
        </p:spPr>
        <p:txBody>
          <a:bodyPr>
            <a:normAutofit/>
          </a:bodyPr>
          <a:lstStyle>
            <a:lvl1pPr marL="0" indent="0" algn="r">
              <a:buNone/>
              <a:defRPr sz="1200">
                <a:solidFill>
                  <a:schemeClr val="tx2"/>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6" name="Picture Placeholder 11">
            <a:extLst>
              <a:ext uri="{FF2B5EF4-FFF2-40B4-BE49-F238E27FC236}">
                <a16:creationId xmlns:a16="http://schemas.microsoft.com/office/drawing/2014/main" id="{76566FE5-D498-E842-71F7-3D001CC6B61A}"/>
              </a:ext>
            </a:extLst>
          </p:cNvPr>
          <p:cNvSpPr>
            <a:spLocks noGrp="1"/>
          </p:cNvSpPr>
          <p:nvPr>
            <p:ph type="pic" sz="quarter" idx="18"/>
          </p:nvPr>
        </p:nvSpPr>
        <p:spPr>
          <a:xfrm flipV="1">
            <a:off x="0" y="-2536"/>
            <a:ext cx="7326086" cy="6368144"/>
          </a:xfrm>
          <a:prstGeom prst="snip1Rect">
            <a:avLst>
              <a:gd name="adj" fmla="val 16670"/>
            </a:avLst>
          </a:prstGeom>
          <a:solidFill>
            <a:schemeClr val="tx2"/>
          </a:solidFill>
        </p:spPr>
        <p:txBody>
          <a:bodyPr/>
          <a:lstStyle>
            <a:lvl1pPr marL="0" indent="0">
              <a:buNone/>
              <a:defRPr>
                <a:solidFill>
                  <a:schemeClr val="tx2"/>
                </a:solidFill>
              </a:defRPr>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862315AE-0589-0088-A780-F1463929C51A}"/>
              </a:ext>
            </a:extLst>
          </p:cNvPr>
          <p:cNvSpPr>
            <a:spLocks noGrp="1"/>
          </p:cNvSpPr>
          <p:nvPr>
            <p:ph type="pic" sz="quarter" idx="20"/>
          </p:nvPr>
        </p:nvSpPr>
        <p:spPr>
          <a:xfrm>
            <a:off x="666841" y="877992"/>
            <a:ext cx="1728799" cy="573121"/>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
        <p:nvSpPr>
          <p:cNvPr id="13" name="Text Placeholder 11">
            <a:extLst>
              <a:ext uri="{FF2B5EF4-FFF2-40B4-BE49-F238E27FC236}">
                <a16:creationId xmlns:a16="http://schemas.microsoft.com/office/drawing/2014/main" id="{CA4A7473-46AA-4E2D-77DF-683B65CC6132}"/>
              </a:ext>
            </a:extLst>
          </p:cNvPr>
          <p:cNvSpPr>
            <a:spLocks noGrp="1"/>
          </p:cNvSpPr>
          <p:nvPr>
            <p:ph type="body" sz="quarter" idx="17" hasCustomPrompt="1"/>
          </p:nvPr>
        </p:nvSpPr>
        <p:spPr>
          <a:xfrm>
            <a:off x="708667" y="2275096"/>
            <a:ext cx="4113704" cy="880562"/>
          </a:xfrm>
        </p:spPr>
        <p:txBody>
          <a:bodyPr wrap="square" lIns="0" tIns="0" rIns="0" bIns="0">
            <a:spAutoFit/>
          </a:bodyPr>
          <a:lstStyle>
            <a:lvl1pPr marL="0" indent="0">
              <a:buNone/>
              <a:defRPr sz="2800" b="0" i="0">
                <a:solidFill>
                  <a:schemeClr val="bg1"/>
                </a:solidFill>
                <a:latin typeface="+mn-lt"/>
                <a:ea typeface="Red Hat Display" panose="02010303040201060303" pitchFamily="2" charset="0"/>
                <a:cs typeface="Arial" panose="020B0604020202020204" pitchFamily="34" charset="0"/>
              </a:defRPr>
            </a:lvl1pPr>
          </a:lstStyle>
          <a:p>
            <a:pPr lvl="0"/>
            <a:r>
              <a:rPr lang="en-US" dirty="0"/>
              <a:t>Click to add text</a:t>
            </a:r>
          </a:p>
          <a:p>
            <a:pPr marL="0" marR="0" lvl="0" indent="0" algn="l" defTabSz="685800" rtl="0" eaLnBrk="1" fontAlgn="auto" latinLnBrk="0" hangingPunct="1">
              <a:lnSpc>
                <a:spcPct val="90000"/>
              </a:lnSpc>
              <a:spcBef>
                <a:spcPts val="750"/>
              </a:spcBef>
              <a:spcAft>
                <a:spcPts val="0"/>
              </a:spcAft>
              <a:buClr>
                <a:schemeClr val="accent3"/>
              </a:buClr>
              <a:buSzTx/>
              <a:buFont typeface="System Font Regular"/>
              <a:buNone/>
              <a:tabLst/>
              <a:defRPr/>
            </a:pPr>
            <a:r>
              <a:rPr lang="en-US" dirty="0"/>
              <a:t>Click to add text</a:t>
            </a:r>
          </a:p>
        </p:txBody>
      </p:sp>
      <p:sp>
        <p:nvSpPr>
          <p:cNvPr id="14" name="Text Placeholder 11">
            <a:extLst>
              <a:ext uri="{FF2B5EF4-FFF2-40B4-BE49-F238E27FC236}">
                <a16:creationId xmlns:a16="http://schemas.microsoft.com/office/drawing/2014/main" id="{52E71669-4534-C062-9BA1-6FBAD26A9C14}"/>
              </a:ext>
            </a:extLst>
          </p:cNvPr>
          <p:cNvSpPr>
            <a:spLocks noGrp="1"/>
          </p:cNvSpPr>
          <p:nvPr>
            <p:ph type="body" sz="quarter" idx="14" hasCustomPrompt="1"/>
          </p:nvPr>
        </p:nvSpPr>
        <p:spPr>
          <a:xfrm>
            <a:off x="708667" y="5480728"/>
            <a:ext cx="2195804" cy="167225"/>
          </a:xfrm>
        </p:spPr>
        <p:txBody>
          <a:bodyPr wrap="square" lIns="0" tIns="0" rIns="0" bIns="0">
            <a:spAutoFit/>
          </a:bodyPr>
          <a:lstStyle>
            <a:lvl1pPr marL="0" indent="0">
              <a:buNone/>
              <a:defRPr sz="1200" b="1" i="0">
                <a:solidFill>
                  <a:schemeClr val="bg1"/>
                </a:solidFill>
                <a:latin typeface="+mn-lt"/>
                <a:ea typeface="Red Hat Display SemiBold" panose="02010303040201060303" pitchFamily="2" charset="0"/>
                <a:cs typeface="Arial" panose="020B0604020202020204" pitchFamily="34" charset="0"/>
              </a:defRPr>
            </a:lvl1pPr>
          </a:lstStyle>
          <a:p>
            <a:pPr lvl="0"/>
            <a:r>
              <a:rPr lang="en-US" dirty="0"/>
              <a:t>Name Surname</a:t>
            </a:r>
          </a:p>
        </p:txBody>
      </p:sp>
      <p:sp>
        <p:nvSpPr>
          <p:cNvPr id="15" name="Text Placeholder 11">
            <a:extLst>
              <a:ext uri="{FF2B5EF4-FFF2-40B4-BE49-F238E27FC236}">
                <a16:creationId xmlns:a16="http://schemas.microsoft.com/office/drawing/2014/main" id="{8BB841B9-AA5E-3E5B-C52D-FC859D78D8B8}"/>
              </a:ext>
            </a:extLst>
          </p:cNvPr>
          <p:cNvSpPr>
            <a:spLocks noGrp="1"/>
          </p:cNvSpPr>
          <p:nvPr>
            <p:ph type="body" sz="quarter" idx="15" hasCustomPrompt="1"/>
          </p:nvPr>
        </p:nvSpPr>
        <p:spPr>
          <a:xfrm>
            <a:off x="708667" y="5720464"/>
            <a:ext cx="2195804" cy="167225"/>
          </a:xfrm>
        </p:spPr>
        <p:txBody>
          <a:bodyPr wrap="square" lIns="0" tIns="0" rIns="0" bIns="0">
            <a:spAutoFit/>
          </a:bodyPr>
          <a:lstStyle>
            <a:lvl1pPr marL="0" indent="0">
              <a:buNone/>
              <a:defRPr sz="1200" b="0" i="0">
                <a:solidFill>
                  <a:schemeClr val="bg1"/>
                </a:solidFill>
                <a:latin typeface="+mn-lt"/>
                <a:ea typeface="Red Hat Display" panose="02010303040201060303" pitchFamily="2" charset="0"/>
                <a:cs typeface="Arial" panose="020B0604020202020204" pitchFamily="34" charset="0"/>
              </a:defRPr>
            </a:lvl1pPr>
          </a:lstStyle>
          <a:p>
            <a:pPr lvl="0"/>
            <a:r>
              <a:rPr lang="en-US" dirty="0"/>
              <a:t>Title</a:t>
            </a:r>
          </a:p>
        </p:txBody>
      </p:sp>
      <p:sp>
        <p:nvSpPr>
          <p:cNvPr id="16" name="Text Placeholder 11">
            <a:extLst>
              <a:ext uri="{FF2B5EF4-FFF2-40B4-BE49-F238E27FC236}">
                <a16:creationId xmlns:a16="http://schemas.microsoft.com/office/drawing/2014/main" id="{DE871397-128A-1183-2419-E7A230018549}"/>
              </a:ext>
            </a:extLst>
          </p:cNvPr>
          <p:cNvSpPr>
            <a:spLocks noGrp="1"/>
          </p:cNvSpPr>
          <p:nvPr>
            <p:ph type="body" sz="quarter" idx="16" hasCustomPrompt="1"/>
          </p:nvPr>
        </p:nvSpPr>
        <p:spPr>
          <a:xfrm>
            <a:off x="4569985" y="5720464"/>
            <a:ext cx="1280162" cy="167225"/>
          </a:xfrm>
        </p:spPr>
        <p:txBody>
          <a:bodyPr wrap="square" lIns="0" tIns="0" rIns="0" bIns="0">
            <a:spAutoFit/>
          </a:bodyPr>
          <a:lstStyle>
            <a:lvl1pPr marL="0" indent="0">
              <a:buNone/>
              <a:defRPr sz="1200" b="0" i="0">
                <a:solidFill>
                  <a:schemeClr val="bg1"/>
                </a:solidFill>
                <a:latin typeface="+mn-lt"/>
                <a:ea typeface="Red Hat Display" panose="02010303040201060303" pitchFamily="2" charset="0"/>
                <a:cs typeface="Arial" panose="020B0604020202020204" pitchFamily="34" charset="0"/>
              </a:defRPr>
            </a:lvl1pPr>
          </a:lstStyle>
          <a:p>
            <a:pPr lvl="0"/>
            <a:r>
              <a:rPr lang="en-US" dirty="0"/>
              <a:t>Date</a:t>
            </a:r>
          </a:p>
        </p:txBody>
      </p:sp>
      <p:sp>
        <p:nvSpPr>
          <p:cNvPr id="17" name="Text Placeholder 11">
            <a:extLst>
              <a:ext uri="{FF2B5EF4-FFF2-40B4-BE49-F238E27FC236}">
                <a16:creationId xmlns:a16="http://schemas.microsoft.com/office/drawing/2014/main" id="{AF5C7B81-2ABC-2198-B48F-A09A1546FC3F}"/>
              </a:ext>
            </a:extLst>
          </p:cNvPr>
          <p:cNvSpPr>
            <a:spLocks noGrp="1"/>
          </p:cNvSpPr>
          <p:nvPr>
            <p:ph type="body" sz="quarter" idx="13"/>
          </p:nvPr>
        </p:nvSpPr>
        <p:spPr>
          <a:xfrm>
            <a:off x="708667" y="3431647"/>
            <a:ext cx="5822762" cy="696729"/>
          </a:xfrm>
        </p:spPr>
        <p:txBody>
          <a:bodyPr wrap="square" lIns="0" tIns="0" rIns="0" bIns="0">
            <a:spAutoFit/>
          </a:bodyPr>
          <a:lstStyle>
            <a:lvl1pPr marL="0" indent="0" algn="l">
              <a:buFont typeface="Arial" panose="020B0604020202020204" pitchFamily="34" charset="0"/>
              <a:buNone/>
              <a:defRPr sz="5000" b="0" i="0">
                <a:solidFill>
                  <a:schemeClr val="accent2"/>
                </a:solidFill>
                <a:latin typeface="+mn-lt"/>
                <a:ea typeface="Red Hat Display Light" panose="02010303040201060303" pitchFamily="2" charset="0"/>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502526248"/>
      </p:ext>
    </p:extLst>
  </p:cSld>
  <p:clrMapOvr>
    <a:masterClrMapping/>
  </p:clrMapOvr>
  <p:transition spd="slow">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ight_Cover_Option_3_v1">
    <p:bg>
      <p:bgPr>
        <a:solidFill>
          <a:schemeClr val="bg1"/>
        </a:solidFill>
        <a:effectLst/>
      </p:bgPr>
    </p:bg>
    <p:spTree>
      <p:nvGrpSpPr>
        <p:cNvPr id="1" name=""/>
        <p:cNvGrpSpPr/>
        <p:nvPr/>
      </p:nvGrpSpPr>
      <p:grpSpPr>
        <a:xfrm>
          <a:off x="0" y="0"/>
          <a:ext cx="0" cy="0"/>
          <a:chOff x="0" y="0"/>
          <a:chExt cx="0" cy="0"/>
        </a:xfrm>
      </p:grpSpPr>
      <p:sp>
        <p:nvSpPr>
          <p:cNvPr id="2" name="Picture Placeholder 13">
            <a:extLst>
              <a:ext uri="{FF2B5EF4-FFF2-40B4-BE49-F238E27FC236}">
                <a16:creationId xmlns:a16="http://schemas.microsoft.com/office/drawing/2014/main" id="{4B817730-4EE0-DF7D-AAFF-927DEE609EEF}"/>
              </a:ext>
            </a:extLst>
          </p:cNvPr>
          <p:cNvSpPr>
            <a:spLocks noGrp="1"/>
          </p:cNvSpPr>
          <p:nvPr>
            <p:ph type="pic" sz="quarter" idx="19"/>
          </p:nvPr>
        </p:nvSpPr>
        <p:spPr>
          <a:xfrm>
            <a:off x="0" y="0"/>
            <a:ext cx="12192000" cy="6858000"/>
          </a:xfrm>
          <a:solidFill>
            <a:schemeClr val="bg1">
              <a:lumMod val="85000"/>
            </a:schemeClr>
          </a:solidFill>
        </p:spPr>
        <p:txBody>
          <a:bodyPr>
            <a:normAutofit/>
          </a:bodyPr>
          <a:lstStyle>
            <a:lvl1pPr marL="0" indent="0" algn="r">
              <a:buNone/>
              <a:defRPr sz="1200">
                <a:solidFill>
                  <a:schemeClr val="tx2"/>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5" name="Picture Placeholder 11">
            <a:extLst>
              <a:ext uri="{FF2B5EF4-FFF2-40B4-BE49-F238E27FC236}">
                <a16:creationId xmlns:a16="http://schemas.microsoft.com/office/drawing/2014/main" id="{D610C7EE-DE68-19D7-862B-2D04DF8B25BD}"/>
              </a:ext>
            </a:extLst>
          </p:cNvPr>
          <p:cNvSpPr>
            <a:spLocks noGrp="1"/>
          </p:cNvSpPr>
          <p:nvPr>
            <p:ph type="pic" sz="quarter" idx="18"/>
          </p:nvPr>
        </p:nvSpPr>
        <p:spPr>
          <a:xfrm flipV="1">
            <a:off x="-1" y="-1"/>
            <a:ext cx="7326085" cy="6368141"/>
          </a:xfrm>
          <a:prstGeom prst="snip1Rect">
            <a:avLst>
              <a:gd name="adj" fmla="val 16670"/>
            </a:avLst>
          </a:prstGeom>
          <a:solidFill>
            <a:schemeClr val="bg1"/>
          </a:solidFill>
        </p:spPr>
        <p:txBody>
          <a:bodyPr/>
          <a:lstStyle>
            <a:lvl1pPr marL="0" indent="0">
              <a:buNone/>
              <a:defRPr>
                <a:solidFill>
                  <a:schemeClr val="tx2">
                    <a:alpha val="0"/>
                  </a:schemeClr>
                </a:solidFill>
              </a:defRPr>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CBC6279D-A76C-301B-A6A3-9DEB88C52792}"/>
              </a:ext>
            </a:extLst>
          </p:cNvPr>
          <p:cNvSpPr>
            <a:spLocks noGrp="1"/>
          </p:cNvSpPr>
          <p:nvPr>
            <p:ph type="pic" sz="quarter" idx="22"/>
          </p:nvPr>
        </p:nvSpPr>
        <p:spPr>
          <a:xfrm>
            <a:off x="659225" y="901170"/>
            <a:ext cx="1694856" cy="561867"/>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
        <p:nvSpPr>
          <p:cNvPr id="13" name="Text Placeholder 11">
            <a:extLst>
              <a:ext uri="{FF2B5EF4-FFF2-40B4-BE49-F238E27FC236}">
                <a16:creationId xmlns:a16="http://schemas.microsoft.com/office/drawing/2014/main" id="{CA4A7473-46AA-4E2D-77DF-683B65CC6132}"/>
              </a:ext>
            </a:extLst>
          </p:cNvPr>
          <p:cNvSpPr>
            <a:spLocks noGrp="1"/>
          </p:cNvSpPr>
          <p:nvPr>
            <p:ph type="body" sz="quarter" idx="17" hasCustomPrompt="1"/>
          </p:nvPr>
        </p:nvSpPr>
        <p:spPr>
          <a:xfrm>
            <a:off x="708667" y="2275096"/>
            <a:ext cx="4113704" cy="880562"/>
          </a:xfrm>
        </p:spPr>
        <p:txBody>
          <a:bodyPr wrap="square" lIns="0" tIns="0" rIns="0" bIns="0">
            <a:spAutoFit/>
          </a:bodyPr>
          <a:lstStyle>
            <a:lvl1pPr marL="0" indent="0">
              <a:buNone/>
              <a:defRPr sz="2800" b="0" i="0">
                <a:solidFill>
                  <a:schemeClr val="tx1"/>
                </a:solidFill>
                <a:latin typeface="+mn-lt"/>
                <a:ea typeface="Red Hat Display" panose="02010303040201060303" pitchFamily="2" charset="0"/>
                <a:cs typeface="Arial" panose="020B0604020202020204" pitchFamily="34" charset="0"/>
              </a:defRPr>
            </a:lvl1pPr>
          </a:lstStyle>
          <a:p>
            <a:pPr lvl="0"/>
            <a:r>
              <a:rPr lang="en-US" dirty="0"/>
              <a:t>Click to add text</a:t>
            </a:r>
          </a:p>
          <a:p>
            <a:pPr marL="0" marR="0" lvl="0" indent="0" algn="l" defTabSz="685800" rtl="0" eaLnBrk="1" fontAlgn="auto" latinLnBrk="0" hangingPunct="1">
              <a:lnSpc>
                <a:spcPct val="90000"/>
              </a:lnSpc>
              <a:spcBef>
                <a:spcPts val="750"/>
              </a:spcBef>
              <a:spcAft>
                <a:spcPts val="0"/>
              </a:spcAft>
              <a:buClr>
                <a:schemeClr val="accent3"/>
              </a:buClr>
              <a:buSzTx/>
              <a:buFont typeface="System Font Regular"/>
              <a:buNone/>
              <a:tabLst/>
              <a:defRPr/>
            </a:pPr>
            <a:r>
              <a:rPr lang="en-US" dirty="0"/>
              <a:t>Click to add text</a:t>
            </a:r>
          </a:p>
        </p:txBody>
      </p:sp>
      <p:sp>
        <p:nvSpPr>
          <p:cNvPr id="14" name="Text Placeholder 11">
            <a:extLst>
              <a:ext uri="{FF2B5EF4-FFF2-40B4-BE49-F238E27FC236}">
                <a16:creationId xmlns:a16="http://schemas.microsoft.com/office/drawing/2014/main" id="{52E71669-4534-C062-9BA1-6FBAD26A9C14}"/>
              </a:ext>
            </a:extLst>
          </p:cNvPr>
          <p:cNvSpPr>
            <a:spLocks noGrp="1"/>
          </p:cNvSpPr>
          <p:nvPr>
            <p:ph type="body" sz="quarter" idx="14" hasCustomPrompt="1"/>
          </p:nvPr>
        </p:nvSpPr>
        <p:spPr>
          <a:xfrm>
            <a:off x="708667" y="5480728"/>
            <a:ext cx="2195804" cy="167225"/>
          </a:xfrm>
        </p:spPr>
        <p:txBody>
          <a:bodyPr wrap="square" lIns="0" tIns="0" rIns="0" bIns="0">
            <a:spAutoFit/>
          </a:bodyPr>
          <a:lstStyle>
            <a:lvl1pPr marL="0" indent="0">
              <a:buNone/>
              <a:defRPr sz="1200" b="1" i="0">
                <a:solidFill>
                  <a:schemeClr val="tx1"/>
                </a:solidFill>
                <a:latin typeface="+mn-lt"/>
                <a:ea typeface="Red Hat Display SemiBold" panose="02010303040201060303" pitchFamily="2" charset="0"/>
                <a:cs typeface="Arial" panose="020B0604020202020204" pitchFamily="34" charset="0"/>
              </a:defRPr>
            </a:lvl1pPr>
          </a:lstStyle>
          <a:p>
            <a:pPr lvl="0"/>
            <a:r>
              <a:rPr lang="en-US" dirty="0"/>
              <a:t>Name Surname</a:t>
            </a:r>
          </a:p>
        </p:txBody>
      </p:sp>
      <p:sp>
        <p:nvSpPr>
          <p:cNvPr id="15" name="Text Placeholder 11">
            <a:extLst>
              <a:ext uri="{FF2B5EF4-FFF2-40B4-BE49-F238E27FC236}">
                <a16:creationId xmlns:a16="http://schemas.microsoft.com/office/drawing/2014/main" id="{8BB841B9-AA5E-3E5B-C52D-FC859D78D8B8}"/>
              </a:ext>
            </a:extLst>
          </p:cNvPr>
          <p:cNvSpPr>
            <a:spLocks noGrp="1"/>
          </p:cNvSpPr>
          <p:nvPr>
            <p:ph type="body" sz="quarter" idx="15" hasCustomPrompt="1"/>
          </p:nvPr>
        </p:nvSpPr>
        <p:spPr>
          <a:xfrm>
            <a:off x="708667" y="5720464"/>
            <a:ext cx="2195804" cy="167225"/>
          </a:xfrm>
        </p:spPr>
        <p:txBody>
          <a:bodyPr wrap="square" lIns="0" tIns="0" rIns="0" bIns="0">
            <a:spAutoFit/>
          </a:bodyPr>
          <a:lstStyle>
            <a:lvl1pPr marL="0" indent="0">
              <a:buNone/>
              <a:defRPr sz="1200" b="0" i="0">
                <a:solidFill>
                  <a:schemeClr val="tx1"/>
                </a:solidFill>
                <a:latin typeface="+mn-lt"/>
                <a:ea typeface="Red Hat Display" panose="02010303040201060303" pitchFamily="2" charset="0"/>
                <a:cs typeface="Arial" panose="020B0604020202020204" pitchFamily="34" charset="0"/>
              </a:defRPr>
            </a:lvl1pPr>
          </a:lstStyle>
          <a:p>
            <a:pPr lvl="0"/>
            <a:r>
              <a:rPr lang="en-US" dirty="0"/>
              <a:t>Title</a:t>
            </a:r>
          </a:p>
        </p:txBody>
      </p:sp>
      <p:sp>
        <p:nvSpPr>
          <p:cNvPr id="16" name="Text Placeholder 11">
            <a:extLst>
              <a:ext uri="{FF2B5EF4-FFF2-40B4-BE49-F238E27FC236}">
                <a16:creationId xmlns:a16="http://schemas.microsoft.com/office/drawing/2014/main" id="{DE871397-128A-1183-2419-E7A230018549}"/>
              </a:ext>
            </a:extLst>
          </p:cNvPr>
          <p:cNvSpPr>
            <a:spLocks noGrp="1"/>
          </p:cNvSpPr>
          <p:nvPr>
            <p:ph type="body" sz="quarter" idx="16" hasCustomPrompt="1"/>
          </p:nvPr>
        </p:nvSpPr>
        <p:spPr>
          <a:xfrm>
            <a:off x="4569985" y="5720464"/>
            <a:ext cx="1280162" cy="167225"/>
          </a:xfrm>
        </p:spPr>
        <p:txBody>
          <a:bodyPr wrap="square" lIns="0" tIns="0" rIns="0" bIns="0">
            <a:spAutoFit/>
          </a:bodyPr>
          <a:lstStyle>
            <a:lvl1pPr marL="0" indent="0">
              <a:buNone/>
              <a:defRPr sz="1200" b="0" i="0">
                <a:solidFill>
                  <a:schemeClr val="tx1"/>
                </a:solidFill>
                <a:latin typeface="+mn-lt"/>
                <a:ea typeface="Red Hat Display" panose="02010303040201060303" pitchFamily="2" charset="0"/>
                <a:cs typeface="Arial" panose="020B0604020202020204" pitchFamily="34" charset="0"/>
              </a:defRPr>
            </a:lvl1pPr>
          </a:lstStyle>
          <a:p>
            <a:pPr lvl="0"/>
            <a:r>
              <a:rPr lang="en-US" dirty="0"/>
              <a:t>Date</a:t>
            </a:r>
          </a:p>
        </p:txBody>
      </p:sp>
      <p:sp>
        <p:nvSpPr>
          <p:cNvPr id="17" name="Text Placeholder 11">
            <a:extLst>
              <a:ext uri="{FF2B5EF4-FFF2-40B4-BE49-F238E27FC236}">
                <a16:creationId xmlns:a16="http://schemas.microsoft.com/office/drawing/2014/main" id="{AF5C7B81-2ABC-2198-B48F-A09A1546FC3F}"/>
              </a:ext>
            </a:extLst>
          </p:cNvPr>
          <p:cNvSpPr>
            <a:spLocks noGrp="1"/>
          </p:cNvSpPr>
          <p:nvPr>
            <p:ph type="body" sz="quarter" idx="13"/>
          </p:nvPr>
        </p:nvSpPr>
        <p:spPr>
          <a:xfrm>
            <a:off x="708667" y="3431647"/>
            <a:ext cx="5822762" cy="696729"/>
          </a:xfrm>
        </p:spPr>
        <p:txBody>
          <a:bodyPr wrap="square" lIns="0" tIns="0" rIns="0" bIns="0">
            <a:spAutoFit/>
          </a:bodyPr>
          <a:lstStyle>
            <a:lvl1pPr marL="0" indent="0" algn="l">
              <a:buFont typeface="Arial" panose="020B0604020202020204" pitchFamily="34" charset="0"/>
              <a:buNone/>
              <a:defRPr sz="5000" b="0" i="0">
                <a:solidFill>
                  <a:schemeClr val="accent2"/>
                </a:solidFill>
                <a:latin typeface="+mn-lt"/>
                <a:ea typeface="Red Hat Display Light" panose="02010303040201060303" pitchFamily="2" charset="0"/>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3516291456"/>
      </p:ext>
    </p:extLst>
  </p:cSld>
  <p:clrMapOvr>
    <a:masterClrMapping/>
  </p:clrMapOvr>
  <p:transition spd="slow">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ark_Cover_Option_4_v1">
    <p:bg>
      <p:bgPr>
        <a:solidFill>
          <a:schemeClr val="bg1"/>
        </a:solidFill>
        <a:effectLst/>
      </p:bgPr>
    </p:bg>
    <p:spTree>
      <p:nvGrpSpPr>
        <p:cNvPr id="1" name=""/>
        <p:cNvGrpSpPr/>
        <p:nvPr/>
      </p:nvGrpSpPr>
      <p:grpSpPr>
        <a:xfrm>
          <a:off x="0" y="0"/>
          <a:ext cx="0" cy="0"/>
          <a:chOff x="0" y="0"/>
          <a:chExt cx="0" cy="0"/>
        </a:xfrm>
      </p:grpSpPr>
      <p:sp>
        <p:nvSpPr>
          <p:cNvPr id="5" name="Picture Placeholder 13">
            <a:extLst>
              <a:ext uri="{FF2B5EF4-FFF2-40B4-BE49-F238E27FC236}">
                <a16:creationId xmlns:a16="http://schemas.microsoft.com/office/drawing/2014/main" id="{23E2E80B-36E4-C363-8188-EACC8468F220}"/>
              </a:ext>
            </a:extLst>
          </p:cNvPr>
          <p:cNvSpPr>
            <a:spLocks noGrp="1"/>
          </p:cNvSpPr>
          <p:nvPr>
            <p:ph type="pic" sz="quarter" idx="19"/>
          </p:nvPr>
        </p:nvSpPr>
        <p:spPr>
          <a:xfrm>
            <a:off x="0" y="0"/>
            <a:ext cx="12192000" cy="6858000"/>
          </a:xfrm>
          <a:solidFill>
            <a:schemeClr val="bg1">
              <a:lumMod val="85000"/>
            </a:schemeClr>
          </a:solidFill>
        </p:spPr>
        <p:txBody>
          <a:bodyPr>
            <a:normAutofit/>
          </a:bodyPr>
          <a:lstStyle>
            <a:lvl1pPr marL="0" indent="0" algn="r">
              <a:buNone/>
              <a:defRPr sz="1200">
                <a:solidFill>
                  <a:schemeClr val="tx2"/>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6" name="Picture Placeholder 11">
            <a:extLst>
              <a:ext uri="{FF2B5EF4-FFF2-40B4-BE49-F238E27FC236}">
                <a16:creationId xmlns:a16="http://schemas.microsoft.com/office/drawing/2014/main" id="{F0DCD273-13F3-AC9D-FA26-C103F6C0A813}"/>
              </a:ext>
            </a:extLst>
          </p:cNvPr>
          <p:cNvSpPr>
            <a:spLocks noGrp="1"/>
          </p:cNvSpPr>
          <p:nvPr>
            <p:ph type="pic" sz="quarter" idx="18"/>
          </p:nvPr>
        </p:nvSpPr>
        <p:spPr>
          <a:xfrm rot="10800000" flipV="1">
            <a:off x="6180403" y="238006"/>
            <a:ext cx="5734453" cy="6367146"/>
          </a:xfrm>
          <a:prstGeom prst="snip1Rect">
            <a:avLst>
              <a:gd name="adj" fmla="val 18865"/>
            </a:avLst>
          </a:prstGeom>
          <a:solidFill>
            <a:schemeClr val="tx2"/>
          </a:solidFill>
        </p:spPr>
        <p:txBody>
          <a:bodyPr/>
          <a:lstStyle>
            <a:lvl1pPr marL="0" indent="0">
              <a:buNone/>
              <a:defRPr>
                <a:solidFill>
                  <a:schemeClr val="tx2"/>
                </a:solidFill>
              </a:defRPr>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86D95D75-A1DB-D184-4D50-55CCC4F36713}"/>
              </a:ext>
            </a:extLst>
          </p:cNvPr>
          <p:cNvSpPr>
            <a:spLocks noGrp="1"/>
          </p:cNvSpPr>
          <p:nvPr>
            <p:ph type="pic" sz="quarter" idx="20"/>
          </p:nvPr>
        </p:nvSpPr>
        <p:spPr>
          <a:xfrm>
            <a:off x="6616030" y="1811545"/>
            <a:ext cx="1728799" cy="573121"/>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
        <p:nvSpPr>
          <p:cNvPr id="12" name="Text Placeholder 11">
            <a:extLst>
              <a:ext uri="{FF2B5EF4-FFF2-40B4-BE49-F238E27FC236}">
                <a16:creationId xmlns:a16="http://schemas.microsoft.com/office/drawing/2014/main" id="{29D3CF94-93A4-9083-79CB-A0E7F2E2BD7B}"/>
              </a:ext>
            </a:extLst>
          </p:cNvPr>
          <p:cNvSpPr>
            <a:spLocks noGrp="1"/>
          </p:cNvSpPr>
          <p:nvPr>
            <p:ph type="body" sz="quarter" idx="17" hasCustomPrompt="1"/>
          </p:nvPr>
        </p:nvSpPr>
        <p:spPr>
          <a:xfrm>
            <a:off x="6659301" y="3105089"/>
            <a:ext cx="4113704" cy="880562"/>
          </a:xfrm>
        </p:spPr>
        <p:txBody>
          <a:bodyPr wrap="square" lIns="0" tIns="0" rIns="0" bIns="0">
            <a:spAutoFit/>
          </a:bodyPr>
          <a:lstStyle>
            <a:lvl1pPr marL="0" indent="0">
              <a:buNone/>
              <a:defRPr sz="2800" b="0" i="0">
                <a:solidFill>
                  <a:schemeClr val="bg1"/>
                </a:solidFill>
                <a:latin typeface="+mn-lt"/>
                <a:ea typeface="Red Hat Display" panose="02010303040201060303" pitchFamily="2" charset="0"/>
                <a:cs typeface="Arial" panose="020B0604020202020204" pitchFamily="34" charset="0"/>
              </a:defRPr>
            </a:lvl1pPr>
          </a:lstStyle>
          <a:p>
            <a:pPr lvl="0"/>
            <a:r>
              <a:rPr lang="en-US" dirty="0"/>
              <a:t>Click to add text</a:t>
            </a:r>
          </a:p>
          <a:p>
            <a:pPr marL="0" marR="0" lvl="0" indent="0" algn="l" defTabSz="685800" rtl="0" eaLnBrk="1" fontAlgn="auto" latinLnBrk="0" hangingPunct="1">
              <a:lnSpc>
                <a:spcPct val="90000"/>
              </a:lnSpc>
              <a:spcBef>
                <a:spcPts val="750"/>
              </a:spcBef>
              <a:spcAft>
                <a:spcPts val="0"/>
              </a:spcAft>
              <a:buClr>
                <a:schemeClr val="accent3"/>
              </a:buClr>
              <a:buSzTx/>
              <a:buFont typeface="System Font Regular"/>
              <a:buNone/>
              <a:tabLst/>
              <a:defRPr/>
            </a:pPr>
            <a:r>
              <a:rPr lang="en-US" dirty="0"/>
              <a:t>Click to add text</a:t>
            </a:r>
          </a:p>
        </p:txBody>
      </p:sp>
      <p:sp>
        <p:nvSpPr>
          <p:cNvPr id="13" name="Text Placeholder 11">
            <a:extLst>
              <a:ext uri="{FF2B5EF4-FFF2-40B4-BE49-F238E27FC236}">
                <a16:creationId xmlns:a16="http://schemas.microsoft.com/office/drawing/2014/main" id="{F5A89050-CC11-EFAA-76FA-4CB6133112D6}"/>
              </a:ext>
            </a:extLst>
          </p:cNvPr>
          <p:cNvSpPr>
            <a:spLocks noGrp="1"/>
          </p:cNvSpPr>
          <p:nvPr>
            <p:ph type="body" sz="quarter" idx="14" hasCustomPrompt="1"/>
          </p:nvPr>
        </p:nvSpPr>
        <p:spPr>
          <a:xfrm>
            <a:off x="6659301" y="5607337"/>
            <a:ext cx="2195804" cy="167225"/>
          </a:xfrm>
        </p:spPr>
        <p:txBody>
          <a:bodyPr wrap="square" lIns="0" tIns="0" rIns="0" bIns="0">
            <a:spAutoFit/>
          </a:bodyPr>
          <a:lstStyle>
            <a:lvl1pPr marL="0" indent="0">
              <a:buNone/>
              <a:defRPr sz="1200" b="1" i="0">
                <a:solidFill>
                  <a:schemeClr val="bg1"/>
                </a:solidFill>
                <a:latin typeface="+mn-lt"/>
                <a:ea typeface="Red Hat Display SemiBold" panose="02010303040201060303" pitchFamily="2" charset="0"/>
                <a:cs typeface="Arial" panose="020B0604020202020204" pitchFamily="34" charset="0"/>
              </a:defRPr>
            </a:lvl1pPr>
          </a:lstStyle>
          <a:p>
            <a:pPr lvl="0"/>
            <a:r>
              <a:rPr lang="en-US" dirty="0"/>
              <a:t>Name Surname</a:t>
            </a:r>
          </a:p>
        </p:txBody>
      </p:sp>
      <p:sp>
        <p:nvSpPr>
          <p:cNvPr id="14" name="Text Placeholder 11">
            <a:extLst>
              <a:ext uri="{FF2B5EF4-FFF2-40B4-BE49-F238E27FC236}">
                <a16:creationId xmlns:a16="http://schemas.microsoft.com/office/drawing/2014/main" id="{72E315D1-BAC3-6A92-B5AB-A4792CCEF3EE}"/>
              </a:ext>
            </a:extLst>
          </p:cNvPr>
          <p:cNvSpPr>
            <a:spLocks noGrp="1"/>
          </p:cNvSpPr>
          <p:nvPr>
            <p:ph type="body" sz="quarter" idx="15" hasCustomPrompt="1"/>
          </p:nvPr>
        </p:nvSpPr>
        <p:spPr>
          <a:xfrm>
            <a:off x="6659301" y="5847073"/>
            <a:ext cx="2195804" cy="167225"/>
          </a:xfrm>
        </p:spPr>
        <p:txBody>
          <a:bodyPr wrap="square" lIns="0" tIns="0" rIns="0" bIns="0">
            <a:spAutoFit/>
          </a:bodyPr>
          <a:lstStyle>
            <a:lvl1pPr marL="0" indent="0">
              <a:buNone/>
              <a:defRPr sz="1200" b="0" i="0">
                <a:solidFill>
                  <a:schemeClr val="bg1"/>
                </a:solidFill>
                <a:latin typeface="+mn-lt"/>
                <a:ea typeface="Red Hat Display" panose="02010303040201060303" pitchFamily="2" charset="0"/>
                <a:cs typeface="Arial" panose="020B0604020202020204" pitchFamily="34" charset="0"/>
              </a:defRPr>
            </a:lvl1pPr>
          </a:lstStyle>
          <a:p>
            <a:pPr lvl="0"/>
            <a:r>
              <a:rPr lang="en-US" dirty="0"/>
              <a:t>Title</a:t>
            </a:r>
          </a:p>
        </p:txBody>
      </p:sp>
      <p:sp>
        <p:nvSpPr>
          <p:cNvPr id="15" name="Text Placeholder 11">
            <a:extLst>
              <a:ext uri="{FF2B5EF4-FFF2-40B4-BE49-F238E27FC236}">
                <a16:creationId xmlns:a16="http://schemas.microsoft.com/office/drawing/2014/main" id="{16E887AC-27B6-0987-85B7-09DE18E3606D}"/>
              </a:ext>
            </a:extLst>
          </p:cNvPr>
          <p:cNvSpPr>
            <a:spLocks noGrp="1"/>
          </p:cNvSpPr>
          <p:nvPr>
            <p:ph type="body" sz="quarter" idx="16" hasCustomPrompt="1"/>
          </p:nvPr>
        </p:nvSpPr>
        <p:spPr>
          <a:xfrm>
            <a:off x="10520619" y="5847073"/>
            <a:ext cx="1280162" cy="167225"/>
          </a:xfrm>
        </p:spPr>
        <p:txBody>
          <a:bodyPr wrap="square" lIns="0" tIns="0" rIns="0" bIns="0">
            <a:spAutoFit/>
          </a:bodyPr>
          <a:lstStyle>
            <a:lvl1pPr marL="0" indent="0">
              <a:buNone/>
              <a:defRPr sz="1200" b="0" i="0">
                <a:solidFill>
                  <a:schemeClr val="bg1"/>
                </a:solidFill>
                <a:latin typeface="+mn-lt"/>
                <a:ea typeface="Red Hat Display" panose="02010303040201060303" pitchFamily="2" charset="0"/>
                <a:cs typeface="Arial" panose="020B0604020202020204" pitchFamily="34" charset="0"/>
              </a:defRPr>
            </a:lvl1pPr>
          </a:lstStyle>
          <a:p>
            <a:pPr lvl="0"/>
            <a:r>
              <a:rPr lang="en-US" dirty="0"/>
              <a:t>Date</a:t>
            </a:r>
          </a:p>
        </p:txBody>
      </p:sp>
      <p:sp>
        <p:nvSpPr>
          <p:cNvPr id="16" name="Text Placeholder 11">
            <a:extLst>
              <a:ext uri="{FF2B5EF4-FFF2-40B4-BE49-F238E27FC236}">
                <a16:creationId xmlns:a16="http://schemas.microsoft.com/office/drawing/2014/main" id="{566EAD03-E58E-FE7B-70EE-D09CAC74051F}"/>
              </a:ext>
            </a:extLst>
          </p:cNvPr>
          <p:cNvSpPr>
            <a:spLocks noGrp="1"/>
          </p:cNvSpPr>
          <p:nvPr>
            <p:ph type="body" sz="quarter" idx="13"/>
          </p:nvPr>
        </p:nvSpPr>
        <p:spPr>
          <a:xfrm>
            <a:off x="6659301" y="4023423"/>
            <a:ext cx="4960613" cy="696729"/>
          </a:xfrm>
        </p:spPr>
        <p:txBody>
          <a:bodyPr wrap="square" lIns="0" tIns="0" rIns="0" bIns="0">
            <a:spAutoFit/>
          </a:bodyPr>
          <a:lstStyle>
            <a:lvl1pPr marL="0" indent="0" algn="l">
              <a:buFont typeface="Arial" panose="020B0604020202020204" pitchFamily="34" charset="0"/>
              <a:buNone/>
              <a:defRPr sz="5000" b="0" i="0">
                <a:solidFill>
                  <a:schemeClr val="accent2"/>
                </a:solidFill>
                <a:latin typeface="+mn-lt"/>
                <a:ea typeface="Red Hat Display Light" panose="02010303040201060303" pitchFamily="2" charset="0"/>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37489627"/>
      </p:ext>
    </p:extLst>
  </p:cSld>
  <p:clrMapOvr>
    <a:masterClrMapping/>
  </p:clrMapOvr>
  <p:transition spd="slow">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ight_Cover_Option_4_v1">
    <p:bg>
      <p:bgPr>
        <a:solidFill>
          <a:schemeClr val="bg1"/>
        </a:solidFill>
        <a:effectLst/>
      </p:bgPr>
    </p:bg>
    <p:spTree>
      <p:nvGrpSpPr>
        <p:cNvPr id="1" name=""/>
        <p:cNvGrpSpPr/>
        <p:nvPr/>
      </p:nvGrpSpPr>
      <p:grpSpPr>
        <a:xfrm>
          <a:off x="0" y="0"/>
          <a:ext cx="0" cy="0"/>
          <a:chOff x="0" y="0"/>
          <a:chExt cx="0" cy="0"/>
        </a:xfrm>
      </p:grpSpPr>
      <p:sp>
        <p:nvSpPr>
          <p:cNvPr id="5" name="Picture Placeholder 13">
            <a:extLst>
              <a:ext uri="{FF2B5EF4-FFF2-40B4-BE49-F238E27FC236}">
                <a16:creationId xmlns:a16="http://schemas.microsoft.com/office/drawing/2014/main" id="{8F55F437-CE6A-E813-20B0-0EDD1FDDCDA4}"/>
              </a:ext>
            </a:extLst>
          </p:cNvPr>
          <p:cNvSpPr>
            <a:spLocks noGrp="1"/>
          </p:cNvSpPr>
          <p:nvPr>
            <p:ph type="pic" sz="quarter" idx="19"/>
          </p:nvPr>
        </p:nvSpPr>
        <p:spPr>
          <a:xfrm>
            <a:off x="0" y="0"/>
            <a:ext cx="12192000" cy="6858000"/>
          </a:xfrm>
          <a:solidFill>
            <a:schemeClr val="bg1">
              <a:lumMod val="85000"/>
            </a:schemeClr>
          </a:solidFill>
        </p:spPr>
        <p:txBody>
          <a:bodyPr>
            <a:normAutofit/>
          </a:bodyPr>
          <a:lstStyle>
            <a:lvl1pPr marL="0" indent="0" algn="r">
              <a:buNone/>
              <a:defRPr sz="1200">
                <a:solidFill>
                  <a:schemeClr val="tx2"/>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6" name="Picture Placeholder 11">
            <a:extLst>
              <a:ext uri="{FF2B5EF4-FFF2-40B4-BE49-F238E27FC236}">
                <a16:creationId xmlns:a16="http://schemas.microsoft.com/office/drawing/2014/main" id="{07247A78-189A-FB83-0920-623B2BA84C02}"/>
              </a:ext>
            </a:extLst>
          </p:cNvPr>
          <p:cNvSpPr>
            <a:spLocks noGrp="1"/>
          </p:cNvSpPr>
          <p:nvPr>
            <p:ph type="pic" sz="quarter" idx="18"/>
          </p:nvPr>
        </p:nvSpPr>
        <p:spPr>
          <a:xfrm rot="10800000" flipV="1">
            <a:off x="6180408" y="238006"/>
            <a:ext cx="5739493" cy="6367146"/>
          </a:xfrm>
          <a:prstGeom prst="snip1Rect">
            <a:avLst>
              <a:gd name="adj" fmla="val 18865"/>
            </a:avLst>
          </a:prstGeom>
          <a:solidFill>
            <a:schemeClr val="bg1"/>
          </a:solidFill>
        </p:spPr>
        <p:txBody>
          <a:bodyPr/>
          <a:lstStyle>
            <a:lvl1pPr marL="0" indent="0">
              <a:buNone/>
              <a:defRPr>
                <a:solidFill>
                  <a:schemeClr val="tx2">
                    <a:alpha val="0"/>
                  </a:schemeClr>
                </a:solidFill>
              </a:defRPr>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1FA20943-9A6D-F92A-A66D-C7B4D618B526}"/>
              </a:ext>
            </a:extLst>
          </p:cNvPr>
          <p:cNvSpPr>
            <a:spLocks noGrp="1"/>
          </p:cNvSpPr>
          <p:nvPr>
            <p:ph type="pic" sz="quarter" idx="22"/>
          </p:nvPr>
        </p:nvSpPr>
        <p:spPr>
          <a:xfrm>
            <a:off x="6657080" y="1816705"/>
            <a:ext cx="1694856" cy="561867"/>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
        <p:nvSpPr>
          <p:cNvPr id="12" name="Text Placeholder 11">
            <a:extLst>
              <a:ext uri="{FF2B5EF4-FFF2-40B4-BE49-F238E27FC236}">
                <a16:creationId xmlns:a16="http://schemas.microsoft.com/office/drawing/2014/main" id="{29D3CF94-93A4-9083-79CB-A0E7F2E2BD7B}"/>
              </a:ext>
            </a:extLst>
          </p:cNvPr>
          <p:cNvSpPr>
            <a:spLocks noGrp="1"/>
          </p:cNvSpPr>
          <p:nvPr>
            <p:ph type="body" sz="quarter" idx="17" hasCustomPrompt="1"/>
          </p:nvPr>
        </p:nvSpPr>
        <p:spPr>
          <a:xfrm>
            <a:off x="6659301" y="3105089"/>
            <a:ext cx="4113704" cy="880562"/>
          </a:xfrm>
        </p:spPr>
        <p:txBody>
          <a:bodyPr wrap="square" lIns="0" tIns="0" rIns="0" bIns="0">
            <a:spAutoFit/>
          </a:bodyPr>
          <a:lstStyle>
            <a:lvl1pPr marL="0" indent="0">
              <a:buNone/>
              <a:defRPr sz="2800" b="0" i="0">
                <a:solidFill>
                  <a:schemeClr val="tx1"/>
                </a:solidFill>
                <a:latin typeface="+mn-lt"/>
                <a:ea typeface="Red Hat Display" panose="02010303040201060303" pitchFamily="2" charset="0"/>
                <a:cs typeface="Arial" panose="020B0604020202020204" pitchFamily="34" charset="0"/>
              </a:defRPr>
            </a:lvl1pPr>
          </a:lstStyle>
          <a:p>
            <a:pPr lvl="0"/>
            <a:r>
              <a:rPr lang="en-US" dirty="0"/>
              <a:t>Click to add text</a:t>
            </a:r>
          </a:p>
          <a:p>
            <a:pPr marL="0" marR="0" lvl="0" indent="0" algn="l" defTabSz="685800" rtl="0" eaLnBrk="1" fontAlgn="auto" latinLnBrk="0" hangingPunct="1">
              <a:lnSpc>
                <a:spcPct val="90000"/>
              </a:lnSpc>
              <a:spcBef>
                <a:spcPts val="750"/>
              </a:spcBef>
              <a:spcAft>
                <a:spcPts val="0"/>
              </a:spcAft>
              <a:buClr>
                <a:schemeClr val="accent3"/>
              </a:buClr>
              <a:buSzTx/>
              <a:buFont typeface="System Font Regular"/>
              <a:buNone/>
              <a:tabLst/>
              <a:defRPr/>
            </a:pPr>
            <a:r>
              <a:rPr lang="en-US" dirty="0"/>
              <a:t>Click to add text</a:t>
            </a:r>
          </a:p>
        </p:txBody>
      </p:sp>
      <p:sp>
        <p:nvSpPr>
          <p:cNvPr id="13" name="Text Placeholder 11">
            <a:extLst>
              <a:ext uri="{FF2B5EF4-FFF2-40B4-BE49-F238E27FC236}">
                <a16:creationId xmlns:a16="http://schemas.microsoft.com/office/drawing/2014/main" id="{F5A89050-CC11-EFAA-76FA-4CB6133112D6}"/>
              </a:ext>
            </a:extLst>
          </p:cNvPr>
          <p:cNvSpPr>
            <a:spLocks noGrp="1"/>
          </p:cNvSpPr>
          <p:nvPr>
            <p:ph type="body" sz="quarter" idx="14" hasCustomPrompt="1"/>
          </p:nvPr>
        </p:nvSpPr>
        <p:spPr>
          <a:xfrm>
            <a:off x="6659301" y="5607337"/>
            <a:ext cx="2195804" cy="167225"/>
          </a:xfrm>
        </p:spPr>
        <p:txBody>
          <a:bodyPr wrap="square" lIns="0" tIns="0" rIns="0" bIns="0">
            <a:spAutoFit/>
          </a:bodyPr>
          <a:lstStyle>
            <a:lvl1pPr marL="0" indent="0">
              <a:buNone/>
              <a:defRPr sz="1200" b="1" i="0">
                <a:solidFill>
                  <a:schemeClr val="tx1"/>
                </a:solidFill>
                <a:latin typeface="+mn-lt"/>
                <a:ea typeface="Red Hat Display SemiBold" panose="02010303040201060303" pitchFamily="2" charset="0"/>
                <a:cs typeface="Arial" panose="020B0604020202020204" pitchFamily="34" charset="0"/>
              </a:defRPr>
            </a:lvl1pPr>
          </a:lstStyle>
          <a:p>
            <a:pPr lvl="0"/>
            <a:r>
              <a:rPr lang="en-US" dirty="0"/>
              <a:t>Name Surname</a:t>
            </a:r>
          </a:p>
        </p:txBody>
      </p:sp>
      <p:sp>
        <p:nvSpPr>
          <p:cNvPr id="14" name="Text Placeholder 11">
            <a:extLst>
              <a:ext uri="{FF2B5EF4-FFF2-40B4-BE49-F238E27FC236}">
                <a16:creationId xmlns:a16="http://schemas.microsoft.com/office/drawing/2014/main" id="{72E315D1-BAC3-6A92-B5AB-A4792CCEF3EE}"/>
              </a:ext>
            </a:extLst>
          </p:cNvPr>
          <p:cNvSpPr>
            <a:spLocks noGrp="1"/>
          </p:cNvSpPr>
          <p:nvPr>
            <p:ph type="body" sz="quarter" idx="15" hasCustomPrompt="1"/>
          </p:nvPr>
        </p:nvSpPr>
        <p:spPr>
          <a:xfrm>
            <a:off x="6659301" y="5847073"/>
            <a:ext cx="2195804" cy="167225"/>
          </a:xfrm>
        </p:spPr>
        <p:txBody>
          <a:bodyPr wrap="square" lIns="0" tIns="0" rIns="0" bIns="0">
            <a:spAutoFit/>
          </a:bodyPr>
          <a:lstStyle>
            <a:lvl1pPr marL="0" indent="0">
              <a:buNone/>
              <a:defRPr sz="1200" b="0" i="0">
                <a:solidFill>
                  <a:schemeClr val="tx1"/>
                </a:solidFill>
                <a:latin typeface="+mn-lt"/>
                <a:ea typeface="Red Hat Display" panose="02010303040201060303" pitchFamily="2" charset="0"/>
                <a:cs typeface="Arial" panose="020B0604020202020204" pitchFamily="34" charset="0"/>
              </a:defRPr>
            </a:lvl1pPr>
          </a:lstStyle>
          <a:p>
            <a:pPr lvl="0"/>
            <a:r>
              <a:rPr lang="en-US" dirty="0"/>
              <a:t>Title</a:t>
            </a:r>
          </a:p>
        </p:txBody>
      </p:sp>
      <p:sp>
        <p:nvSpPr>
          <p:cNvPr id="15" name="Text Placeholder 11">
            <a:extLst>
              <a:ext uri="{FF2B5EF4-FFF2-40B4-BE49-F238E27FC236}">
                <a16:creationId xmlns:a16="http://schemas.microsoft.com/office/drawing/2014/main" id="{16E887AC-27B6-0987-85B7-09DE18E3606D}"/>
              </a:ext>
            </a:extLst>
          </p:cNvPr>
          <p:cNvSpPr>
            <a:spLocks noGrp="1"/>
          </p:cNvSpPr>
          <p:nvPr>
            <p:ph type="body" sz="quarter" idx="16" hasCustomPrompt="1"/>
          </p:nvPr>
        </p:nvSpPr>
        <p:spPr>
          <a:xfrm>
            <a:off x="10520619" y="5847073"/>
            <a:ext cx="1280162" cy="167225"/>
          </a:xfrm>
        </p:spPr>
        <p:txBody>
          <a:bodyPr wrap="square" lIns="0" tIns="0" rIns="0" bIns="0">
            <a:spAutoFit/>
          </a:bodyPr>
          <a:lstStyle>
            <a:lvl1pPr marL="0" indent="0">
              <a:buNone/>
              <a:defRPr sz="1200" b="0" i="0">
                <a:solidFill>
                  <a:schemeClr val="tx1"/>
                </a:solidFill>
                <a:latin typeface="+mn-lt"/>
                <a:ea typeface="Red Hat Display" panose="02010303040201060303" pitchFamily="2" charset="0"/>
                <a:cs typeface="Arial" panose="020B0604020202020204" pitchFamily="34" charset="0"/>
              </a:defRPr>
            </a:lvl1pPr>
          </a:lstStyle>
          <a:p>
            <a:pPr lvl="0"/>
            <a:r>
              <a:rPr lang="en-US" dirty="0"/>
              <a:t>Date</a:t>
            </a:r>
          </a:p>
        </p:txBody>
      </p:sp>
      <p:sp>
        <p:nvSpPr>
          <p:cNvPr id="16" name="Text Placeholder 11">
            <a:extLst>
              <a:ext uri="{FF2B5EF4-FFF2-40B4-BE49-F238E27FC236}">
                <a16:creationId xmlns:a16="http://schemas.microsoft.com/office/drawing/2014/main" id="{566EAD03-E58E-FE7B-70EE-D09CAC74051F}"/>
              </a:ext>
            </a:extLst>
          </p:cNvPr>
          <p:cNvSpPr>
            <a:spLocks noGrp="1"/>
          </p:cNvSpPr>
          <p:nvPr>
            <p:ph type="body" sz="quarter" idx="13"/>
          </p:nvPr>
        </p:nvSpPr>
        <p:spPr>
          <a:xfrm>
            <a:off x="6659301" y="4023423"/>
            <a:ext cx="4960613" cy="696729"/>
          </a:xfrm>
        </p:spPr>
        <p:txBody>
          <a:bodyPr wrap="square" lIns="0" tIns="0" rIns="0" bIns="0">
            <a:spAutoFit/>
          </a:bodyPr>
          <a:lstStyle>
            <a:lvl1pPr marL="0" indent="0" algn="l">
              <a:buFont typeface="Arial" panose="020B0604020202020204" pitchFamily="34" charset="0"/>
              <a:buNone/>
              <a:defRPr sz="5000" b="0" i="0">
                <a:solidFill>
                  <a:schemeClr val="accent2"/>
                </a:solidFill>
                <a:latin typeface="+mn-lt"/>
                <a:ea typeface="Red Hat Display Light" panose="02010303040201060303" pitchFamily="2" charset="0"/>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26407768"/>
      </p:ext>
    </p:extLst>
  </p:cSld>
  <p:clrMapOvr>
    <a:masterClrMapping/>
  </p:clrMapOvr>
  <p:transition spd="slow">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ark_Contents_Option_1_v3">
    <p:bg>
      <p:bgPr>
        <a:solidFill>
          <a:schemeClr val="bg1"/>
        </a:solidFill>
        <a:effectLst/>
      </p:bgPr>
    </p:bg>
    <p:spTree>
      <p:nvGrpSpPr>
        <p:cNvPr id="1" name=""/>
        <p:cNvGrpSpPr/>
        <p:nvPr/>
      </p:nvGrpSpPr>
      <p:grpSpPr>
        <a:xfrm>
          <a:off x="0" y="0"/>
          <a:ext cx="0" cy="0"/>
          <a:chOff x="0" y="0"/>
          <a:chExt cx="0" cy="0"/>
        </a:xfrm>
      </p:grpSpPr>
      <p:sp>
        <p:nvSpPr>
          <p:cNvPr id="4" name="Picture Placeholder 13">
            <a:extLst>
              <a:ext uri="{FF2B5EF4-FFF2-40B4-BE49-F238E27FC236}">
                <a16:creationId xmlns:a16="http://schemas.microsoft.com/office/drawing/2014/main" id="{ECD7491F-ED9E-1D09-FA9F-E5B140E2CFC2}"/>
              </a:ext>
            </a:extLst>
          </p:cNvPr>
          <p:cNvSpPr>
            <a:spLocks noGrp="1"/>
          </p:cNvSpPr>
          <p:nvPr>
            <p:ph type="pic" sz="quarter" idx="19"/>
          </p:nvPr>
        </p:nvSpPr>
        <p:spPr>
          <a:xfrm>
            <a:off x="0" y="0"/>
            <a:ext cx="12192000" cy="6858000"/>
          </a:xfrm>
          <a:solidFill>
            <a:schemeClr val="bg1">
              <a:lumMod val="85000"/>
            </a:schemeClr>
          </a:solidFill>
        </p:spPr>
        <p:txBody>
          <a:bodyPr>
            <a:normAutofit/>
          </a:bodyPr>
          <a:lstStyle>
            <a:lvl1pPr marL="0" indent="0" algn="r">
              <a:buNone/>
              <a:defRPr sz="1200">
                <a:solidFill>
                  <a:schemeClr val="tx2"/>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6" name="Picture Placeholder 11">
            <a:extLst>
              <a:ext uri="{FF2B5EF4-FFF2-40B4-BE49-F238E27FC236}">
                <a16:creationId xmlns:a16="http://schemas.microsoft.com/office/drawing/2014/main" id="{8FBEF437-0B4E-9508-D363-F3AD4D9CB876}"/>
              </a:ext>
            </a:extLst>
          </p:cNvPr>
          <p:cNvSpPr>
            <a:spLocks noGrp="1"/>
          </p:cNvSpPr>
          <p:nvPr>
            <p:ph type="pic" sz="quarter" idx="15"/>
          </p:nvPr>
        </p:nvSpPr>
        <p:spPr>
          <a:xfrm flipV="1">
            <a:off x="206825" y="2133883"/>
            <a:ext cx="7261920" cy="4529964"/>
          </a:xfrm>
          <a:prstGeom prst="snip1Rect">
            <a:avLst>
              <a:gd name="adj" fmla="val 29633"/>
            </a:avLst>
          </a:prstGeom>
          <a:solidFill>
            <a:schemeClr val="tx2"/>
          </a:solidFill>
        </p:spPr>
        <p:txBody>
          <a:bodyPr/>
          <a:lstStyle>
            <a:lvl1pPr marL="0" indent="0">
              <a:buNone/>
              <a:defRPr>
                <a:solidFill>
                  <a:schemeClr val="tx2"/>
                </a:solidFill>
              </a:defRPr>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1C3E9B75-8087-7D38-13E9-3EA71C37AF70}"/>
              </a:ext>
            </a:extLst>
          </p:cNvPr>
          <p:cNvSpPr>
            <a:spLocks noGrp="1"/>
          </p:cNvSpPr>
          <p:nvPr>
            <p:ph type="pic" sz="quarter" idx="20"/>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
        <p:nvSpPr>
          <p:cNvPr id="12" name="Text Placeholder 11">
            <a:extLst>
              <a:ext uri="{FF2B5EF4-FFF2-40B4-BE49-F238E27FC236}">
                <a16:creationId xmlns:a16="http://schemas.microsoft.com/office/drawing/2014/main" id="{FFF1988E-468B-7DBA-679A-890CC57600A5}"/>
              </a:ext>
            </a:extLst>
          </p:cNvPr>
          <p:cNvSpPr>
            <a:spLocks noGrp="1"/>
          </p:cNvSpPr>
          <p:nvPr>
            <p:ph type="body" sz="quarter" idx="13" hasCustomPrompt="1"/>
          </p:nvPr>
        </p:nvSpPr>
        <p:spPr>
          <a:xfrm>
            <a:off x="618848" y="2751169"/>
            <a:ext cx="4498929" cy="390171"/>
          </a:xfrm>
        </p:spPr>
        <p:txBody>
          <a:bodyPr lIns="0" tIns="0" rIns="0" bIns="0">
            <a:spAutoFit/>
          </a:bodyPr>
          <a:lstStyle>
            <a:lvl1pPr marL="0" indent="0">
              <a:buNone/>
              <a:defRPr sz="2800" b="0" i="0" cap="all" baseline="0">
                <a:solidFill>
                  <a:schemeClr val="bg1"/>
                </a:solidFill>
                <a:latin typeface="+mn-lt"/>
                <a:ea typeface="Red Hat Display Light" panose="02010303040201060303" pitchFamily="2" charset="0"/>
                <a:cs typeface="Arial" panose="020B0604020202020204" pitchFamily="34" charset="0"/>
              </a:defRPr>
            </a:lvl1pPr>
          </a:lstStyle>
          <a:p>
            <a:pPr lvl="0"/>
            <a:r>
              <a:rPr lang="en-US" dirty="0"/>
              <a:t>Click to add title</a:t>
            </a:r>
          </a:p>
        </p:txBody>
      </p:sp>
      <p:sp>
        <p:nvSpPr>
          <p:cNvPr id="13" name="Text Placeholder 11">
            <a:extLst>
              <a:ext uri="{FF2B5EF4-FFF2-40B4-BE49-F238E27FC236}">
                <a16:creationId xmlns:a16="http://schemas.microsoft.com/office/drawing/2014/main" id="{A6260BEB-B489-5ACB-0BCC-D1C04CCB3C4D}"/>
              </a:ext>
            </a:extLst>
          </p:cNvPr>
          <p:cNvSpPr>
            <a:spLocks noGrp="1"/>
          </p:cNvSpPr>
          <p:nvPr>
            <p:ph type="body" sz="quarter" idx="14"/>
          </p:nvPr>
        </p:nvSpPr>
        <p:spPr>
          <a:xfrm>
            <a:off x="618847" y="3767566"/>
            <a:ext cx="4498929" cy="222946"/>
          </a:xfrm>
        </p:spPr>
        <p:txBody>
          <a:bodyPr lIns="0" tIns="0" rIns="0" bIns="0">
            <a:spAutoFit/>
          </a:bodyPr>
          <a:lstStyle>
            <a:lvl1pPr marL="342900" indent="-342900">
              <a:buClr>
                <a:schemeClr val="accent2"/>
              </a:buClr>
              <a:buFont typeface="+mj-lt"/>
              <a:buAutoNum type="arabicPeriod"/>
              <a:defRPr sz="1600" b="0" i="0" cap="none" baseline="0">
                <a:solidFill>
                  <a:schemeClr val="bg1"/>
                </a:solidFill>
                <a:latin typeface="+mn-lt"/>
                <a:ea typeface="Red Hat Display" panose="02010303040201060303" pitchFamily="2" charset="0"/>
                <a:cs typeface="Arial" panose="020B0604020202020204" pitchFamily="34" charset="0"/>
              </a:defRPr>
            </a:lvl1pPr>
          </a:lstStyle>
          <a:p>
            <a:pPr lvl="0"/>
            <a:r>
              <a:rPr lang="en-US"/>
              <a:t>Click to edit Master text styles</a:t>
            </a:r>
          </a:p>
        </p:txBody>
      </p:sp>
      <p:sp>
        <p:nvSpPr>
          <p:cNvPr id="14" name="Content Placeholder 22">
            <a:extLst>
              <a:ext uri="{FF2B5EF4-FFF2-40B4-BE49-F238E27FC236}">
                <a16:creationId xmlns:a16="http://schemas.microsoft.com/office/drawing/2014/main" id="{AB8BA396-A0AF-670E-38C0-FC015B43C1E8}"/>
              </a:ext>
            </a:extLst>
          </p:cNvPr>
          <p:cNvSpPr>
            <a:spLocks noGrp="1"/>
          </p:cNvSpPr>
          <p:nvPr>
            <p:ph sz="quarter" idx="17"/>
          </p:nvPr>
        </p:nvSpPr>
        <p:spPr>
          <a:xfrm flipV="1">
            <a:off x="603979" y="3261810"/>
            <a:ext cx="1548205" cy="45719"/>
          </a:xfrm>
          <a:custGeom>
            <a:avLst/>
            <a:gdLst>
              <a:gd name="connsiteX0" fmla="*/ 0 w 1229642"/>
              <a:gd name="connsiteY0" fmla="*/ 36000 h 36000"/>
              <a:gd name="connsiteX1" fmla="*/ 1229642 w 1229642"/>
              <a:gd name="connsiteY1" fmla="*/ 36000 h 36000"/>
              <a:gd name="connsiteX2" fmla="*/ 1184821 w 1229642"/>
              <a:gd name="connsiteY2" fmla="*/ 0 h 36000"/>
              <a:gd name="connsiteX3" fmla="*/ 6000 w 1229642"/>
              <a:gd name="connsiteY3" fmla="*/ 0 h 36000"/>
              <a:gd name="connsiteX4" fmla="*/ 0 w 1229642"/>
              <a:gd name="connsiteY4" fmla="*/ 6000 h 3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9642" h="36000">
                <a:moveTo>
                  <a:pt x="0" y="36000"/>
                </a:moveTo>
                <a:lnTo>
                  <a:pt x="1229642" y="36000"/>
                </a:lnTo>
                <a:lnTo>
                  <a:pt x="1184821" y="0"/>
                </a:lnTo>
                <a:lnTo>
                  <a:pt x="6000" y="0"/>
                </a:lnTo>
                <a:cubicBezTo>
                  <a:pt x="2686" y="0"/>
                  <a:pt x="0" y="2686"/>
                  <a:pt x="0" y="6000"/>
                </a:cubicBezTo>
                <a:close/>
              </a:path>
            </a:pathLst>
          </a:custGeom>
          <a:solidFill>
            <a:schemeClr val="accent2"/>
          </a:solidFill>
        </p:spPr>
        <p:txBody>
          <a:bodyPr wrap="square">
            <a:noAutofit/>
          </a:bodyPr>
          <a:lstStyle>
            <a:lvl1pPr marL="0" indent="0">
              <a:buNone/>
              <a:defRPr sz="800">
                <a:noFill/>
                <a:latin typeface="+mn-lt"/>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Tree>
    <p:extLst>
      <p:ext uri="{BB962C8B-B14F-4D97-AF65-F5344CB8AC3E}">
        <p14:creationId xmlns:p14="http://schemas.microsoft.com/office/powerpoint/2010/main" val="2848612874"/>
      </p:ext>
    </p:extLst>
  </p:cSld>
  <p:clrMapOvr>
    <a:masterClrMapping/>
  </p:clrMapOvr>
  <p:transition spd="slow">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Dark_Contents_Option_1_v3">
    <p:bg>
      <p:bgPr>
        <a:solidFill>
          <a:schemeClr val="bg1"/>
        </a:solidFill>
        <a:effectLst/>
      </p:bgPr>
    </p:bg>
    <p:spTree>
      <p:nvGrpSpPr>
        <p:cNvPr id="1" name=""/>
        <p:cNvGrpSpPr/>
        <p:nvPr/>
      </p:nvGrpSpPr>
      <p:grpSpPr>
        <a:xfrm>
          <a:off x="0" y="0"/>
          <a:ext cx="0" cy="0"/>
          <a:chOff x="0" y="0"/>
          <a:chExt cx="0" cy="0"/>
        </a:xfrm>
      </p:grpSpPr>
      <p:sp>
        <p:nvSpPr>
          <p:cNvPr id="4" name="Picture Placeholder 13">
            <a:extLst>
              <a:ext uri="{FF2B5EF4-FFF2-40B4-BE49-F238E27FC236}">
                <a16:creationId xmlns:a16="http://schemas.microsoft.com/office/drawing/2014/main" id="{ECD7491F-ED9E-1D09-FA9F-E5B140E2CFC2}"/>
              </a:ext>
            </a:extLst>
          </p:cNvPr>
          <p:cNvSpPr>
            <a:spLocks noGrp="1"/>
          </p:cNvSpPr>
          <p:nvPr>
            <p:ph type="pic" sz="quarter" idx="19"/>
          </p:nvPr>
        </p:nvSpPr>
        <p:spPr>
          <a:xfrm>
            <a:off x="0" y="0"/>
            <a:ext cx="12192000" cy="6858000"/>
          </a:xfrm>
          <a:solidFill>
            <a:schemeClr val="bg1">
              <a:lumMod val="85000"/>
            </a:schemeClr>
          </a:solidFill>
        </p:spPr>
        <p:txBody>
          <a:bodyPr>
            <a:normAutofit/>
          </a:bodyPr>
          <a:lstStyle>
            <a:lvl1pPr marL="0" indent="0" algn="r">
              <a:buNone/>
              <a:defRPr sz="1200">
                <a:solidFill>
                  <a:schemeClr val="tx2"/>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6" name="Picture Placeholder 11">
            <a:extLst>
              <a:ext uri="{FF2B5EF4-FFF2-40B4-BE49-F238E27FC236}">
                <a16:creationId xmlns:a16="http://schemas.microsoft.com/office/drawing/2014/main" id="{8FBEF437-0B4E-9508-D363-F3AD4D9CB876}"/>
              </a:ext>
            </a:extLst>
          </p:cNvPr>
          <p:cNvSpPr>
            <a:spLocks noGrp="1"/>
          </p:cNvSpPr>
          <p:nvPr>
            <p:ph type="pic" sz="quarter" idx="15"/>
          </p:nvPr>
        </p:nvSpPr>
        <p:spPr>
          <a:xfrm flipV="1">
            <a:off x="206825" y="2133883"/>
            <a:ext cx="7261920" cy="4529964"/>
          </a:xfrm>
          <a:prstGeom prst="snip1Rect">
            <a:avLst>
              <a:gd name="adj" fmla="val 29633"/>
            </a:avLst>
          </a:prstGeom>
          <a:solidFill>
            <a:schemeClr val="tx2"/>
          </a:solidFill>
        </p:spPr>
        <p:txBody>
          <a:bodyPr/>
          <a:lstStyle>
            <a:lvl1pPr marL="0" indent="0">
              <a:buNone/>
              <a:defRPr>
                <a:solidFill>
                  <a:schemeClr val="tx2"/>
                </a:solidFill>
              </a:defRPr>
            </a:lvl1pPr>
          </a:lstStyle>
          <a:p>
            <a:r>
              <a:rPr lang="en-US"/>
              <a:t>Click icon to add picture</a:t>
            </a:r>
            <a:endParaRPr lang="en-US" dirty="0"/>
          </a:p>
        </p:txBody>
      </p:sp>
      <p:sp>
        <p:nvSpPr>
          <p:cNvPr id="12" name="Text Placeholder 11">
            <a:extLst>
              <a:ext uri="{FF2B5EF4-FFF2-40B4-BE49-F238E27FC236}">
                <a16:creationId xmlns:a16="http://schemas.microsoft.com/office/drawing/2014/main" id="{FFF1988E-468B-7DBA-679A-890CC57600A5}"/>
              </a:ext>
            </a:extLst>
          </p:cNvPr>
          <p:cNvSpPr>
            <a:spLocks noGrp="1"/>
          </p:cNvSpPr>
          <p:nvPr>
            <p:ph type="body" sz="quarter" idx="13" hasCustomPrompt="1"/>
          </p:nvPr>
        </p:nvSpPr>
        <p:spPr>
          <a:xfrm>
            <a:off x="618848" y="2751169"/>
            <a:ext cx="4498929" cy="390171"/>
          </a:xfrm>
        </p:spPr>
        <p:txBody>
          <a:bodyPr lIns="0" tIns="0" rIns="0" bIns="0">
            <a:spAutoFit/>
          </a:bodyPr>
          <a:lstStyle>
            <a:lvl1pPr marL="0" indent="0">
              <a:buNone/>
              <a:defRPr sz="2800" b="0" i="0" cap="all" baseline="0">
                <a:solidFill>
                  <a:schemeClr val="bg1"/>
                </a:solidFill>
                <a:latin typeface="+mn-lt"/>
                <a:ea typeface="Red Hat Display Light" panose="02010303040201060303" pitchFamily="2" charset="0"/>
                <a:cs typeface="Arial" panose="020B0604020202020204" pitchFamily="34" charset="0"/>
              </a:defRPr>
            </a:lvl1pPr>
          </a:lstStyle>
          <a:p>
            <a:pPr lvl="0"/>
            <a:r>
              <a:rPr lang="en-US" dirty="0"/>
              <a:t>Click to add title</a:t>
            </a:r>
          </a:p>
        </p:txBody>
      </p:sp>
      <p:sp>
        <p:nvSpPr>
          <p:cNvPr id="13" name="Text Placeholder 11">
            <a:extLst>
              <a:ext uri="{FF2B5EF4-FFF2-40B4-BE49-F238E27FC236}">
                <a16:creationId xmlns:a16="http://schemas.microsoft.com/office/drawing/2014/main" id="{A6260BEB-B489-5ACB-0BCC-D1C04CCB3C4D}"/>
              </a:ext>
            </a:extLst>
          </p:cNvPr>
          <p:cNvSpPr>
            <a:spLocks noGrp="1"/>
          </p:cNvSpPr>
          <p:nvPr>
            <p:ph type="body" sz="quarter" idx="14"/>
          </p:nvPr>
        </p:nvSpPr>
        <p:spPr>
          <a:xfrm>
            <a:off x="618847" y="3767566"/>
            <a:ext cx="4498929" cy="222946"/>
          </a:xfrm>
        </p:spPr>
        <p:txBody>
          <a:bodyPr lIns="0" tIns="0" rIns="0" bIns="0">
            <a:spAutoFit/>
          </a:bodyPr>
          <a:lstStyle>
            <a:lvl1pPr marL="342900" indent="-342900">
              <a:buClr>
                <a:schemeClr val="accent2"/>
              </a:buClr>
              <a:buFont typeface="+mj-lt"/>
              <a:buAutoNum type="arabicPeriod"/>
              <a:defRPr sz="1600" b="0" i="0" cap="none" baseline="0">
                <a:solidFill>
                  <a:schemeClr val="bg1"/>
                </a:solidFill>
                <a:latin typeface="+mn-lt"/>
                <a:ea typeface="Red Hat Display" panose="02010303040201060303" pitchFamily="2" charset="0"/>
                <a:cs typeface="Arial" panose="020B0604020202020204" pitchFamily="34" charset="0"/>
              </a:defRPr>
            </a:lvl1pPr>
          </a:lstStyle>
          <a:p>
            <a:pPr lvl="0"/>
            <a:r>
              <a:rPr lang="en-US"/>
              <a:t>Click to edit Master text styles</a:t>
            </a:r>
          </a:p>
        </p:txBody>
      </p:sp>
      <p:sp>
        <p:nvSpPr>
          <p:cNvPr id="14" name="Content Placeholder 22">
            <a:extLst>
              <a:ext uri="{FF2B5EF4-FFF2-40B4-BE49-F238E27FC236}">
                <a16:creationId xmlns:a16="http://schemas.microsoft.com/office/drawing/2014/main" id="{AB8BA396-A0AF-670E-38C0-FC015B43C1E8}"/>
              </a:ext>
            </a:extLst>
          </p:cNvPr>
          <p:cNvSpPr>
            <a:spLocks noGrp="1"/>
          </p:cNvSpPr>
          <p:nvPr>
            <p:ph sz="quarter" idx="17"/>
          </p:nvPr>
        </p:nvSpPr>
        <p:spPr>
          <a:xfrm flipV="1">
            <a:off x="603979" y="3261810"/>
            <a:ext cx="1548205" cy="45719"/>
          </a:xfrm>
          <a:custGeom>
            <a:avLst/>
            <a:gdLst>
              <a:gd name="connsiteX0" fmla="*/ 0 w 1229642"/>
              <a:gd name="connsiteY0" fmla="*/ 36000 h 36000"/>
              <a:gd name="connsiteX1" fmla="*/ 1229642 w 1229642"/>
              <a:gd name="connsiteY1" fmla="*/ 36000 h 36000"/>
              <a:gd name="connsiteX2" fmla="*/ 1184821 w 1229642"/>
              <a:gd name="connsiteY2" fmla="*/ 0 h 36000"/>
              <a:gd name="connsiteX3" fmla="*/ 6000 w 1229642"/>
              <a:gd name="connsiteY3" fmla="*/ 0 h 36000"/>
              <a:gd name="connsiteX4" fmla="*/ 0 w 1229642"/>
              <a:gd name="connsiteY4" fmla="*/ 6000 h 3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9642" h="36000">
                <a:moveTo>
                  <a:pt x="0" y="36000"/>
                </a:moveTo>
                <a:lnTo>
                  <a:pt x="1229642" y="36000"/>
                </a:lnTo>
                <a:lnTo>
                  <a:pt x="1184821" y="0"/>
                </a:lnTo>
                <a:lnTo>
                  <a:pt x="6000" y="0"/>
                </a:lnTo>
                <a:cubicBezTo>
                  <a:pt x="2686" y="0"/>
                  <a:pt x="0" y="2686"/>
                  <a:pt x="0" y="6000"/>
                </a:cubicBezTo>
                <a:close/>
              </a:path>
            </a:pathLst>
          </a:custGeom>
          <a:solidFill>
            <a:schemeClr val="accent2"/>
          </a:solidFill>
        </p:spPr>
        <p:txBody>
          <a:bodyPr wrap="square">
            <a:noAutofit/>
          </a:bodyPr>
          <a:lstStyle>
            <a:lvl1pPr marL="0" indent="0">
              <a:buNone/>
              <a:defRPr sz="800">
                <a:noFill/>
                <a:latin typeface="+mn-lt"/>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2" name="Picture Placeholder 8">
            <a:extLst>
              <a:ext uri="{FF2B5EF4-FFF2-40B4-BE49-F238E27FC236}">
                <a16:creationId xmlns:a16="http://schemas.microsoft.com/office/drawing/2014/main" id="{3712ADD7-3328-E8A0-74F6-FCF2E01E41D3}"/>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3401142621"/>
      </p:ext>
    </p:extLst>
  </p:cSld>
  <p:clrMapOvr>
    <a:masterClrMapping/>
  </p:clrMapOvr>
  <p:transition spd="slow">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ight_Contents_Option_1_v1">
    <p:bg>
      <p:bgPr>
        <a:solidFill>
          <a:schemeClr val="bg1"/>
        </a:solidFill>
        <a:effectLst/>
      </p:bgPr>
    </p:bg>
    <p:spTree>
      <p:nvGrpSpPr>
        <p:cNvPr id="1" name=""/>
        <p:cNvGrpSpPr/>
        <p:nvPr/>
      </p:nvGrpSpPr>
      <p:grpSpPr>
        <a:xfrm>
          <a:off x="0" y="0"/>
          <a:ext cx="0" cy="0"/>
          <a:chOff x="0" y="0"/>
          <a:chExt cx="0" cy="0"/>
        </a:xfrm>
      </p:grpSpPr>
      <p:sp>
        <p:nvSpPr>
          <p:cNvPr id="5" name="Picture Placeholder 13">
            <a:extLst>
              <a:ext uri="{FF2B5EF4-FFF2-40B4-BE49-F238E27FC236}">
                <a16:creationId xmlns:a16="http://schemas.microsoft.com/office/drawing/2014/main" id="{AEA8D9E6-CE9A-23B2-D3CC-8D4B50A1BE3C}"/>
              </a:ext>
            </a:extLst>
          </p:cNvPr>
          <p:cNvSpPr>
            <a:spLocks noGrp="1"/>
          </p:cNvSpPr>
          <p:nvPr>
            <p:ph type="pic" sz="quarter" idx="19"/>
          </p:nvPr>
        </p:nvSpPr>
        <p:spPr>
          <a:xfrm>
            <a:off x="0" y="0"/>
            <a:ext cx="12192000" cy="6858000"/>
          </a:xfrm>
          <a:solidFill>
            <a:schemeClr val="bg1">
              <a:lumMod val="85000"/>
            </a:schemeClr>
          </a:solidFill>
        </p:spPr>
        <p:txBody>
          <a:bodyPr>
            <a:normAutofit/>
          </a:bodyPr>
          <a:lstStyle>
            <a:lvl1pPr marL="0" indent="0" algn="r">
              <a:buNone/>
              <a:defRPr sz="1200">
                <a:solidFill>
                  <a:schemeClr val="tx2"/>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6" name="Picture Placeholder 11">
            <a:extLst>
              <a:ext uri="{FF2B5EF4-FFF2-40B4-BE49-F238E27FC236}">
                <a16:creationId xmlns:a16="http://schemas.microsoft.com/office/drawing/2014/main" id="{53E2F038-55C4-82C0-23A9-E717696B806C}"/>
              </a:ext>
            </a:extLst>
          </p:cNvPr>
          <p:cNvSpPr>
            <a:spLocks noGrp="1"/>
          </p:cNvSpPr>
          <p:nvPr>
            <p:ph type="pic" sz="quarter" idx="15"/>
          </p:nvPr>
        </p:nvSpPr>
        <p:spPr>
          <a:xfrm flipV="1">
            <a:off x="206825" y="2133883"/>
            <a:ext cx="7261920" cy="4529964"/>
          </a:xfrm>
          <a:prstGeom prst="snip1Rect">
            <a:avLst>
              <a:gd name="adj" fmla="val 29633"/>
            </a:avLst>
          </a:prstGeom>
          <a:solidFill>
            <a:schemeClr val="bg2"/>
          </a:solidFill>
        </p:spPr>
        <p:txBody>
          <a:bodyPr>
            <a:normAutofit/>
          </a:bodyPr>
          <a:lstStyle>
            <a:lvl1pPr marL="0" indent="0">
              <a:buNone/>
              <a:defRPr sz="100">
                <a:solidFill>
                  <a:schemeClr val="bg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A522B07A-E437-2E3C-7B5F-7EA31B0BA123}"/>
              </a:ext>
            </a:extLst>
          </p:cNvPr>
          <p:cNvSpPr>
            <a:spLocks noGrp="1"/>
          </p:cNvSpPr>
          <p:nvPr>
            <p:ph type="pic" sz="quarter" idx="20"/>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
        <p:nvSpPr>
          <p:cNvPr id="12" name="Text Placeholder 11">
            <a:extLst>
              <a:ext uri="{FF2B5EF4-FFF2-40B4-BE49-F238E27FC236}">
                <a16:creationId xmlns:a16="http://schemas.microsoft.com/office/drawing/2014/main" id="{FFF1988E-468B-7DBA-679A-890CC57600A5}"/>
              </a:ext>
            </a:extLst>
          </p:cNvPr>
          <p:cNvSpPr>
            <a:spLocks noGrp="1"/>
          </p:cNvSpPr>
          <p:nvPr>
            <p:ph type="body" sz="quarter" idx="13" hasCustomPrompt="1"/>
          </p:nvPr>
        </p:nvSpPr>
        <p:spPr>
          <a:xfrm>
            <a:off x="618848" y="2751169"/>
            <a:ext cx="4498929" cy="390171"/>
          </a:xfrm>
        </p:spPr>
        <p:txBody>
          <a:bodyPr lIns="0" tIns="0" rIns="0" bIns="0">
            <a:spAutoFit/>
          </a:bodyPr>
          <a:lstStyle>
            <a:lvl1pPr marL="0" indent="0">
              <a:buNone/>
              <a:defRPr sz="2800" b="0" i="0" cap="all" baseline="0">
                <a:solidFill>
                  <a:schemeClr val="tx1"/>
                </a:solidFill>
                <a:latin typeface="+mn-lt"/>
                <a:ea typeface="Red Hat Display Light" panose="02010303040201060303" pitchFamily="2" charset="0"/>
                <a:cs typeface="Arial" panose="020B0604020202020204" pitchFamily="34" charset="0"/>
              </a:defRPr>
            </a:lvl1pPr>
          </a:lstStyle>
          <a:p>
            <a:pPr lvl="0"/>
            <a:r>
              <a:rPr lang="en-US" dirty="0"/>
              <a:t>Click to add title</a:t>
            </a:r>
          </a:p>
        </p:txBody>
      </p:sp>
      <p:sp>
        <p:nvSpPr>
          <p:cNvPr id="13" name="Text Placeholder 11">
            <a:extLst>
              <a:ext uri="{FF2B5EF4-FFF2-40B4-BE49-F238E27FC236}">
                <a16:creationId xmlns:a16="http://schemas.microsoft.com/office/drawing/2014/main" id="{A6260BEB-B489-5ACB-0BCC-D1C04CCB3C4D}"/>
              </a:ext>
            </a:extLst>
          </p:cNvPr>
          <p:cNvSpPr>
            <a:spLocks noGrp="1"/>
          </p:cNvSpPr>
          <p:nvPr>
            <p:ph type="body" sz="quarter" idx="14"/>
          </p:nvPr>
        </p:nvSpPr>
        <p:spPr>
          <a:xfrm>
            <a:off x="618847" y="3767566"/>
            <a:ext cx="4498929" cy="222946"/>
          </a:xfrm>
        </p:spPr>
        <p:txBody>
          <a:bodyPr lIns="0" tIns="0" rIns="0" bIns="0">
            <a:spAutoFit/>
          </a:bodyPr>
          <a:lstStyle>
            <a:lvl1pPr marL="342900" indent="-342900">
              <a:buClr>
                <a:schemeClr val="accent2"/>
              </a:buClr>
              <a:buFont typeface="+mj-lt"/>
              <a:buAutoNum type="arabicPeriod"/>
              <a:defRPr sz="1600" b="0" i="0" cap="none" baseline="0">
                <a:solidFill>
                  <a:schemeClr val="tx1"/>
                </a:solidFill>
                <a:latin typeface="+mn-lt"/>
                <a:ea typeface="Red Hat Display" panose="02010303040201060303" pitchFamily="2" charset="0"/>
                <a:cs typeface="Arial" panose="020B0604020202020204" pitchFamily="34" charset="0"/>
              </a:defRPr>
            </a:lvl1pPr>
          </a:lstStyle>
          <a:p>
            <a:pPr lvl="0"/>
            <a:r>
              <a:rPr lang="en-US"/>
              <a:t>Click to edit Master text styles</a:t>
            </a:r>
          </a:p>
        </p:txBody>
      </p:sp>
      <p:sp>
        <p:nvSpPr>
          <p:cNvPr id="14" name="Content Placeholder 22">
            <a:extLst>
              <a:ext uri="{FF2B5EF4-FFF2-40B4-BE49-F238E27FC236}">
                <a16:creationId xmlns:a16="http://schemas.microsoft.com/office/drawing/2014/main" id="{AB8BA396-A0AF-670E-38C0-FC015B43C1E8}"/>
              </a:ext>
            </a:extLst>
          </p:cNvPr>
          <p:cNvSpPr>
            <a:spLocks noGrp="1"/>
          </p:cNvSpPr>
          <p:nvPr>
            <p:ph sz="quarter" idx="17"/>
          </p:nvPr>
        </p:nvSpPr>
        <p:spPr>
          <a:xfrm flipV="1">
            <a:off x="603979" y="3261810"/>
            <a:ext cx="1548205" cy="45719"/>
          </a:xfrm>
          <a:custGeom>
            <a:avLst/>
            <a:gdLst>
              <a:gd name="connsiteX0" fmla="*/ 0 w 1229642"/>
              <a:gd name="connsiteY0" fmla="*/ 36000 h 36000"/>
              <a:gd name="connsiteX1" fmla="*/ 1229642 w 1229642"/>
              <a:gd name="connsiteY1" fmla="*/ 36000 h 36000"/>
              <a:gd name="connsiteX2" fmla="*/ 1184821 w 1229642"/>
              <a:gd name="connsiteY2" fmla="*/ 0 h 36000"/>
              <a:gd name="connsiteX3" fmla="*/ 6000 w 1229642"/>
              <a:gd name="connsiteY3" fmla="*/ 0 h 36000"/>
              <a:gd name="connsiteX4" fmla="*/ 0 w 1229642"/>
              <a:gd name="connsiteY4" fmla="*/ 6000 h 3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9642" h="36000">
                <a:moveTo>
                  <a:pt x="0" y="36000"/>
                </a:moveTo>
                <a:lnTo>
                  <a:pt x="1229642" y="36000"/>
                </a:lnTo>
                <a:lnTo>
                  <a:pt x="1184821" y="0"/>
                </a:lnTo>
                <a:lnTo>
                  <a:pt x="6000" y="0"/>
                </a:lnTo>
                <a:cubicBezTo>
                  <a:pt x="2686" y="0"/>
                  <a:pt x="0" y="2686"/>
                  <a:pt x="0" y="6000"/>
                </a:cubicBezTo>
                <a:close/>
              </a:path>
            </a:pathLst>
          </a:custGeom>
          <a:solidFill>
            <a:schemeClr val="accent2"/>
          </a:solidFill>
        </p:spPr>
        <p:txBody>
          <a:bodyPr wrap="square">
            <a:noAutofit/>
          </a:bodyPr>
          <a:lstStyle>
            <a:lvl1pPr marL="0" indent="0">
              <a:buNone/>
              <a:defRPr sz="800">
                <a:noFill/>
                <a:latin typeface="+mn-lt"/>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Tree>
    <p:extLst>
      <p:ext uri="{BB962C8B-B14F-4D97-AF65-F5344CB8AC3E}">
        <p14:creationId xmlns:p14="http://schemas.microsoft.com/office/powerpoint/2010/main" val="1119305009"/>
      </p:ext>
    </p:extLst>
  </p:cSld>
  <p:clrMapOvr>
    <a:masterClrMapping/>
  </p:clrMapOvr>
  <p:transition spd="slow">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Light_Contents_Option_1_v1">
    <p:bg>
      <p:bgPr>
        <a:solidFill>
          <a:schemeClr val="bg1"/>
        </a:solidFill>
        <a:effectLst/>
      </p:bgPr>
    </p:bg>
    <p:spTree>
      <p:nvGrpSpPr>
        <p:cNvPr id="1" name=""/>
        <p:cNvGrpSpPr/>
        <p:nvPr/>
      </p:nvGrpSpPr>
      <p:grpSpPr>
        <a:xfrm>
          <a:off x="0" y="0"/>
          <a:ext cx="0" cy="0"/>
          <a:chOff x="0" y="0"/>
          <a:chExt cx="0" cy="0"/>
        </a:xfrm>
      </p:grpSpPr>
      <p:sp>
        <p:nvSpPr>
          <p:cNvPr id="5" name="Picture Placeholder 13">
            <a:extLst>
              <a:ext uri="{FF2B5EF4-FFF2-40B4-BE49-F238E27FC236}">
                <a16:creationId xmlns:a16="http://schemas.microsoft.com/office/drawing/2014/main" id="{AEA8D9E6-CE9A-23B2-D3CC-8D4B50A1BE3C}"/>
              </a:ext>
            </a:extLst>
          </p:cNvPr>
          <p:cNvSpPr>
            <a:spLocks noGrp="1"/>
          </p:cNvSpPr>
          <p:nvPr>
            <p:ph type="pic" sz="quarter" idx="19"/>
          </p:nvPr>
        </p:nvSpPr>
        <p:spPr>
          <a:xfrm>
            <a:off x="0" y="0"/>
            <a:ext cx="12192000" cy="6858000"/>
          </a:xfrm>
          <a:solidFill>
            <a:schemeClr val="bg1">
              <a:lumMod val="85000"/>
            </a:schemeClr>
          </a:solidFill>
        </p:spPr>
        <p:txBody>
          <a:bodyPr>
            <a:normAutofit/>
          </a:bodyPr>
          <a:lstStyle>
            <a:lvl1pPr marL="0" indent="0" algn="r">
              <a:buNone/>
              <a:defRPr sz="1200">
                <a:solidFill>
                  <a:schemeClr val="tx2"/>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6" name="Picture Placeholder 11">
            <a:extLst>
              <a:ext uri="{FF2B5EF4-FFF2-40B4-BE49-F238E27FC236}">
                <a16:creationId xmlns:a16="http://schemas.microsoft.com/office/drawing/2014/main" id="{53E2F038-55C4-82C0-23A9-E717696B806C}"/>
              </a:ext>
            </a:extLst>
          </p:cNvPr>
          <p:cNvSpPr>
            <a:spLocks noGrp="1"/>
          </p:cNvSpPr>
          <p:nvPr>
            <p:ph type="pic" sz="quarter" idx="15"/>
          </p:nvPr>
        </p:nvSpPr>
        <p:spPr>
          <a:xfrm flipV="1">
            <a:off x="206825" y="2133883"/>
            <a:ext cx="7261920" cy="4529964"/>
          </a:xfrm>
          <a:prstGeom prst="snip1Rect">
            <a:avLst>
              <a:gd name="adj" fmla="val 29633"/>
            </a:avLst>
          </a:prstGeom>
          <a:solidFill>
            <a:schemeClr val="bg2"/>
          </a:solidFill>
        </p:spPr>
        <p:txBody>
          <a:bodyPr>
            <a:normAutofit/>
          </a:bodyPr>
          <a:lstStyle>
            <a:lvl1pPr marL="0" indent="0">
              <a:buNone/>
              <a:defRPr sz="100">
                <a:solidFill>
                  <a:schemeClr val="bg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A522B07A-E437-2E3C-7B5F-7EA31B0BA123}"/>
              </a:ext>
            </a:extLst>
          </p:cNvPr>
          <p:cNvSpPr>
            <a:spLocks noGrp="1"/>
          </p:cNvSpPr>
          <p:nvPr>
            <p:ph type="pic" sz="quarter" idx="20"/>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
        <p:nvSpPr>
          <p:cNvPr id="12" name="Text Placeholder 11">
            <a:extLst>
              <a:ext uri="{FF2B5EF4-FFF2-40B4-BE49-F238E27FC236}">
                <a16:creationId xmlns:a16="http://schemas.microsoft.com/office/drawing/2014/main" id="{FFF1988E-468B-7DBA-679A-890CC57600A5}"/>
              </a:ext>
            </a:extLst>
          </p:cNvPr>
          <p:cNvSpPr>
            <a:spLocks noGrp="1"/>
          </p:cNvSpPr>
          <p:nvPr>
            <p:ph type="body" sz="quarter" idx="13" hasCustomPrompt="1"/>
          </p:nvPr>
        </p:nvSpPr>
        <p:spPr>
          <a:xfrm>
            <a:off x="618848" y="2751169"/>
            <a:ext cx="4498929" cy="390171"/>
          </a:xfrm>
        </p:spPr>
        <p:txBody>
          <a:bodyPr lIns="0" tIns="0" rIns="0" bIns="0">
            <a:spAutoFit/>
          </a:bodyPr>
          <a:lstStyle>
            <a:lvl1pPr marL="0" indent="0">
              <a:buNone/>
              <a:defRPr sz="2800" b="0" i="0" cap="all" baseline="0">
                <a:solidFill>
                  <a:schemeClr val="tx1"/>
                </a:solidFill>
                <a:latin typeface="+mn-lt"/>
                <a:ea typeface="Red Hat Display Light" panose="02010303040201060303" pitchFamily="2" charset="0"/>
                <a:cs typeface="Arial" panose="020B0604020202020204" pitchFamily="34" charset="0"/>
              </a:defRPr>
            </a:lvl1pPr>
          </a:lstStyle>
          <a:p>
            <a:pPr lvl="0"/>
            <a:r>
              <a:rPr lang="en-US" dirty="0"/>
              <a:t>Click to add title</a:t>
            </a:r>
          </a:p>
        </p:txBody>
      </p:sp>
      <p:sp>
        <p:nvSpPr>
          <p:cNvPr id="13" name="Text Placeholder 11">
            <a:extLst>
              <a:ext uri="{FF2B5EF4-FFF2-40B4-BE49-F238E27FC236}">
                <a16:creationId xmlns:a16="http://schemas.microsoft.com/office/drawing/2014/main" id="{A6260BEB-B489-5ACB-0BCC-D1C04CCB3C4D}"/>
              </a:ext>
            </a:extLst>
          </p:cNvPr>
          <p:cNvSpPr>
            <a:spLocks noGrp="1"/>
          </p:cNvSpPr>
          <p:nvPr>
            <p:ph type="body" sz="quarter" idx="14"/>
          </p:nvPr>
        </p:nvSpPr>
        <p:spPr>
          <a:xfrm>
            <a:off x="618847" y="3767566"/>
            <a:ext cx="4498929" cy="222946"/>
          </a:xfrm>
        </p:spPr>
        <p:txBody>
          <a:bodyPr lIns="0" tIns="0" rIns="0" bIns="0">
            <a:spAutoFit/>
          </a:bodyPr>
          <a:lstStyle>
            <a:lvl1pPr marL="342900" indent="-342900">
              <a:buClr>
                <a:schemeClr val="accent2"/>
              </a:buClr>
              <a:buFont typeface="+mj-lt"/>
              <a:buAutoNum type="arabicPeriod"/>
              <a:defRPr sz="1600" b="0" i="0" cap="none" baseline="0">
                <a:solidFill>
                  <a:schemeClr val="tx1"/>
                </a:solidFill>
                <a:latin typeface="+mn-lt"/>
                <a:ea typeface="Red Hat Display" panose="02010303040201060303" pitchFamily="2" charset="0"/>
                <a:cs typeface="Arial" panose="020B0604020202020204" pitchFamily="34" charset="0"/>
              </a:defRPr>
            </a:lvl1pPr>
          </a:lstStyle>
          <a:p>
            <a:pPr lvl="0"/>
            <a:r>
              <a:rPr lang="en-US"/>
              <a:t>Click to edit Master text styles</a:t>
            </a:r>
          </a:p>
        </p:txBody>
      </p:sp>
      <p:sp>
        <p:nvSpPr>
          <p:cNvPr id="14" name="Content Placeholder 22">
            <a:extLst>
              <a:ext uri="{FF2B5EF4-FFF2-40B4-BE49-F238E27FC236}">
                <a16:creationId xmlns:a16="http://schemas.microsoft.com/office/drawing/2014/main" id="{AB8BA396-A0AF-670E-38C0-FC015B43C1E8}"/>
              </a:ext>
            </a:extLst>
          </p:cNvPr>
          <p:cNvSpPr>
            <a:spLocks noGrp="1"/>
          </p:cNvSpPr>
          <p:nvPr>
            <p:ph sz="quarter" idx="17"/>
          </p:nvPr>
        </p:nvSpPr>
        <p:spPr>
          <a:xfrm flipV="1">
            <a:off x="603979" y="3261810"/>
            <a:ext cx="1548205" cy="45719"/>
          </a:xfrm>
          <a:custGeom>
            <a:avLst/>
            <a:gdLst>
              <a:gd name="connsiteX0" fmla="*/ 0 w 1229642"/>
              <a:gd name="connsiteY0" fmla="*/ 36000 h 36000"/>
              <a:gd name="connsiteX1" fmla="*/ 1229642 w 1229642"/>
              <a:gd name="connsiteY1" fmla="*/ 36000 h 36000"/>
              <a:gd name="connsiteX2" fmla="*/ 1184821 w 1229642"/>
              <a:gd name="connsiteY2" fmla="*/ 0 h 36000"/>
              <a:gd name="connsiteX3" fmla="*/ 6000 w 1229642"/>
              <a:gd name="connsiteY3" fmla="*/ 0 h 36000"/>
              <a:gd name="connsiteX4" fmla="*/ 0 w 1229642"/>
              <a:gd name="connsiteY4" fmla="*/ 6000 h 3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9642" h="36000">
                <a:moveTo>
                  <a:pt x="0" y="36000"/>
                </a:moveTo>
                <a:lnTo>
                  <a:pt x="1229642" y="36000"/>
                </a:lnTo>
                <a:lnTo>
                  <a:pt x="1184821" y="0"/>
                </a:lnTo>
                <a:lnTo>
                  <a:pt x="6000" y="0"/>
                </a:lnTo>
                <a:cubicBezTo>
                  <a:pt x="2686" y="0"/>
                  <a:pt x="0" y="2686"/>
                  <a:pt x="0" y="6000"/>
                </a:cubicBezTo>
                <a:close/>
              </a:path>
            </a:pathLst>
          </a:custGeom>
          <a:solidFill>
            <a:schemeClr val="accent2"/>
          </a:solidFill>
        </p:spPr>
        <p:txBody>
          <a:bodyPr wrap="square">
            <a:noAutofit/>
          </a:bodyPr>
          <a:lstStyle>
            <a:lvl1pPr marL="0" indent="0">
              <a:buNone/>
              <a:defRPr sz="800">
                <a:noFill/>
                <a:latin typeface="+mn-lt"/>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2" name="Picture Placeholder 8">
            <a:extLst>
              <a:ext uri="{FF2B5EF4-FFF2-40B4-BE49-F238E27FC236}">
                <a16:creationId xmlns:a16="http://schemas.microsoft.com/office/drawing/2014/main" id="{B4F66229-92A5-4488-E6F9-8033391BC958}"/>
              </a:ext>
            </a:extLst>
          </p:cNvPr>
          <p:cNvSpPr>
            <a:spLocks noGrp="1"/>
          </p:cNvSpPr>
          <p:nvPr>
            <p:ph type="pic" sz="quarter" idx="22"/>
          </p:nvPr>
        </p:nvSpPr>
        <p:spPr>
          <a:xfrm>
            <a:off x="10270656" y="6221328"/>
            <a:ext cx="1301497" cy="431463"/>
          </a:xfrm>
          <a:blipFill>
            <a:blip r:embed="rId3"/>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999131166"/>
      </p:ext>
    </p:extLst>
  </p:cSld>
  <p:clrMapOvr>
    <a:masterClrMapping/>
  </p:clrMapOvr>
  <p:transition spd="slow">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rk_Divider_Option_1_v1">
    <p:bg>
      <p:bgPr>
        <a:solidFill>
          <a:schemeClr val="bg1"/>
        </a:solidFill>
        <a:effectLst/>
      </p:bgPr>
    </p:bg>
    <p:spTree>
      <p:nvGrpSpPr>
        <p:cNvPr id="1" name=""/>
        <p:cNvGrpSpPr/>
        <p:nvPr/>
      </p:nvGrpSpPr>
      <p:grpSpPr>
        <a:xfrm>
          <a:off x="0" y="0"/>
          <a:ext cx="0" cy="0"/>
          <a:chOff x="0" y="0"/>
          <a:chExt cx="0" cy="0"/>
        </a:xfrm>
      </p:grpSpPr>
      <p:sp>
        <p:nvSpPr>
          <p:cNvPr id="3" name="Picture Placeholder 13">
            <a:extLst>
              <a:ext uri="{FF2B5EF4-FFF2-40B4-BE49-F238E27FC236}">
                <a16:creationId xmlns:a16="http://schemas.microsoft.com/office/drawing/2014/main" id="{98578820-058A-AEC7-F031-4754CB714D08}"/>
              </a:ext>
            </a:extLst>
          </p:cNvPr>
          <p:cNvSpPr>
            <a:spLocks noGrp="1"/>
          </p:cNvSpPr>
          <p:nvPr>
            <p:ph type="pic" sz="quarter" idx="19"/>
          </p:nvPr>
        </p:nvSpPr>
        <p:spPr>
          <a:xfrm>
            <a:off x="0" y="0"/>
            <a:ext cx="12192000" cy="6858000"/>
          </a:xfrm>
          <a:solidFill>
            <a:schemeClr val="bg1">
              <a:lumMod val="85000"/>
            </a:schemeClr>
          </a:solidFill>
        </p:spPr>
        <p:txBody>
          <a:bodyPr>
            <a:normAutofit/>
          </a:bodyPr>
          <a:lstStyle>
            <a:lvl1pPr marL="0" indent="0" algn="r">
              <a:buNone/>
              <a:defRPr sz="1200">
                <a:solidFill>
                  <a:schemeClr val="tx2"/>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6" name="Picture Placeholder 11">
            <a:extLst>
              <a:ext uri="{FF2B5EF4-FFF2-40B4-BE49-F238E27FC236}">
                <a16:creationId xmlns:a16="http://schemas.microsoft.com/office/drawing/2014/main" id="{C4E303D3-1576-7C63-EA4D-C04E9FE20EA6}"/>
              </a:ext>
            </a:extLst>
          </p:cNvPr>
          <p:cNvSpPr>
            <a:spLocks noGrp="1"/>
          </p:cNvSpPr>
          <p:nvPr>
            <p:ph type="pic" sz="quarter" idx="15"/>
          </p:nvPr>
        </p:nvSpPr>
        <p:spPr>
          <a:xfrm flipV="1">
            <a:off x="206825" y="2133883"/>
            <a:ext cx="7261920" cy="4529964"/>
          </a:xfrm>
          <a:prstGeom prst="snip1Rect">
            <a:avLst>
              <a:gd name="adj" fmla="val 29633"/>
            </a:avLst>
          </a:prstGeom>
          <a:solidFill>
            <a:schemeClr val="tx2"/>
          </a:solidFill>
        </p:spPr>
        <p:txBody>
          <a:bodyPr/>
          <a:lstStyle>
            <a:lvl1pPr marL="0" indent="0">
              <a:buNone/>
              <a:defRPr>
                <a:solidFill>
                  <a:schemeClr val="tx2"/>
                </a:solidFill>
              </a:defRPr>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776C219C-B2E5-3FC2-FA04-18A7D5D8C7A8}"/>
              </a:ext>
            </a:extLst>
          </p:cNvPr>
          <p:cNvSpPr>
            <a:spLocks noGrp="1"/>
          </p:cNvSpPr>
          <p:nvPr>
            <p:ph type="pic" sz="quarter" idx="20"/>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
        <p:nvSpPr>
          <p:cNvPr id="12" name="Text Placeholder 11">
            <a:extLst>
              <a:ext uri="{FF2B5EF4-FFF2-40B4-BE49-F238E27FC236}">
                <a16:creationId xmlns:a16="http://schemas.microsoft.com/office/drawing/2014/main" id="{FFF1988E-468B-7DBA-679A-890CC57600A5}"/>
              </a:ext>
            </a:extLst>
          </p:cNvPr>
          <p:cNvSpPr>
            <a:spLocks noGrp="1"/>
          </p:cNvSpPr>
          <p:nvPr>
            <p:ph type="body" sz="quarter" idx="13" hasCustomPrompt="1"/>
          </p:nvPr>
        </p:nvSpPr>
        <p:spPr>
          <a:xfrm>
            <a:off x="618848" y="2751169"/>
            <a:ext cx="4498929" cy="390171"/>
          </a:xfrm>
        </p:spPr>
        <p:txBody>
          <a:bodyPr lIns="0" tIns="0" rIns="0" bIns="0">
            <a:spAutoFit/>
          </a:bodyPr>
          <a:lstStyle>
            <a:lvl1pPr marL="0" indent="0">
              <a:buNone/>
              <a:defRPr sz="2800" b="0" i="0" cap="all" baseline="0">
                <a:solidFill>
                  <a:schemeClr val="bg1"/>
                </a:solidFill>
                <a:latin typeface="+mn-lt"/>
                <a:ea typeface="Red Hat Display Light" panose="02010303040201060303" pitchFamily="2" charset="0"/>
                <a:cs typeface="Arial" panose="020B0604020202020204" pitchFamily="34" charset="0"/>
              </a:defRPr>
            </a:lvl1pPr>
          </a:lstStyle>
          <a:p>
            <a:pPr lvl="0"/>
            <a:r>
              <a:rPr lang="en-US" dirty="0"/>
              <a:t>Section number (01)</a:t>
            </a:r>
          </a:p>
        </p:txBody>
      </p:sp>
      <p:sp>
        <p:nvSpPr>
          <p:cNvPr id="13" name="Text Placeholder 11">
            <a:extLst>
              <a:ext uri="{FF2B5EF4-FFF2-40B4-BE49-F238E27FC236}">
                <a16:creationId xmlns:a16="http://schemas.microsoft.com/office/drawing/2014/main" id="{A6260BEB-B489-5ACB-0BCC-D1C04CCB3C4D}"/>
              </a:ext>
            </a:extLst>
          </p:cNvPr>
          <p:cNvSpPr>
            <a:spLocks noGrp="1"/>
          </p:cNvSpPr>
          <p:nvPr>
            <p:ph type="body" sz="quarter" idx="14" hasCustomPrompt="1"/>
          </p:nvPr>
        </p:nvSpPr>
        <p:spPr>
          <a:xfrm>
            <a:off x="618847" y="3767566"/>
            <a:ext cx="4498929" cy="222946"/>
          </a:xfrm>
        </p:spPr>
        <p:txBody>
          <a:bodyPr lIns="0" tIns="0" rIns="0" bIns="0">
            <a:spAutoFit/>
          </a:bodyPr>
          <a:lstStyle>
            <a:lvl1pPr marL="0" indent="0">
              <a:buClr>
                <a:schemeClr val="accent2"/>
              </a:buClr>
              <a:buFont typeface="+mj-lt"/>
              <a:buNone/>
              <a:defRPr sz="1600" b="0" i="0" cap="none" baseline="0">
                <a:solidFill>
                  <a:schemeClr val="bg1"/>
                </a:solidFill>
                <a:latin typeface="+mn-lt"/>
                <a:ea typeface="Red Hat Display" panose="02010303040201060303" pitchFamily="2" charset="0"/>
                <a:cs typeface="Arial" panose="020B0604020202020204" pitchFamily="34" charset="0"/>
              </a:defRPr>
            </a:lvl1pPr>
          </a:lstStyle>
          <a:p>
            <a:pPr lvl="0"/>
            <a:r>
              <a:rPr lang="en-US" dirty="0"/>
              <a:t>Section heading</a:t>
            </a:r>
          </a:p>
        </p:txBody>
      </p:sp>
      <p:sp>
        <p:nvSpPr>
          <p:cNvPr id="14" name="Content Placeholder 22">
            <a:extLst>
              <a:ext uri="{FF2B5EF4-FFF2-40B4-BE49-F238E27FC236}">
                <a16:creationId xmlns:a16="http://schemas.microsoft.com/office/drawing/2014/main" id="{AB8BA396-A0AF-670E-38C0-FC015B43C1E8}"/>
              </a:ext>
            </a:extLst>
          </p:cNvPr>
          <p:cNvSpPr>
            <a:spLocks noGrp="1"/>
          </p:cNvSpPr>
          <p:nvPr>
            <p:ph sz="quarter" idx="17"/>
          </p:nvPr>
        </p:nvSpPr>
        <p:spPr>
          <a:xfrm flipV="1">
            <a:off x="603979" y="3261810"/>
            <a:ext cx="1548205" cy="45719"/>
          </a:xfrm>
          <a:custGeom>
            <a:avLst/>
            <a:gdLst>
              <a:gd name="connsiteX0" fmla="*/ 0 w 1229642"/>
              <a:gd name="connsiteY0" fmla="*/ 36000 h 36000"/>
              <a:gd name="connsiteX1" fmla="*/ 1229642 w 1229642"/>
              <a:gd name="connsiteY1" fmla="*/ 36000 h 36000"/>
              <a:gd name="connsiteX2" fmla="*/ 1184821 w 1229642"/>
              <a:gd name="connsiteY2" fmla="*/ 0 h 36000"/>
              <a:gd name="connsiteX3" fmla="*/ 6000 w 1229642"/>
              <a:gd name="connsiteY3" fmla="*/ 0 h 36000"/>
              <a:gd name="connsiteX4" fmla="*/ 0 w 1229642"/>
              <a:gd name="connsiteY4" fmla="*/ 6000 h 3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9642" h="36000">
                <a:moveTo>
                  <a:pt x="0" y="36000"/>
                </a:moveTo>
                <a:lnTo>
                  <a:pt x="1229642" y="36000"/>
                </a:lnTo>
                <a:lnTo>
                  <a:pt x="1184821" y="0"/>
                </a:lnTo>
                <a:lnTo>
                  <a:pt x="6000" y="0"/>
                </a:lnTo>
                <a:cubicBezTo>
                  <a:pt x="2686" y="0"/>
                  <a:pt x="0" y="2686"/>
                  <a:pt x="0" y="6000"/>
                </a:cubicBezTo>
                <a:close/>
              </a:path>
            </a:pathLst>
          </a:custGeom>
          <a:solidFill>
            <a:schemeClr val="accent2"/>
          </a:solidFill>
        </p:spPr>
        <p:txBody>
          <a:bodyPr wrap="square">
            <a:noAutofit/>
          </a:bodyPr>
          <a:lstStyle>
            <a:lvl1pPr marL="0" indent="0">
              <a:buNone/>
              <a:defRPr sz="800">
                <a:noFill/>
                <a:latin typeface="+mn-lt"/>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Tree>
    <p:extLst>
      <p:ext uri="{BB962C8B-B14F-4D97-AF65-F5344CB8AC3E}">
        <p14:creationId xmlns:p14="http://schemas.microsoft.com/office/powerpoint/2010/main" val="953558657"/>
      </p:ext>
    </p:extLst>
  </p:cSld>
  <p:clrMapOvr>
    <a:masterClrMapping/>
  </p:clrMapOvr>
  <p:transition spd="slow">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Dark_Divider_Option_1_v1">
    <p:bg>
      <p:bgPr>
        <a:solidFill>
          <a:schemeClr val="bg1"/>
        </a:solidFill>
        <a:effectLst/>
      </p:bgPr>
    </p:bg>
    <p:spTree>
      <p:nvGrpSpPr>
        <p:cNvPr id="1" name=""/>
        <p:cNvGrpSpPr/>
        <p:nvPr/>
      </p:nvGrpSpPr>
      <p:grpSpPr>
        <a:xfrm>
          <a:off x="0" y="0"/>
          <a:ext cx="0" cy="0"/>
          <a:chOff x="0" y="0"/>
          <a:chExt cx="0" cy="0"/>
        </a:xfrm>
      </p:grpSpPr>
      <p:sp>
        <p:nvSpPr>
          <p:cNvPr id="3" name="Picture Placeholder 13">
            <a:extLst>
              <a:ext uri="{FF2B5EF4-FFF2-40B4-BE49-F238E27FC236}">
                <a16:creationId xmlns:a16="http://schemas.microsoft.com/office/drawing/2014/main" id="{D090A6C4-B0E1-55FF-D6D6-D4AE69E0B331}"/>
              </a:ext>
            </a:extLst>
          </p:cNvPr>
          <p:cNvSpPr>
            <a:spLocks noGrp="1"/>
          </p:cNvSpPr>
          <p:nvPr>
            <p:ph type="pic" sz="quarter" idx="19"/>
          </p:nvPr>
        </p:nvSpPr>
        <p:spPr>
          <a:xfrm>
            <a:off x="0" y="0"/>
            <a:ext cx="12192000" cy="6858000"/>
          </a:xfrm>
          <a:solidFill>
            <a:schemeClr val="bg1">
              <a:lumMod val="85000"/>
            </a:schemeClr>
          </a:solidFill>
        </p:spPr>
        <p:txBody>
          <a:bodyPr>
            <a:normAutofit/>
          </a:bodyPr>
          <a:lstStyle>
            <a:lvl1pPr marL="0" indent="0" algn="r">
              <a:buNone/>
              <a:defRPr sz="1200">
                <a:solidFill>
                  <a:schemeClr val="tx2"/>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6" name="Picture Placeholder 11">
            <a:extLst>
              <a:ext uri="{FF2B5EF4-FFF2-40B4-BE49-F238E27FC236}">
                <a16:creationId xmlns:a16="http://schemas.microsoft.com/office/drawing/2014/main" id="{58B9519A-7E33-362C-491C-5077E71C93B3}"/>
              </a:ext>
            </a:extLst>
          </p:cNvPr>
          <p:cNvSpPr>
            <a:spLocks noGrp="1"/>
          </p:cNvSpPr>
          <p:nvPr>
            <p:ph type="pic" sz="quarter" idx="15"/>
          </p:nvPr>
        </p:nvSpPr>
        <p:spPr>
          <a:xfrm flipV="1">
            <a:off x="206825" y="2133883"/>
            <a:ext cx="7261920" cy="4529964"/>
          </a:xfrm>
          <a:prstGeom prst="snip1Rect">
            <a:avLst>
              <a:gd name="adj" fmla="val 29633"/>
            </a:avLst>
          </a:prstGeom>
          <a:solidFill>
            <a:schemeClr val="tx2"/>
          </a:solidFill>
        </p:spPr>
        <p:txBody>
          <a:bodyPr/>
          <a:lstStyle>
            <a:lvl1pPr marL="0" indent="0">
              <a:buNone/>
              <a:defRPr>
                <a:solidFill>
                  <a:schemeClr val="tx2"/>
                </a:solidFill>
              </a:defRPr>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9899A1AC-5DAB-3332-AE44-FB23117FD4E0}"/>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
        <p:nvSpPr>
          <p:cNvPr id="12" name="Text Placeholder 11">
            <a:extLst>
              <a:ext uri="{FF2B5EF4-FFF2-40B4-BE49-F238E27FC236}">
                <a16:creationId xmlns:a16="http://schemas.microsoft.com/office/drawing/2014/main" id="{FFF1988E-468B-7DBA-679A-890CC57600A5}"/>
              </a:ext>
            </a:extLst>
          </p:cNvPr>
          <p:cNvSpPr>
            <a:spLocks noGrp="1"/>
          </p:cNvSpPr>
          <p:nvPr>
            <p:ph type="body" sz="quarter" idx="13" hasCustomPrompt="1"/>
          </p:nvPr>
        </p:nvSpPr>
        <p:spPr>
          <a:xfrm>
            <a:off x="618848" y="2751169"/>
            <a:ext cx="4498929" cy="390171"/>
          </a:xfrm>
        </p:spPr>
        <p:txBody>
          <a:bodyPr lIns="0" tIns="0" rIns="0" bIns="0">
            <a:spAutoFit/>
          </a:bodyPr>
          <a:lstStyle>
            <a:lvl1pPr marL="0" indent="0">
              <a:buNone/>
              <a:defRPr sz="2800" b="0" i="0" cap="all" baseline="0">
                <a:solidFill>
                  <a:schemeClr val="bg1"/>
                </a:solidFill>
                <a:latin typeface="+mn-lt"/>
                <a:ea typeface="Red Hat Display Light" panose="02010303040201060303" pitchFamily="2" charset="0"/>
                <a:cs typeface="Arial" panose="020B0604020202020204" pitchFamily="34" charset="0"/>
              </a:defRPr>
            </a:lvl1pPr>
          </a:lstStyle>
          <a:p>
            <a:pPr lvl="0"/>
            <a:r>
              <a:rPr lang="en-US" dirty="0"/>
              <a:t>Section number (01)</a:t>
            </a:r>
          </a:p>
        </p:txBody>
      </p:sp>
      <p:sp>
        <p:nvSpPr>
          <p:cNvPr id="13" name="Text Placeholder 11">
            <a:extLst>
              <a:ext uri="{FF2B5EF4-FFF2-40B4-BE49-F238E27FC236}">
                <a16:creationId xmlns:a16="http://schemas.microsoft.com/office/drawing/2014/main" id="{A6260BEB-B489-5ACB-0BCC-D1C04CCB3C4D}"/>
              </a:ext>
            </a:extLst>
          </p:cNvPr>
          <p:cNvSpPr>
            <a:spLocks noGrp="1"/>
          </p:cNvSpPr>
          <p:nvPr>
            <p:ph type="body" sz="quarter" idx="14" hasCustomPrompt="1"/>
          </p:nvPr>
        </p:nvSpPr>
        <p:spPr>
          <a:xfrm>
            <a:off x="618847" y="3767566"/>
            <a:ext cx="4498929" cy="222946"/>
          </a:xfrm>
        </p:spPr>
        <p:txBody>
          <a:bodyPr lIns="0" tIns="0" rIns="0" bIns="0">
            <a:spAutoFit/>
          </a:bodyPr>
          <a:lstStyle>
            <a:lvl1pPr marL="0" indent="0">
              <a:buClr>
                <a:schemeClr val="accent2"/>
              </a:buClr>
              <a:buFont typeface="+mj-lt"/>
              <a:buNone/>
              <a:defRPr sz="1600" b="0" i="0" cap="none" baseline="0">
                <a:solidFill>
                  <a:schemeClr val="bg1"/>
                </a:solidFill>
                <a:latin typeface="+mn-lt"/>
                <a:ea typeface="Red Hat Display" panose="02010303040201060303" pitchFamily="2" charset="0"/>
                <a:cs typeface="Arial" panose="020B0604020202020204" pitchFamily="34" charset="0"/>
              </a:defRPr>
            </a:lvl1pPr>
          </a:lstStyle>
          <a:p>
            <a:pPr lvl="0"/>
            <a:r>
              <a:rPr lang="en-US" dirty="0"/>
              <a:t>Section heading</a:t>
            </a:r>
          </a:p>
        </p:txBody>
      </p:sp>
      <p:sp>
        <p:nvSpPr>
          <p:cNvPr id="14" name="Content Placeholder 22">
            <a:extLst>
              <a:ext uri="{FF2B5EF4-FFF2-40B4-BE49-F238E27FC236}">
                <a16:creationId xmlns:a16="http://schemas.microsoft.com/office/drawing/2014/main" id="{AB8BA396-A0AF-670E-38C0-FC015B43C1E8}"/>
              </a:ext>
            </a:extLst>
          </p:cNvPr>
          <p:cNvSpPr>
            <a:spLocks noGrp="1"/>
          </p:cNvSpPr>
          <p:nvPr>
            <p:ph sz="quarter" idx="17"/>
          </p:nvPr>
        </p:nvSpPr>
        <p:spPr>
          <a:xfrm flipV="1">
            <a:off x="603979" y="3261810"/>
            <a:ext cx="1548205" cy="45719"/>
          </a:xfrm>
          <a:custGeom>
            <a:avLst/>
            <a:gdLst>
              <a:gd name="connsiteX0" fmla="*/ 0 w 1229642"/>
              <a:gd name="connsiteY0" fmla="*/ 36000 h 36000"/>
              <a:gd name="connsiteX1" fmla="*/ 1229642 w 1229642"/>
              <a:gd name="connsiteY1" fmla="*/ 36000 h 36000"/>
              <a:gd name="connsiteX2" fmla="*/ 1184821 w 1229642"/>
              <a:gd name="connsiteY2" fmla="*/ 0 h 36000"/>
              <a:gd name="connsiteX3" fmla="*/ 6000 w 1229642"/>
              <a:gd name="connsiteY3" fmla="*/ 0 h 36000"/>
              <a:gd name="connsiteX4" fmla="*/ 0 w 1229642"/>
              <a:gd name="connsiteY4" fmla="*/ 6000 h 3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9642" h="36000">
                <a:moveTo>
                  <a:pt x="0" y="36000"/>
                </a:moveTo>
                <a:lnTo>
                  <a:pt x="1229642" y="36000"/>
                </a:lnTo>
                <a:lnTo>
                  <a:pt x="1184821" y="0"/>
                </a:lnTo>
                <a:lnTo>
                  <a:pt x="6000" y="0"/>
                </a:lnTo>
                <a:cubicBezTo>
                  <a:pt x="2686" y="0"/>
                  <a:pt x="0" y="2686"/>
                  <a:pt x="0" y="6000"/>
                </a:cubicBezTo>
                <a:close/>
              </a:path>
            </a:pathLst>
          </a:custGeom>
          <a:solidFill>
            <a:schemeClr val="accent2"/>
          </a:solidFill>
        </p:spPr>
        <p:txBody>
          <a:bodyPr wrap="square">
            <a:noAutofit/>
          </a:bodyPr>
          <a:lstStyle>
            <a:lvl1pPr marL="0" indent="0">
              <a:buNone/>
              <a:defRPr sz="800">
                <a:noFill/>
                <a:latin typeface="+mn-lt"/>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Tree>
    <p:extLst>
      <p:ext uri="{BB962C8B-B14F-4D97-AF65-F5344CB8AC3E}">
        <p14:creationId xmlns:p14="http://schemas.microsoft.com/office/powerpoint/2010/main" val="3155828055"/>
      </p:ext>
    </p:extLst>
  </p:cSld>
  <p:clrMapOvr>
    <a:masterClrMapping/>
  </p:clrMapOvr>
  <p:transition spd="slow">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ight_Divider_Option_1_v1">
    <p:bg>
      <p:bgPr>
        <a:solidFill>
          <a:schemeClr val="bg1"/>
        </a:solidFill>
        <a:effectLst/>
      </p:bgPr>
    </p:bg>
    <p:spTree>
      <p:nvGrpSpPr>
        <p:cNvPr id="1" name=""/>
        <p:cNvGrpSpPr/>
        <p:nvPr/>
      </p:nvGrpSpPr>
      <p:grpSpPr>
        <a:xfrm>
          <a:off x="0" y="0"/>
          <a:ext cx="0" cy="0"/>
          <a:chOff x="0" y="0"/>
          <a:chExt cx="0" cy="0"/>
        </a:xfrm>
      </p:grpSpPr>
      <p:sp>
        <p:nvSpPr>
          <p:cNvPr id="4" name="Picture Placeholder 13">
            <a:extLst>
              <a:ext uri="{FF2B5EF4-FFF2-40B4-BE49-F238E27FC236}">
                <a16:creationId xmlns:a16="http://schemas.microsoft.com/office/drawing/2014/main" id="{DAB638C2-43B9-A97E-B130-DFC1DFC1B7EC}"/>
              </a:ext>
            </a:extLst>
          </p:cNvPr>
          <p:cNvSpPr>
            <a:spLocks noGrp="1"/>
          </p:cNvSpPr>
          <p:nvPr>
            <p:ph type="pic" sz="quarter" idx="19"/>
          </p:nvPr>
        </p:nvSpPr>
        <p:spPr>
          <a:xfrm>
            <a:off x="0" y="0"/>
            <a:ext cx="12192000" cy="6858000"/>
          </a:xfrm>
          <a:solidFill>
            <a:schemeClr val="bg1">
              <a:lumMod val="85000"/>
            </a:schemeClr>
          </a:solidFill>
        </p:spPr>
        <p:txBody>
          <a:bodyPr>
            <a:normAutofit/>
          </a:bodyPr>
          <a:lstStyle>
            <a:lvl1pPr marL="0" indent="0" algn="r">
              <a:buNone/>
              <a:defRPr sz="1200">
                <a:solidFill>
                  <a:schemeClr val="tx2"/>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6" name="Picture Placeholder 11">
            <a:extLst>
              <a:ext uri="{FF2B5EF4-FFF2-40B4-BE49-F238E27FC236}">
                <a16:creationId xmlns:a16="http://schemas.microsoft.com/office/drawing/2014/main" id="{94EF0A0A-0D4D-825B-F931-1800E19D4AF1}"/>
              </a:ext>
            </a:extLst>
          </p:cNvPr>
          <p:cNvSpPr>
            <a:spLocks noGrp="1"/>
          </p:cNvSpPr>
          <p:nvPr>
            <p:ph type="pic" sz="quarter" idx="15"/>
          </p:nvPr>
        </p:nvSpPr>
        <p:spPr>
          <a:xfrm flipV="1">
            <a:off x="206825" y="2133883"/>
            <a:ext cx="7261920" cy="4529964"/>
          </a:xfrm>
          <a:prstGeom prst="snip1Rect">
            <a:avLst>
              <a:gd name="adj" fmla="val 29633"/>
            </a:avLst>
          </a:prstGeom>
          <a:solidFill>
            <a:schemeClr val="bg2"/>
          </a:solidFill>
        </p:spPr>
        <p:txBody>
          <a:bodyPr>
            <a:normAutofit/>
          </a:bodyPr>
          <a:lstStyle>
            <a:lvl1pPr marL="0" indent="0">
              <a:buNone/>
              <a:defRPr sz="100">
                <a:solidFill>
                  <a:schemeClr val="bg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F2308CEF-C2A7-D9CE-4FD5-C40D3B267686}"/>
              </a:ext>
            </a:extLst>
          </p:cNvPr>
          <p:cNvSpPr>
            <a:spLocks noGrp="1"/>
          </p:cNvSpPr>
          <p:nvPr>
            <p:ph type="pic" sz="quarter" idx="20"/>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
        <p:nvSpPr>
          <p:cNvPr id="12" name="Text Placeholder 11">
            <a:extLst>
              <a:ext uri="{FF2B5EF4-FFF2-40B4-BE49-F238E27FC236}">
                <a16:creationId xmlns:a16="http://schemas.microsoft.com/office/drawing/2014/main" id="{FFF1988E-468B-7DBA-679A-890CC57600A5}"/>
              </a:ext>
            </a:extLst>
          </p:cNvPr>
          <p:cNvSpPr>
            <a:spLocks noGrp="1"/>
          </p:cNvSpPr>
          <p:nvPr>
            <p:ph type="body" sz="quarter" idx="13" hasCustomPrompt="1"/>
          </p:nvPr>
        </p:nvSpPr>
        <p:spPr>
          <a:xfrm>
            <a:off x="618848" y="2751169"/>
            <a:ext cx="4498929" cy="390171"/>
          </a:xfrm>
        </p:spPr>
        <p:txBody>
          <a:bodyPr lIns="0" tIns="0" rIns="0" bIns="0">
            <a:spAutoFit/>
          </a:bodyPr>
          <a:lstStyle>
            <a:lvl1pPr marL="0" indent="0">
              <a:buNone/>
              <a:defRPr sz="2800" b="0" i="0" cap="all" baseline="0">
                <a:solidFill>
                  <a:schemeClr val="tx1"/>
                </a:solidFill>
                <a:latin typeface="+mn-lt"/>
                <a:ea typeface="Red Hat Display Light" panose="02010303040201060303" pitchFamily="2" charset="0"/>
                <a:cs typeface="Arial" panose="020B0604020202020204" pitchFamily="34" charset="0"/>
              </a:defRPr>
            </a:lvl1pPr>
          </a:lstStyle>
          <a:p>
            <a:pPr lvl="0"/>
            <a:r>
              <a:rPr lang="en-US" dirty="0"/>
              <a:t>Section number (01)</a:t>
            </a:r>
          </a:p>
        </p:txBody>
      </p:sp>
      <p:sp>
        <p:nvSpPr>
          <p:cNvPr id="13" name="Text Placeholder 11">
            <a:extLst>
              <a:ext uri="{FF2B5EF4-FFF2-40B4-BE49-F238E27FC236}">
                <a16:creationId xmlns:a16="http://schemas.microsoft.com/office/drawing/2014/main" id="{A6260BEB-B489-5ACB-0BCC-D1C04CCB3C4D}"/>
              </a:ext>
            </a:extLst>
          </p:cNvPr>
          <p:cNvSpPr>
            <a:spLocks noGrp="1"/>
          </p:cNvSpPr>
          <p:nvPr>
            <p:ph type="body" sz="quarter" idx="14" hasCustomPrompt="1"/>
          </p:nvPr>
        </p:nvSpPr>
        <p:spPr>
          <a:xfrm>
            <a:off x="618847" y="3767566"/>
            <a:ext cx="4498929" cy="222946"/>
          </a:xfrm>
        </p:spPr>
        <p:txBody>
          <a:bodyPr lIns="0" tIns="0" rIns="0" bIns="0">
            <a:spAutoFit/>
          </a:bodyPr>
          <a:lstStyle>
            <a:lvl1pPr marL="0" indent="0">
              <a:buClr>
                <a:schemeClr val="accent2"/>
              </a:buClr>
              <a:buFont typeface="+mj-lt"/>
              <a:buNone/>
              <a:defRPr sz="1600" b="0" i="0" cap="none" baseline="0">
                <a:solidFill>
                  <a:schemeClr val="tx1"/>
                </a:solidFill>
                <a:latin typeface="+mn-lt"/>
                <a:ea typeface="Red Hat Display" panose="02010303040201060303" pitchFamily="2" charset="0"/>
                <a:cs typeface="Arial" panose="020B0604020202020204" pitchFamily="34" charset="0"/>
              </a:defRPr>
            </a:lvl1pPr>
          </a:lstStyle>
          <a:p>
            <a:pPr lvl="0"/>
            <a:r>
              <a:rPr lang="en-US" dirty="0"/>
              <a:t>Section heading</a:t>
            </a:r>
          </a:p>
        </p:txBody>
      </p:sp>
      <p:sp>
        <p:nvSpPr>
          <p:cNvPr id="14" name="Content Placeholder 22">
            <a:extLst>
              <a:ext uri="{FF2B5EF4-FFF2-40B4-BE49-F238E27FC236}">
                <a16:creationId xmlns:a16="http://schemas.microsoft.com/office/drawing/2014/main" id="{AB8BA396-A0AF-670E-38C0-FC015B43C1E8}"/>
              </a:ext>
            </a:extLst>
          </p:cNvPr>
          <p:cNvSpPr>
            <a:spLocks noGrp="1"/>
          </p:cNvSpPr>
          <p:nvPr>
            <p:ph sz="quarter" idx="17"/>
          </p:nvPr>
        </p:nvSpPr>
        <p:spPr>
          <a:xfrm flipV="1">
            <a:off x="603979" y="3261810"/>
            <a:ext cx="1548205" cy="45719"/>
          </a:xfrm>
          <a:custGeom>
            <a:avLst/>
            <a:gdLst>
              <a:gd name="connsiteX0" fmla="*/ 0 w 1229642"/>
              <a:gd name="connsiteY0" fmla="*/ 36000 h 36000"/>
              <a:gd name="connsiteX1" fmla="*/ 1229642 w 1229642"/>
              <a:gd name="connsiteY1" fmla="*/ 36000 h 36000"/>
              <a:gd name="connsiteX2" fmla="*/ 1184821 w 1229642"/>
              <a:gd name="connsiteY2" fmla="*/ 0 h 36000"/>
              <a:gd name="connsiteX3" fmla="*/ 6000 w 1229642"/>
              <a:gd name="connsiteY3" fmla="*/ 0 h 36000"/>
              <a:gd name="connsiteX4" fmla="*/ 0 w 1229642"/>
              <a:gd name="connsiteY4" fmla="*/ 6000 h 3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9642" h="36000">
                <a:moveTo>
                  <a:pt x="0" y="36000"/>
                </a:moveTo>
                <a:lnTo>
                  <a:pt x="1229642" y="36000"/>
                </a:lnTo>
                <a:lnTo>
                  <a:pt x="1184821" y="0"/>
                </a:lnTo>
                <a:lnTo>
                  <a:pt x="6000" y="0"/>
                </a:lnTo>
                <a:cubicBezTo>
                  <a:pt x="2686" y="0"/>
                  <a:pt x="0" y="2686"/>
                  <a:pt x="0" y="6000"/>
                </a:cubicBezTo>
                <a:close/>
              </a:path>
            </a:pathLst>
          </a:custGeom>
          <a:solidFill>
            <a:schemeClr val="accent2"/>
          </a:solidFill>
        </p:spPr>
        <p:txBody>
          <a:bodyPr wrap="square">
            <a:noAutofit/>
          </a:bodyPr>
          <a:lstStyle>
            <a:lvl1pPr marL="0" indent="0">
              <a:buNone/>
              <a:defRPr sz="800">
                <a:noFill/>
                <a:latin typeface="+mn-lt"/>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Tree>
    <p:extLst>
      <p:ext uri="{BB962C8B-B14F-4D97-AF65-F5344CB8AC3E}">
        <p14:creationId xmlns:p14="http://schemas.microsoft.com/office/powerpoint/2010/main" val="1623320033"/>
      </p:ext>
    </p:extLst>
  </p:cSld>
  <p:clrMapOvr>
    <a:masterClrMapping/>
  </p:clrMapOvr>
  <p:transition spd="slow">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Light_Divider_Option_1_v1">
    <p:bg>
      <p:bgPr>
        <a:solidFill>
          <a:schemeClr val="bg1"/>
        </a:solidFill>
        <a:effectLst/>
      </p:bgPr>
    </p:bg>
    <p:spTree>
      <p:nvGrpSpPr>
        <p:cNvPr id="1" name=""/>
        <p:cNvGrpSpPr/>
        <p:nvPr/>
      </p:nvGrpSpPr>
      <p:grpSpPr>
        <a:xfrm>
          <a:off x="0" y="0"/>
          <a:ext cx="0" cy="0"/>
          <a:chOff x="0" y="0"/>
          <a:chExt cx="0" cy="0"/>
        </a:xfrm>
      </p:grpSpPr>
      <p:sp>
        <p:nvSpPr>
          <p:cNvPr id="4" name="Picture Placeholder 13">
            <a:extLst>
              <a:ext uri="{FF2B5EF4-FFF2-40B4-BE49-F238E27FC236}">
                <a16:creationId xmlns:a16="http://schemas.microsoft.com/office/drawing/2014/main" id="{1AE995E9-C291-6E76-DEE4-79C7A8EF4649}"/>
              </a:ext>
            </a:extLst>
          </p:cNvPr>
          <p:cNvSpPr>
            <a:spLocks noGrp="1"/>
          </p:cNvSpPr>
          <p:nvPr>
            <p:ph type="pic" sz="quarter" idx="19"/>
          </p:nvPr>
        </p:nvSpPr>
        <p:spPr>
          <a:xfrm>
            <a:off x="0" y="0"/>
            <a:ext cx="12192000" cy="6858000"/>
          </a:xfrm>
          <a:solidFill>
            <a:schemeClr val="bg1">
              <a:lumMod val="85000"/>
            </a:schemeClr>
          </a:solidFill>
        </p:spPr>
        <p:txBody>
          <a:bodyPr>
            <a:normAutofit/>
          </a:bodyPr>
          <a:lstStyle>
            <a:lvl1pPr marL="0" indent="0" algn="r">
              <a:buNone/>
              <a:defRPr sz="1200">
                <a:solidFill>
                  <a:schemeClr val="tx2"/>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6" name="Picture Placeholder 11">
            <a:extLst>
              <a:ext uri="{FF2B5EF4-FFF2-40B4-BE49-F238E27FC236}">
                <a16:creationId xmlns:a16="http://schemas.microsoft.com/office/drawing/2014/main" id="{F5E6A999-6DA5-3A26-AABB-FA98735E1B74}"/>
              </a:ext>
            </a:extLst>
          </p:cNvPr>
          <p:cNvSpPr>
            <a:spLocks noGrp="1"/>
          </p:cNvSpPr>
          <p:nvPr>
            <p:ph type="pic" sz="quarter" idx="15"/>
          </p:nvPr>
        </p:nvSpPr>
        <p:spPr>
          <a:xfrm flipV="1">
            <a:off x="206825" y="2133883"/>
            <a:ext cx="7261920" cy="4529964"/>
          </a:xfrm>
          <a:prstGeom prst="snip1Rect">
            <a:avLst>
              <a:gd name="adj" fmla="val 29633"/>
            </a:avLst>
          </a:prstGeom>
          <a:solidFill>
            <a:schemeClr val="bg2"/>
          </a:solidFill>
        </p:spPr>
        <p:txBody>
          <a:bodyPr>
            <a:normAutofit/>
          </a:bodyPr>
          <a:lstStyle>
            <a:lvl1pPr marL="0" indent="0">
              <a:buNone/>
              <a:defRPr sz="100">
                <a:solidFill>
                  <a:schemeClr val="bg1"/>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7700C8A0-B8F1-E404-6BAA-2444E5BEB24D}"/>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
        <p:nvSpPr>
          <p:cNvPr id="12" name="Text Placeholder 11">
            <a:extLst>
              <a:ext uri="{FF2B5EF4-FFF2-40B4-BE49-F238E27FC236}">
                <a16:creationId xmlns:a16="http://schemas.microsoft.com/office/drawing/2014/main" id="{FFF1988E-468B-7DBA-679A-890CC57600A5}"/>
              </a:ext>
            </a:extLst>
          </p:cNvPr>
          <p:cNvSpPr>
            <a:spLocks noGrp="1"/>
          </p:cNvSpPr>
          <p:nvPr>
            <p:ph type="body" sz="quarter" idx="13" hasCustomPrompt="1"/>
          </p:nvPr>
        </p:nvSpPr>
        <p:spPr>
          <a:xfrm>
            <a:off x="618848" y="2751169"/>
            <a:ext cx="4498929" cy="390171"/>
          </a:xfrm>
        </p:spPr>
        <p:txBody>
          <a:bodyPr lIns="0" tIns="0" rIns="0" bIns="0">
            <a:spAutoFit/>
          </a:bodyPr>
          <a:lstStyle>
            <a:lvl1pPr marL="0" indent="0">
              <a:buNone/>
              <a:defRPr sz="2800" b="0" i="0" cap="all" baseline="0">
                <a:solidFill>
                  <a:schemeClr val="tx1"/>
                </a:solidFill>
                <a:latin typeface="+mn-lt"/>
                <a:ea typeface="Red Hat Display Light" panose="02010303040201060303" pitchFamily="2" charset="0"/>
                <a:cs typeface="Arial" panose="020B0604020202020204" pitchFamily="34" charset="0"/>
              </a:defRPr>
            </a:lvl1pPr>
          </a:lstStyle>
          <a:p>
            <a:pPr lvl="0"/>
            <a:r>
              <a:rPr lang="en-US" dirty="0"/>
              <a:t>Section number (01)</a:t>
            </a:r>
          </a:p>
        </p:txBody>
      </p:sp>
      <p:sp>
        <p:nvSpPr>
          <p:cNvPr id="13" name="Text Placeholder 11">
            <a:extLst>
              <a:ext uri="{FF2B5EF4-FFF2-40B4-BE49-F238E27FC236}">
                <a16:creationId xmlns:a16="http://schemas.microsoft.com/office/drawing/2014/main" id="{A6260BEB-B489-5ACB-0BCC-D1C04CCB3C4D}"/>
              </a:ext>
            </a:extLst>
          </p:cNvPr>
          <p:cNvSpPr>
            <a:spLocks noGrp="1"/>
          </p:cNvSpPr>
          <p:nvPr>
            <p:ph type="body" sz="quarter" idx="14" hasCustomPrompt="1"/>
          </p:nvPr>
        </p:nvSpPr>
        <p:spPr>
          <a:xfrm>
            <a:off x="618847" y="3767566"/>
            <a:ext cx="4498929" cy="222946"/>
          </a:xfrm>
        </p:spPr>
        <p:txBody>
          <a:bodyPr lIns="0" tIns="0" rIns="0" bIns="0">
            <a:spAutoFit/>
          </a:bodyPr>
          <a:lstStyle>
            <a:lvl1pPr marL="0" indent="0">
              <a:buClr>
                <a:schemeClr val="accent2"/>
              </a:buClr>
              <a:buFont typeface="+mj-lt"/>
              <a:buNone/>
              <a:defRPr sz="1600" b="0" i="0" cap="none" baseline="0">
                <a:solidFill>
                  <a:schemeClr val="tx1"/>
                </a:solidFill>
                <a:latin typeface="+mn-lt"/>
                <a:ea typeface="Red Hat Display" panose="02010303040201060303" pitchFamily="2" charset="0"/>
                <a:cs typeface="Arial" panose="020B0604020202020204" pitchFamily="34" charset="0"/>
              </a:defRPr>
            </a:lvl1pPr>
          </a:lstStyle>
          <a:p>
            <a:pPr lvl="0"/>
            <a:r>
              <a:rPr lang="en-US" dirty="0"/>
              <a:t>Section heading</a:t>
            </a:r>
          </a:p>
        </p:txBody>
      </p:sp>
      <p:sp>
        <p:nvSpPr>
          <p:cNvPr id="14" name="Content Placeholder 22">
            <a:extLst>
              <a:ext uri="{FF2B5EF4-FFF2-40B4-BE49-F238E27FC236}">
                <a16:creationId xmlns:a16="http://schemas.microsoft.com/office/drawing/2014/main" id="{AB8BA396-A0AF-670E-38C0-FC015B43C1E8}"/>
              </a:ext>
            </a:extLst>
          </p:cNvPr>
          <p:cNvSpPr>
            <a:spLocks noGrp="1"/>
          </p:cNvSpPr>
          <p:nvPr>
            <p:ph sz="quarter" idx="17"/>
          </p:nvPr>
        </p:nvSpPr>
        <p:spPr>
          <a:xfrm flipV="1">
            <a:off x="603979" y="3261810"/>
            <a:ext cx="1548205" cy="45719"/>
          </a:xfrm>
          <a:custGeom>
            <a:avLst/>
            <a:gdLst>
              <a:gd name="connsiteX0" fmla="*/ 0 w 1229642"/>
              <a:gd name="connsiteY0" fmla="*/ 36000 h 36000"/>
              <a:gd name="connsiteX1" fmla="*/ 1229642 w 1229642"/>
              <a:gd name="connsiteY1" fmla="*/ 36000 h 36000"/>
              <a:gd name="connsiteX2" fmla="*/ 1184821 w 1229642"/>
              <a:gd name="connsiteY2" fmla="*/ 0 h 36000"/>
              <a:gd name="connsiteX3" fmla="*/ 6000 w 1229642"/>
              <a:gd name="connsiteY3" fmla="*/ 0 h 36000"/>
              <a:gd name="connsiteX4" fmla="*/ 0 w 1229642"/>
              <a:gd name="connsiteY4" fmla="*/ 6000 h 3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9642" h="36000">
                <a:moveTo>
                  <a:pt x="0" y="36000"/>
                </a:moveTo>
                <a:lnTo>
                  <a:pt x="1229642" y="36000"/>
                </a:lnTo>
                <a:lnTo>
                  <a:pt x="1184821" y="0"/>
                </a:lnTo>
                <a:lnTo>
                  <a:pt x="6000" y="0"/>
                </a:lnTo>
                <a:cubicBezTo>
                  <a:pt x="2686" y="0"/>
                  <a:pt x="0" y="2686"/>
                  <a:pt x="0" y="6000"/>
                </a:cubicBezTo>
                <a:close/>
              </a:path>
            </a:pathLst>
          </a:custGeom>
          <a:solidFill>
            <a:schemeClr val="accent2"/>
          </a:solidFill>
        </p:spPr>
        <p:txBody>
          <a:bodyPr wrap="square">
            <a:noAutofit/>
          </a:bodyPr>
          <a:lstStyle>
            <a:lvl1pPr marL="0" indent="0">
              <a:buNone/>
              <a:defRPr sz="800">
                <a:noFill/>
                <a:latin typeface="+mn-lt"/>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Tree>
    <p:extLst>
      <p:ext uri="{BB962C8B-B14F-4D97-AF65-F5344CB8AC3E}">
        <p14:creationId xmlns:p14="http://schemas.microsoft.com/office/powerpoint/2010/main" val="1094508506"/>
      </p:ext>
    </p:extLst>
  </p:cSld>
  <p:clrMapOvr>
    <a:masterClrMapping/>
  </p:clrMapOvr>
  <p:transition spd="slow">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ark_Copy_Slide_1">
    <p:bg>
      <p:bgPr>
        <a:solidFill>
          <a:schemeClr val="tx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FEEC4D5-748C-526C-C78D-3A392DC0309E}"/>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DF1DA272-BA98-C888-DDE1-5838B25703A0}"/>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mn-lt"/>
              </a:defRPr>
            </a:lvl1pPr>
          </a:lstStyle>
          <a:p>
            <a:fld id="{73490A59-D3E2-A64D-A2FA-D689A8266F0F}" type="slidenum">
              <a:rPr lang="en-US" smtClean="0"/>
              <a:pPr/>
              <a:t>‹#›</a:t>
            </a:fld>
            <a:endParaRPr lang="en-US" dirty="0"/>
          </a:p>
        </p:txBody>
      </p:sp>
      <p:sp>
        <p:nvSpPr>
          <p:cNvPr id="20" name="Text Placeholder 4">
            <a:extLst>
              <a:ext uri="{FF2B5EF4-FFF2-40B4-BE49-F238E27FC236}">
                <a16:creationId xmlns:a16="http://schemas.microsoft.com/office/drawing/2014/main" id="{C2FF5B48-A583-A4B0-D7F9-4627979E4C2A}"/>
              </a:ext>
            </a:extLst>
          </p:cNvPr>
          <p:cNvSpPr>
            <a:spLocks noGrp="1"/>
          </p:cNvSpPr>
          <p:nvPr>
            <p:ph type="body" sz="quarter" idx="10" hasCustomPrompt="1"/>
          </p:nvPr>
        </p:nvSpPr>
        <p:spPr>
          <a:xfrm>
            <a:off x="647387" y="525188"/>
            <a:ext cx="6264763"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21" name="Text Placeholder 4">
            <a:extLst>
              <a:ext uri="{FF2B5EF4-FFF2-40B4-BE49-F238E27FC236}">
                <a16:creationId xmlns:a16="http://schemas.microsoft.com/office/drawing/2014/main" id="{C1DC23C3-B61A-57E7-7044-3F97A521EE94}"/>
              </a:ext>
            </a:extLst>
          </p:cNvPr>
          <p:cNvSpPr>
            <a:spLocks noGrp="1"/>
          </p:cNvSpPr>
          <p:nvPr>
            <p:ph type="body" sz="quarter" idx="11" hasCustomPrompt="1"/>
          </p:nvPr>
        </p:nvSpPr>
        <p:spPr>
          <a:xfrm>
            <a:off x="647387" y="903702"/>
            <a:ext cx="6264763"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17" name="Text Placeholder 4">
            <a:extLst>
              <a:ext uri="{FF2B5EF4-FFF2-40B4-BE49-F238E27FC236}">
                <a16:creationId xmlns:a16="http://schemas.microsoft.com/office/drawing/2014/main" id="{3DA24BAC-1C1D-42BA-5C8A-2D21B00C70AA}"/>
              </a:ext>
            </a:extLst>
          </p:cNvPr>
          <p:cNvSpPr>
            <a:spLocks noGrp="1"/>
          </p:cNvSpPr>
          <p:nvPr>
            <p:ph type="body" sz="quarter" idx="14"/>
          </p:nvPr>
        </p:nvSpPr>
        <p:spPr>
          <a:xfrm>
            <a:off x="647387" y="2048647"/>
            <a:ext cx="10915240" cy="4067018"/>
          </a:xfrm>
        </p:spPr>
        <p:txBody>
          <a:bodyPr wrap="square" lIns="0" tIns="0" rIns="0" bIns="0">
            <a:noAutofit/>
          </a:bodyPr>
          <a:lstStyle>
            <a:lvl1pPr marL="285750" indent="-285750">
              <a:buClr>
                <a:schemeClr val="accent2"/>
              </a:buClr>
              <a:buFont typeface="System Font Regular"/>
              <a:buChar char="&gt;"/>
              <a:defRPr sz="2300" b="0" i="0" cap="none" baseline="0">
                <a:solidFill>
                  <a:schemeClr val="bg1"/>
                </a:solidFill>
                <a:latin typeface="+mn-lt"/>
                <a:ea typeface="Red Hat Display" panose="02010303040201060303" pitchFamily="2" charset="0"/>
                <a:cs typeface="Arial" panose="020B0604020202020204" pitchFamily="34" charset="0"/>
              </a:defRPr>
            </a:lvl1pPr>
            <a:lvl2pPr marL="628650" indent="-285750">
              <a:buClr>
                <a:schemeClr val="accent2"/>
              </a:buClr>
              <a:buFont typeface="Arial" panose="020B0604020202020204" pitchFamily="34" charset="0"/>
              <a:buChar char="•"/>
              <a:defRPr sz="2000" b="0" i="0" cap="none" baseline="0">
                <a:solidFill>
                  <a:schemeClr val="bg1"/>
                </a:solidFill>
                <a:latin typeface="+mn-lt"/>
                <a:ea typeface="Red Hat Display" panose="02010303040201060303" pitchFamily="2" charset="0"/>
                <a:cs typeface="Arial" panose="020B0604020202020204" pitchFamily="34" charset="0"/>
              </a:defRPr>
            </a:lvl2pPr>
            <a:lvl3pPr marL="1069975" indent="-384175">
              <a:buClr>
                <a:schemeClr val="accent2"/>
              </a:buClr>
              <a:buFont typeface="System Font Regular"/>
              <a:buChar char="–"/>
              <a:tabLst/>
              <a:defRPr sz="1800" b="0" i="0" cap="none" baseline="0">
                <a:solidFill>
                  <a:schemeClr val="bg1"/>
                </a:solidFill>
                <a:latin typeface="+mn-lt"/>
                <a:ea typeface="Red Hat Display" panose="02010303040201060303" pitchFamily="2" charset="0"/>
                <a:cs typeface="Arial" panose="020B0604020202020204" pitchFamily="34" charset="0"/>
              </a:defRPr>
            </a:lvl3pPr>
            <a:lvl4pPr marL="1430338" indent="-285750">
              <a:buClr>
                <a:schemeClr val="accent2"/>
              </a:buClr>
              <a:buFont typeface="System Font Regular"/>
              <a:buChar char="–"/>
              <a:tabLst/>
              <a:defRPr sz="1600" b="0" i="0" cap="none" baseline="0">
                <a:solidFill>
                  <a:schemeClr val="bg1"/>
                </a:solidFill>
                <a:latin typeface="+mn-lt"/>
                <a:ea typeface="Red Hat Display" panose="02010303040201060303" pitchFamily="2" charset="0"/>
                <a:cs typeface="Arial" panose="020B0604020202020204" pitchFamily="34" charset="0"/>
              </a:defRPr>
            </a:lvl4pPr>
            <a:lvl5pPr marL="1916113" indent="-273050">
              <a:buClr>
                <a:schemeClr val="accent2"/>
              </a:buClr>
              <a:buFont typeface="System Font Regular"/>
              <a:buChar char="–"/>
              <a:tabLst/>
              <a:defRPr sz="1400" b="0" i="0" cap="none" baseline="0">
                <a:solidFill>
                  <a:schemeClr val="bg1"/>
                </a:solidFill>
                <a:latin typeface="+mn-lt"/>
                <a:ea typeface="Red Hat Display" panose="02010303040201060303" pitchFamily="2"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Picture 2">
            <a:extLst>
              <a:ext uri="{FF2B5EF4-FFF2-40B4-BE49-F238E27FC236}">
                <a16:creationId xmlns:a16="http://schemas.microsoft.com/office/drawing/2014/main" id="{706B09F2-C4E7-0C4D-CBC5-9FD86587A129}"/>
              </a:ext>
            </a:extLst>
          </p:cNvPr>
          <p:cNvPicPr>
            <a:picLocks noChangeAspect="1"/>
          </p:cNvPicPr>
          <p:nvPr userDrawn="1"/>
        </p:nvPicPr>
        <p:blipFill>
          <a:blip r:embed="rId2"/>
          <a:stretch>
            <a:fillRect/>
          </a:stretch>
        </p:blipFill>
        <p:spPr>
          <a:xfrm>
            <a:off x="10304830" y="6246717"/>
            <a:ext cx="1240847" cy="392268"/>
          </a:xfrm>
          <a:prstGeom prst="rect">
            <a:avLst/>
          </a:prstGeom>
        </p:spPr>
      </p:pic>
    </p:spTree>
    <p:extLst>
      <p:ext uri="{BB962C8B-B14F-4D97-AF65-F5344CB8AC3E}">
        <p14:creationId xmlns:p14="http://schemas.microsoft.com/office/powerpoint/2010/main" val="4269848909"/>
      </p:ext>
    </p:extLst>
  </p:cSld>
  <p:clrMapOvr>
    <a:masterClrMapping/>
  </p:clrMapOvr>
  <p:transition spd="slow">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ark_Copy_Slide_2">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FEEC4D5-748C-526C-C78D-3A392DC0309E}"/>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DF1DA272-BA98-C888-DDE1-5838B25703A0}"/>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mn-lt"/>
              </a:defRPr>
            </a:lvl1pPr>
          </a:lstStyle>
          <a:p>
            <a:fld id="{73490A59-D3E2-A64D-A2FA-D689A8266F0F}" type="slidenum">
              <a:rPr lang="en-US" smtClean="0"/>
              <a:pPr/>
              <a:t>‹#›</a:t>
            </a:fld>
            <a:endParaRPr lang="en-US" dirty="0"/>
          </a:p>
        </p:txBody>
      </p:sp>
      <p:sp>
        <p:nvSpPr>
          <p:cNvPr id="7" name="Text Placeholder 4">
            <a:extLst>
              <a:ext uri="{FF2B5EF4-FFF2-40B4-BE49-F238E27FC236}">
                <a16:creationId xmlns:a16="http://schemas.microsoft.com/office/drawing/2014/main" id="{51C48E62-C2FA-0EB3-C47E-8DD49BECDBF3}"/>
              </a:ext>
            </a:extLst>
          </p:cNvPr>
          <p:cNvSpPr>
            <a:spLocks noGrp="1"/>
          </p:cNvSpPr>
          <p:nvPr>
            <p:ph type="body" sz="quarter" idx="10" hasCustomPrompt="1"/>
          </p:nvPr>
        </p:nvSpPr>
        <p:spPr>
          <a:xfrm>
            <a:off x="647387" y="525188"/>
            <a:ext cx="6264763"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8" name="Text Placeholder 4">
            <a:extLst>
              <a:ext uri="{FF2B5EF4-FFF2-40B4-BE49-F238E27FC236}">
                <a16:creationId xmlns:a16="http://schemas.microsoft.com/office/drawing/2014/main" id="{10E84AE8-0D73-F55E-01A4-43E2737E1ADC}"/>
              </a:ext>
            </a:extLst>
          </p:cNvPr>
          <p:cNvSpPr>
            <a:spLocks noGrp="1"/>
          </p:cNvSpPr>
          <p:nvPr>
            <p:ph type="body" sz="quarter" idx="11" hasCustomPrompt="1"/>
          </p:nvPr>
        </p:nvSpPr>
        <p:spPr>
          <a:xfrm>
            <a:off x="647387" y="903702"/>
            <a:ext cx="6264763"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17" name="Text Placeholder 4">
            <a:extLst>
              <a:ext uri="{FF2B5EF4-FFF2-40B4-BE49-F238E27FC236}">
                <a16:creationId xmlns:a16="http://schemas.microsoft.com/office/drawing/2014/main" id="{3DA24BAC-1C1D-42BA-5C8A-2D21B00C70AA}"/>
              </a:ext>
            </a:extLst>
          </p:cNvPr>
          <p:cNvSpPr>
            <a:spLocks noGrp="1"/>
          </p:cNvSpPr>
          <p:nvPr>
            <p:ph type="body" sz="quarter" idx="14"/>
          </p:nvPr>
        </p:nvSpPr>
        <p:spPr>
          <a:xfrm>
            <a:off x="647387" y="2048647"/>
            <a:ext cx="10915240" cy="4106347"/>
          </a:xfrm>
        </p:spPr>
        <p:txBody>
          <a:bodyPr wrap="square" lIns="0" tIns="0" rIns="0" bIns="0">
            <a:noAutofit/>
          </a:bodyPr>
          <a:lstStyle>
            <a:lvl1pPr marL="285750" indent="-285750">
              <a:buClr>
                <a:schemeClr val="accent2"/>
              </a:buClr>
              <a:buFont typeface="System Font Regular"/>
              <a:buChar char="&gt;"/>
              <a:defRPr sz="2300" b="0" i="0" cap="none" baseline="0">
                <a:solidFill>
                  <a:schemeClr val="tx1"/>
                </a:solidFill>
                <a:latin typeface="+mn-lt"/>
                <a:ea typeface="Red Hat Display" panose="02010303040201060303" pitchFamily="2" charset="0"/>
                <a:cs typeface="Arial" panose="020B0604020202020204" pitchFamily="34" charset="0"/>
              </a:defRPr>
            </a:lvl1pPr>
            <a:lvl2pPr marL="628650" indent="-285750">
              <a:buClr>
                <a:schemeClr val="accent2"/>
              </a:buClr>
              <a:buFont typeface="Arial" panose="020B0604020202020204" pitchFamily="34" charset="0"/>
              <a:buChar char="•"/>
              <a:defRPr sz="2000" b="0" i="0" cap="none" baseline="0">
                <a:solidFill>
                  <a:schemeClr val="tx1"/>
                </a:solidFill>
                <a:latin typeface="+mn-lt"/>
                <a:ea typeface="Red Hat Display" panose="02010303040201060303" pitchFamily="2" charset="0"/>
                <a:cs typeface="Arial" panose="020B0604020202020204" pitchFamily="34" charset="0"/>
              </a:defRPr>
            </a:lvl2pPr>
            <a:lvl3pPr marL="1069975" indent="-384175">
              <a:buClr>
                <a:schemeClr val="accent2"/>
              </a:buClr>
              <a:buFont typeface="System Font Regular"/>
              <a:buChar char="–"/>
              <a:tabLst/>
              <a:defRPr sz="1800" b="0" i="0" cap="none" baseline="0">
                <a:solidFill>
                  <a:schemeClr val="tx1"/>
                </a:solidFill>
                <a:latin typeface="+mn-lt"/>
                <a:ea typeface="Red Hat Display" panose="02010303040201060303" pitchFamily="2" charset="0"/>
                <a:cs typeface="Arial" panose="020B0604020202020204" pitchFamily="34" charset="0"/>
              </a:defRPr>
            </a:lvl3pPr>
            <a:lvl4pPr marL="1430338" indent="-285750">
              <a:buClr>
                <a:schemeClr val="accent2"/>
              </a:buClr>
              <a:buFont typeface="System Font Regular"/>
              <a:buChar char="–"/>
              <a:tabLst/>
              <a:defRPr sz="1600" b="0" i="0" cap="none" baseline="0">
                <a:solidFill>
                  <a:schemeClr val="tx1"/>
                </a:solidFill>
                <a:latin typeface="+mn-lt"/>
                <a:ea typeface="Red Hat Display" panose="02010303040201060303" pitchFamily="2" charset="0"/>
                <a:cs typeface="Arial" panose="020B0604020202020204" pitchFamily="34" charset="0"/>
              </a:defRPr>
            </a:lvl4pPr>
            <a:lvl5pPr marL="1916113" indent="-273050">
              <a:buClr>
                <a:schemeClr val="accent2"/>
              </a:buClr>
              <a:buFont typeface="System Font Regular"/>
              <a:buChar char="–"/>
              <a:tabLst/>
              <a:defRPr sz="1400" b="0" i="0" cap="none" baseline="0">
                <a:solidFill>
                  <a:schemeClr val="tx1"/>
                </a:solidFill>
                <a:latin typeface="+mn-lt"/>
                <a:ea typeface="Red Hat Display" panose="02010303040201060303" pitchFamily="2"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Graphic 2">
            <a:extLst>
              <a:ext uri="{FF2B5EF4-FFF2-40B4-BE49-F238E27FC236}">
                <a16:creationId xmlns:a16="http://schemas.microsoft.com/office/drawing/2014/main" id="{4B882648-4CD8-9831-4BCD-A4AAFF8629C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98097" y="6240992"/>
            <a:ext cx="1274056" cy="396932"/>
          </a:xfrm>
          <a:prstGeom prst="rect">
            <a:avLst/>
          </a:prstGeom>
        </p:spPr>
      </p:pic>
    </p:spTree>
    <p:extLst>
      <p:ext uri="{BB962C8B-B14F-4D97-AF65-F5344CB8AC3E}">
        <p14:creationId xmlns:p14="http://schemas.microsoft.com/office/powerpoint/2010/main" val="1362918933"/>
      </p:ext>
    </p:extLst>
  </p:cSld>
  <p:clrMapOvr>
    <a:masterClrMapping/>
  </p:clrMapOvr>
  <p:transition spd="slow">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ark_Table_Slide_1">
    <p:bg>
      <p:bgPr>
        <a:solidFill>
          <a:schemeClr val="tx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FEEC4D5-748C-526C-C78D-3A392DC0309E}"/>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DF1DA272-BA98-C888-DDE1-5838B25703A0}"/>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mn-lt"/>
              </a:defRPr>
            </a:lvl1pPr>
          </a:lstStyle>
          <a:p>
            <a:fld id="{73490A59-D3E2-A64D-A2FA-D689A8266F0F}" type="slidenum">
              <a:rPr lang="en-US" smtClean="0"/>
              <a:pPr/>
              <a:t>‹#›</a:t>
            </a:fld>
            <a:endParaRPr lang="en-US" dirty="0"/>
          </a:p>
        </p:txBody>
      </p:sp>
      <p:sp>
        <p:nvSpPr>
          <p:cNvPr id="7" name="Text Placeholder 4">
            <a:extLst>
              <a:ext uri="{FF2B5EF4-FFF2-40B4-BE49-F238E27FC236}">
                <a16:creationId xmlns:a16="http://schemas.microsoft.com/office/drawing/2014/main" id="{FF1C4A13-D2C7-4C33-4CB6-33A446D3486A}"/>
              </a:ext>
            </a:extLst>
          </p:cNvPr>
          <p:cNvSpPr>
            <a:spLocks noGrp="1"/>
          </p:cNvSpPr>
          <p:nvPr>
            <p:ph type="body" sz="quarter" idx="14" hasCustomPrompt="1"/>
          </p:nvPr>
        </p:nvSpPr>
        <p:spPr>
          <a:xfrm>
            <a:off x="597988" y="6450812"/>
            <a:ext cx="5791760" cy="125419"/>
          </a:xfrm>
        </p:spPr>
        <p:txBody>
          <a:bodyPr wrap="square" lIns="0" tIns="0" rIns="0" bIns="0">
            <a:spAutoFit/>
          </a:bodyPr>
          <a:lstStyle>
            <a:lvl1pPr marL="0" indent="0">
              <a:buClr>
                <a:schemeClr val="bg2"/>
              </a:buClr>
              <a:buFont typeface="System Font Regular"/>
              <a:buNone/>
              <a:defRPr sz="9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8" name="Text Placeholder 4">
            <a:extLst>
              <a:ext uri="{FF2B5EF4-FFF2-40B4-BE49-F238E27FC236}">
                <a16:creationId xmlns:a16="http://schemas.microsoft.com/office/drawing/2014/main" id="{D8823CFD-F20C-51AF-90F7-A8C5C331D399}"/>
              </a:ext>
            </a:extLst>
          </p:cNvPr>
          <p:cNvSpPr>
            <a:spLocks noGrp="1"/>
          </p:cNvSpPr>
          <p:nvPr>
            <p:ph type="body" sz="quarter" idx="10" hasCustomPrompt="1"/>
          </p:nvPr>
        </p:nvSpPr>
        <p:spPr>
          <a:xfrm>
            <a:off x="647387" y="525188"/>
            <a:ext cx="6264763"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9" name="Text Placeholder 4">
            <a:extLst>
              <a:ext uri="{FF2B5EF4-FFF2-40B4-BE49-F238E27FC236}">
                <a16:creationId xmlns:a16="http://schemas.microsoft.com/office/drawing/2014/main" id="{B6481811-0FB4-D084-89F5-071ED44FC905}"/>
              </a:ext>
            </a:extLst>
          </p:cNvPr>
          <p:cNvSpPr>
            <a:spLocks noGrp="1"/>
          </p:cNvSpPr>
          <p:nvPr>
            <p:ph type="body" sz="quarter" idx="11" hasCustomPrompt="1"/>
          </p:nvPr>
        </p:nvSpPr>
        <p:spPr>
          <a:xfrm>
            <a:off x="647387" y="903702"/>
            <a:ext cx="6264763"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3" name="Table Placeholder 2">
            <a:extLst>
              <a:ext uri="{FF2B5EF4-FFF2-40B4-BE49-F238E27FC236}">
                <a16:creationId xmlns:a16="http://schemas.microsoft.com/office/drawing/2014/main" id="{602C92AB-0F96-609A-3F7A-9E5B4AF134D1}"/>
              </a:ext>
            </a:extLst>
          </p:cNvPr>
          <p:cNvSpPr>
            <a:spLocks noGrp="1"/>
          </p:cNvSpPr>
          <p:nvPr>
            <p:ph type="tbl" sz="quarter" idx="16"/>
          </p:nvPr>
        </p:nvSpPr>
        <p:spPr>
          <a:xfrm>
            <a:off x="597989" y="2031277"/>
            <a:ext cx="10964638" cy="3923021"/>
          </a:xfrm>
        </p:spPr>
        <p:txBody>
          <a:bodyPr>
            <a:normAutofit/>
          </a:bodyPr>
          <a:lstStyle>
            <a:lvl1pPr marL="0" indent="0">
              <a:buNone/>
              <a:defRPr sz="1200">
                <a:solidFill>
                  <a:schemeClr val="bg1"/>
                </a:solidFill>
                <a:latin typeface="+mn-lt"/>
              </a:defRPr>
            </a:lvl1pPr>
          </a:lstStyle>
          <a:p>
            <a:r>
              <a:rPr lang="en-US"/>
              <a:t>Click icon to add table</a:t>
            </a:r>
            <a:endParaRPr lang="en-US" dirty="0"/>
          </a:p>
        </p:txBody>
      </p:sp>
      <p:pic>
        <p:nvPicPr>
          <p:cNvPr id="4" name="Picture 3">
            <a:extLst>
              <a:ext uri="{FF2B5EF4-FFF2-40B4-BE49-F238E27FC236}">
                <a16:creationId xmlns:a16="http://schemas.microsoft.com/office/drawing/2014/main" id="{001DE19E-EC93-98E0-88D2-69A25EF4B8F6}"/>
              </a:ext>
            </a:extLst>
          </p:cNvPr>
          <p:cNvPicPr>
            <a:picLocks noChangeAspect="1"/>
          </p:cNvPicPr>
          <p:nvPr userDrawn="1"/>
        </p:nvPicPr>
        <p:blipFill>
          <a:blip r:embed="rId2"/>
          <a:stretch>
            <a:fillRect/>
          </a:stretch>
        </p:blipFill>
        <p:spPr>
          <a:xfrm>
            <a:off x="10304830" y="6246717"/>
            <a:ext cx="1240847" cy="392268"/>
          </a:xfrm>
          <a:prstGeom prst="rect">
            <a:avLst/>
          </a:prstGeom>
        </p:spPr>
      </p:pic>
    </p:spTree>
    <p:extLst>
      <p:ext uri="{BB962C8B-B14F-4D97-AF65-F5344CB8AC3E}">
        <p14:creationId xmlns:p14="http://schemas.microsoft.com/office/powerpoint/2010/main" val="1204152173"/>
      </p:ext>
    </p:extLst>
  </p:cSld>
  <p:clrMapOvr>
    <a:masterClrMapping/>
  </p:clrMapOvr>
  <p:transition spd="slow">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ight_Copy_Slide_2">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FEEC4D5-748C-526C-C78D-3A392DC0309E}"/>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DF1DA272-BA98-C888-DDE1-5838B25703A0}"/>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mn-lt"/>
              </a:defRPr>
            </a:lvl1pPr>
          </a:lstStyle>
          <a:p>
            <a:fld id="{73490A59-D3E2-A64D-A2FA-D689A8266F0F}" type="slidenum">
              <a:rPr lang="en-US" smtClean="0"/>
              <a:pPr/>
              <a:t>‹#›</a:t>
            </a:fld>
            <a:endParaRPr lang="en-US" dirty="0"/>
          </a:p>
        </p:txBody>
      </p:sp>
      <p:sp>
        <p:nvSpPr>
          <p:cNvPr id="4" name="Table Placeholder 2">
            <a:extLst>
              <a:ext uri="{FF2B5EF4-FFF2-40B4-BE49-F238E27FC236}">
                <a16:creationId xmlns:a16="http://schemas.microsoft.com/office/drawing/2014/main" id="{126A2234-F099-18C6-EF12-95D6695A768B}"/>
              </a:ext>
            </a:extLst>
          </p:cNvPr>
          <p:cNvSpPr>
            <a:spLocks noGrp="1"/>
          </p:cNvSpPr>
          <p:nvPr>
            <p:ph type="tbl" sz="quarter" idx="16"/>
          </p:nvPr>
        </p:nvSpPr>
        <p:spPr>
          <a:xfrm>
            <a:off x="597987" y="2031277"/>
            <a:ext cx="10964639" cy="3923021"/>
          </a:xfrm>
        </p:spPr>
        <p:txBody>
          <a:bodyPr>
            <a:normAutofit/>
          </a:bodyPr>
          <a:lstStyle>
            <a:lvl1pPr marL="0" indent="0">
              <a:buNone/>
              <a:defRPr sz="1200">
                <a:solidFill>
                  <a:schemeClr val="tx1"/>
                </a:solidFill>
                <a:latin typeface="+mn-lt"/>
              </a:defRPr>
            </a:lvl1pPr>
          </a:lstStyle>
          <a:p>
            <a:r>
              <a:rPr lang="en-US"/>
              <a:t>Click icon to add table</a:t>
            </a:r>
            <a:endParaRPr lang="en-US" dirty="0"/>
          </a:p>
        </p:txBody>
      </p:sp>
      <p:sp>
        <p:nvSpPr>
          <p:cNvPr id="8" name="Text Placeholder 4">
            <a:extLst>
              <a:ext uri="{FF2B5EF4-FFF2-40B4-BE49-F238E27FC236}">
                <a16:creationId xmlns:a16="http://schemas.microsoft.com/office/drawing/2014/main" id="{8270E9C8-D6DC-3F61-2353-A2E695D42F0E}"/>
              </a:ext>
            </a:extLst>
          </p:cNvPr>
          <p:cNvSpPr>
            <a:spLocks noGrp="1"/>
          </p:cNvSpPr>
          <p:nvPr>
            <p:ph type="body" sz="quarter" idx="10" hasCustomPrompt="1"/>
          </p:nvPr>
        </p:nvSpPr>
        <p:spPr>
          <a:xfrm>
            <a:off x="647387" y="525188"/>
            <a:ext cx="6264763"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9" name="Text Placeholder 4">
            <a:extLst>
              <a:ext uri="{FF2B5EF4-FFF2-40B4-BE49-F238E27FC236}">
                <a16:creationId xmlns:a16="http://schemas.microsoft.com/office/drawing/2014/main" id="{E21524F1-192E-5303-C291-775E840BAB7B}"/>
              </a:ext>
            </a:extLst>
          </p:cNvPr>
          <p:cNvSpPr>
            <a:spLocks noGrp="1"/>
          </p:cNvSpPr>
          <p:nvPr>
            <p:ph type="body" sz="quarter" idx="11" hasCustomPrompt="1"/>
          </p:nvPr>
        </p:nvSpPr>
        <p:spPr>
          <a:xfrm>
            <a:off x="647387" y="903702"/>
            <a:ext cx="6264763"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10" name="Text Placeholder 4">
            <a:extLst>
              <a:ext uri="{FF2B5EF4-FFF2-40B4-BE49-F238E27FC236}">
                <a16:creationId xmlns:a16="http://schemas.microsoft.com/office/drawing/2014/main" id="{827ED04F-5928-844C-EB00-1E6022BA25DD}"/>
              </a:ext>
            </a:extLst>
          </p:cNvPr>
          <p:cNvSpPr>
            <a:spLocks noGrp="1"/>
          </p:cNvSpPr>
          <p:nvPr>
            <p:ph type="body" sz="quarter" idx="14" hasCustomPrompt="1"/>
          </p:nvPr>
        </p:nvSpPr>
        <p:spPr>
          <a:xfrm>
            <a:off x="597988" y="6450812"/>
            <a:ext cx="5791760" cy="125419"/>
          </a:xfrm>
        </p:spPr>
        <p:txBody>
          <a:bodyPr wrap="square" lIns="0" tIns="0" rIns="0" bIns="0">
            <a:spAutoFit/>
          </a:bodyPr>
          <a:lstStyle>
            <a:lvl1pPr marL="0" indent="0">
              <a:buClr>
                <a:schemeClr val="bg2"/>
              </a:buClr>
              <a:buFont typeface="System Font Regular"/>
              <a:buNone/>
              <a:defRPr sz="900" b="0" i="0" cap="none" baseline="0">
                <a:solidFill>
                  <a:schemeClr val="tx2"/>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pic>
        <p:nvPicPr>
          <p:cNvPr id="3" name="Graphic 2">
            <a:extLst>
              <a:ext uri="{FF2B5EF4-FFF2-40B4-BE49-F238E27FC236}">
                <a16:creationId xmlns:a16="http://schemas.microsoft.com/office/drawing/2014/main" id="{F5D79C70-393F-1A78-2D42-53246A37E0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98097" y="6240992"/>
            <a:ext cx="1274056" cy="396932"/>
          </a:xfrm>
          <a:prstGeom prst="rect">
            <a:avLst/>
          </a:prstGeom>
        </p:spPr>
      </p:pic>
    </p:spTree>
    <p:extLst>
      <p:ext uri="{BB962C8B-B14F-4D97-AF65-F5344CB8AC3E}">
        <p14:creationId xmlns:p14="http://schemas.microsoft.com/office/powerpoint/2010/main" val="2234525814"/>
      </p:ext>
    </p:extLst>
  </p:cSld>
  <p:clrMapOvr>
    <a:masterClrMapping/>
  </p:clrMapOvr>
  <p:transition spd="slow">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ark_Chart_Slide_1">
    <p:bg>
      <p:bgPr>
        <a:solidFill>
          <a:schemeClr val="tx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FEEC4D5-748C-526C-C78D-3A392DC0309E}"/>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DF1DA272-BA98-C888-DDE1-5838B25703A0}"/>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mn-lt"/>
              </a:defRPr>
            </a:lvl1pPr>
          </a:lstStyle>
          <a:p>
            <a:fld id="{73490A59-D3E2-A64D-A2FA-D689A8266F0F}" type="slidenum">
              <a:rPr lang="en-US" smtClean="0"/>
              <a:pPr/>
              <a:t>‹#›</a:t>
            </a:fld>
            <a:endParaRPr lang="en-US" dirty="0"/>
          </a:p>
        </p:txBody>
      </p:sp>
      <p:sp>
        <p:nvSpPr>
          <p:cNvPr id="7" name="Chart Placeholder 2">
            <a:extLst>
              <a:ext uri="{FF2B5EF4-FFF2-40B4-BE49-F238E27FC236}">
                <a16:creationId xmlns:a16="http://schemas.microsoft.com/office/drawing/2014/main" id="{DC6B90A3-8DAF-ACDD-930D-4C6AF619DD33}"/>
              </a:ext>
            </a:extLst>
          </p:cNvPr>
          <p:cNvSpPr>
            <a:spLocks noGrp="1"/>
          </p:cNvSpPr>
          <p:nvPr>
            <p:ph type="chart" sz="quarter" idx="17"/>
          </p:nvPr>
        </p:nvSpPr>
        <p:spPr>
          <a:xfrm>
            <a:off x="597988" y="2031276"/>
            <a:ext cx="10961382" cy="3923021"/>
          </a:xfrm>
        </p:spPr>
        <p:txBody>
          <a:bodyPr>
            <a:normAutofit/>
          </a:bodyPr>
          <a:lstStyle>
            <a:lvl1pPr marL="0" indent="0">
              <a:buNone/>
              <a:defRPr sz="1200">
                <a:solidFill>
                  <a:schemeClr val="bg1"/>
                </a:solidFill>
                <a:latin typeface="+mn-lt"/>
              </a:defRPr>
            </a:lvl1pPr>
          </a:lstStyle>
          <a:p>
            <a:r>
              <a:rPr lang="en-US"/>
              <a:t>Click icon to add chart</a:t>
            </a:r>
            <a:endParaRPr lang="en-US" dirty="0"/>
          </a:p>
        </p:txBody>
      </p:sp>
      <p:sp>
        <p:nvSpPr>
          <p:cNvPr id="9" name="Text Placeholder 4">
            <a:extLst>
              <a:ext uri="{FF2B5EF4-FFF2-40B4-BE49-F238E27FC236}">
                <a16:creationId xmlns:a16="http://schemas.microsoft.com/office/drawing/2014/main" id="{4D35D154-3D86-45DE-C6F1-91EAC1186719}"/>
              </a:ext>
            </a:extLst>
          </p:cNvPr>
          <p:cNvSpPr>
            <a:spLocks noGrp="1"/>
          </p:cNvSpPr>
          <p:nvPr>
            <p:ph type="body" sz="quarter" idx="10" hasCustomPrompt="1"/>
          </p:nvPr>
        </p:nvSpPr>
        <p:spPr>
          <a:xfrm>
            <a:off x="647387" y="525188"/>
            <a:ext cx="6264763"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0" name="Text Placeholder 4">
            <a:extLst>
              <a:ext uri="{FF2B5EF4-FFF2-40B4-BE49-F238E27FC236}">
                <a16:creationId xmlns:a16="http://schemas.microsoft.com/office/drawing/2014/main" id="{CF871CA5-330D-B5A0-54AE-B84A7DD28DF1}"/>
              </a:ext>
            </a:extLst>
          </p:cNvPr>
          <p:cNvSpPr>
            <a:spLocks noGrp="1"/>
          </p:cNvSpPr>
          <p:nvPr>
            <p:ph type="body" sz="quarter" idx="11" hasCustomPrompt="1"/>
          </p:nvPr>
        </p:nvSpPr>
        <p:spPr>
          <a:xfrm>
            <a:off x="647387" y="903702"/>
            <a:ext cx="6264763"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3" name="Text Placeholder 4">
            <a:extLst>
              <a:ext uri="{FF2B5EF4-FFF2-40B4-BE49-F238E27FC236}">
                <a16:creationId xmlns:a16="http://schemas.microsoft.com/office/drawing/2014/main" id="{4C9C2904-C0F0-4933-D97F-E2F60CC6D506}"/>
              </a:ext>
            </a:extLst>
          </p:cNvPr>
          <p:cNvSpPr>
            <a:spLocks noGrp="1"/>
          </p:cNvSpPr>
          <p:nvPr>
            <p:ph type="body" sz="quarter" idx="14" hasCustomPrompt="1"/>
          </p:nvPr>
        </p:nvSpPr>
        <p:spPr>
          <a:xfrm>
            <a:off x="597988" y="6450812"/>
            <a:ext cx="5791760" cy="125419"/>
          </a:xfrm>
        </p:spPr>
        <p:txBody>
          <a:bodyPr wrap="square" lIns="0" tIns="0" rIns="0" bIns="0">
            <a:spAutoFit/>
          </a:bodyPr>
          <a:lstStyle>
            <a:lvl1pPr marL="0" indent="0">
              <a:buClr>
                <a:schemeClr val="bg2"/>
              </a:buClr>
              <a:buFont typeface="System Font Regular"/>
              <a:buNone/>
              <a:defRPr sz="9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pic>
        <p:nvPicPr>
          <p:cNvPr id="4" name="Picture 3">
            <a:extLst>
              <a:ext uri="{FF2B5EF4-FFF2-40B4-BE49-F238E27FC236}">
                <a16:creationId xmlns:a16="http://schemas.microsoft.com/office/drawing/2014/main" id="{CE7F61AB-775A-5F64-A8B5-98AE609647A5}"/>
              </a:ext>
            </a:extLst>
          </p:cNvPr>
          <p:cNvPicPr>
            <a:picLocks noChangeAspect="1"/>
          </p:cNvPicPr>
          <p:nvPr userDrawn="1"/>
        </p:nvPicPr>
        <p:blipFill>
          <a:blip r:embed="rId2"/>
          <a:stretch>
            <a:fillRect/>
          </a:stretch>
        </p:blipFill>
        <p:spPr>
          <a:xfrm>
            <a:off x="10304830" y="6246717"/>
            <a:ext cx="1240847" cy="392268"/>
          </a:xfrm>
          <a:prstGeom prst="rect">
            <a:avLst/>
          </a:prstGeom>
        </p:spPr>
      </p:pic>
    </p:spTree>
    <p:extLst>
      <p:ext uri="{BB962C8B-B14F-4D97-AF65-F5344CB8AC3E}">
        <p14:creationId xmlns:p14="http://schemas.microsoft.com/office/powerpoint/2010/main" val="2055157732"/>
      </p:ext>
    </p:extLst>
  </p:cSld>
  <p:clrMapOvr>
    <a:masterClrMapping/>
  </p:clrMapOvr>
  <p:transition spd="slow">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ight_Chart_Slide_2">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FEEC4D5-748C-526C-C78D-3A392DC0309E}"/>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DF1DA272-BA98-C888-DDE1-5838B25703A0}"/>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mn-lt"/>
              </a:defRPr>
            </a:lvl1pPr>
          </a:lstStyle>
          <a:p>
            <a:fld id="{73490A59-D3E2-A64D-A2FA-D689A8266F0F}" type="slidenum">
              <a:rPr lang="en-US" smtClean="0"/>
              <a:pPr/>
              <a:t>‹#›</a:t>
            </a:fld>
            <a:endParaRPr lang="en-US" dirty="0"/>
          </a:p>
        </p:txBody>
      </p:sp>
      <p:sp>
        <p:nvSpPr>
          <p:cNvPr id="7" name="Chart Placeholder 2">
            <a:extLst>
              <a:ext uri="{FF2B5EF4-FFF2-40B4-BE49-F238E27FC236}">
                <a16:creationId xmlns:a16="http://schemas.microsoft.com/office/drawing/2014/main" id="{584BAAE4-DCED-07D3-C409-07966E0CB8B2}"/>
              </a:ext>
            </a:extLst>
          </p:cNvPr>
          <p:cNvSpPr>
            <a:spLocks noGrp="1"/>
          </p:cNvSpPr>
          <p:nvPr>
            <p:ph type="chart" sz="quarter" idx="17"/>
          </p:nvPr>
        </p:nvSpPr>
        <p:spPr>
          <a:xfrm>
            <a:off x="597988" y="2031277"/>
            <a:ext cx="10967875" cy="3923021"/>
          </a:xfrm>
        </p:spPr>
        <p:txBody>
          <a:bodyPr>
            <a:normAutofit/>
          </a:bodyPr>
          <a:lstStyle>
            <a:lvl1pPr marL="0" indent="0">
              <a:buNone/>
              <a:defRPr sz="1200">
                <a:solidFill>
                  <a:schemeClr val="tx2"/>
                </a:solidFill>
                <a:latin typeface="+mn-lt"/>
              </a:defRPr>
            </a:lvl1pPr>
          </a:lstStyle>
          <a:p>
            <a:r>
              <a:rPr lang="en-US"/>
              <a:t>Click icon to add chart</a:t>
            </a:r>
            <a:endParaRPr lang="en-US" dirty="0"/>
          </a:p>
        </p:txBody>
      </p:sp>
      <p:sp>
        <p:nvSpPr>
          <p:cNvPr id="9" name="Text Placeholder 4">
            <a:extLst>
              <a:ext uri="{FF2B5EF4-FFF2-40B4-BE49-F238E27FC236}">
                <a16:creationId xmlns:a16="http://schemas.microsoft.com/office/drawing/2014/main" id="{65D07865-72D5-5AC8-C52D-3EA3CA30D3A1}"/>
              </a:ext>
            </a:extLst>
          </p:cNvPr>
          <p:cNvSpPr>
            <a:spLocks noGrp="1"/>
          </p:cNvSpPr>
          <p:nvPr>
            <p:ph type="body" sz="quarter" idx="10" hasCustomPrompt="1"/>
          </p:nvPr>
        </p:nvSpPr>
        <p:spPr>
          <a:xfrm>
            <a:off x="647387" y="525188"/>
            <a:ext cx="6264763"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0" name="Text Placeholder 4">
            <a:extLst>
              <a:ext uri="{FF2B5EF4-FFF2-40B4-BE49-F238E27FC236}">
                <a16:creationId xmlns:a16="http://schemas.microsoft.com/office/drawing/2014/main" id="{7171E754-84C7-2A75-73D7-AC15509C6D63}"/>
              </a:ext>
            </a:extLst>
          </p:cNvPr>
          <p:cNvSpPr>
            <a:spLocks noGrp="1"/>
          </p:cNvSpPr>
          <p:nvPr>
            <p:ph type="body" sz="quarter" idx="11" hasCustomPrompt="1"/>
          </p:nvPr>
        </p:nvSpPr>
        <p:spPr>
          <a:xfrm>
            <a:off x="647387" y="903702"/>
            <a:ext cx="6264763"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4" name="Text Placeholder 4">
            <a:extLst>
              <a:ext uri="{FF2B5EF4-FFF2-40B4-BE49-F238E27FC236}">
                <a16:creationId xmlns:a16="http://schemas.microsoft.com/office/drawing/2014/main" id="{8D99BD87-C6CD-3AEF-CC25-12ABA66E0E29}"/>
              </a:ext>
            </a:extLst>
          </p:cNvPr>
          <p:cNvSpPr>
            <a:spLocks noGrp="1"/>
          </p:cNvSpPr>
          <p:nvPr>
            <p:ph type="body" sz="quarter" idx="14" hasCustomPrompt="1"/>
          </p:nvPr>
        </p:nvSpPr>
        <p:spPr>
          <a:xfrm>
            <a:off x="597988" y="6450812"/>
            <a:ext cx="5791760" cy="125419"/>
          </a:xfrm>
        </p:spPr>
        <p:txBody>
          <a:bodyPr wrap="square" lIns="0" tIns="0" rIns="0" bIns="0">
            <a:spAutoFit/>
          </a:bodyPr>
          <a:lstStyle>
            <a:lvl1pPr marL="0" indent="0">
              <a:buClr>
                <a:schemeClr val="bg2"/>
              </a:buClr>
              <a:buFont typeface="System Font Regular"/>
              <a:buNone/>
              <a:defRPr sz="900" b="0" i="0" cap="none" baseline="0">
                <a:solidFill>
                  <a:schemeClr val="tx2"/>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pic>
        <p:nvPicPr>
          <p:cNvPr id="3" name="Graphic 2">
            <a:extLst>
              <a:ext uri="{FF2B5EF4-FFF2-40B4-BE49-F238E27FC236}">
                <a16:creationId xmlns:a16="http://schemas.microsoft.com/office/drawing/2014/main" id="{978383D2-DCA1-A293-9403-32B740A8F02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98097" y="6240992"/>
            <a:ext cx="1274056" cy="396932"/>
          </a:xfrm>
          <a:prstGeom prst="rect">
            <a:avLst/>
          </a:prstGeom>
        </p:spPr>
      </p:pic>
    </p:spTree>
    <p:extLst>
      <p:ext uri="{BB962C8B-B14F-4D97-AF65-F5344CB8AC3E}">
        <p14:creationId xmlns:p14="http://schemas.microsoft.com/office/powerpoint/2010/main" val="1678682817"/>
      </p:ext>
    </p:extLst>
  </p:cSld>
  <p:clrMapOvr>
    <a:masterClrMapping/>
  </p:clrMapOvr>
  <p:transition spd="slow">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ark_2up_Chart_Slide_1">
    <p:bg>
      <p:bgPr>
        <a:solidFill>
          <a:schemeClr val="tx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FEEC4D5-748C-526C-C78D-3A392DC0309E}"/>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DF1DA272-BA98-C888-DDE1-5838B25703A0}"/>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mn-lt"/>
              </a:defRPr>
            </a:lvl1pPr>
          </a:lstStyle>
          <a:p>
            <a:fld id="{73490A59-D3E2-A64D-A2FA-D689A8266F0F}" type="slidenum">
              <a:rPr lang="en-US" smtClean="0"/>
              <a:pPr/>
              <a:t>‹#›</a:t>
            </a:fld>
            <a:endParaRPr lang="en-US" dirty="0"/>
          </a:p>
        </p:txBody>
      </p:sp>
      <p:sp>
        <p:nvSpPr>
          <p:cNvPr id="7" name="Chart Placeholder 2">
            <a:extLst>
              <a:ext uri="{FF2B5EF4-FFF2-40B4-BE49-F238E27FC236}">
                <a16:creationId xmlns:a16="http://schemas.microsoft.com/office/drawing/2014/main" id="{DC6B90A3-8DAF-ACDD-930D-4C6AF619DD33}"/>
              </a:ext>
            </a:extLst>
          </p:cNvPr>
          <p:cNvSpPr>
            <a:spLocks noGrp="1"/>
          </p:cNvSpPr>
          <p:nvPr>
            <p:ph type="chart" sz="quarter" idx="17"/>
          </p:nvPr>
        </p:nvSpPr>
        <p:spPr>
          <a:xfrm>
            <a:off x="621394" y="2031276"/>
            <a:ext cx="5419669" cy="3923021"/>
          </a:xfrm>
        </p:spPr>
        <p:txBody>
          <a:bodyPr>
            <a:normAutofit/>
          </a:bodyPr>
          <a:lstStyle>
            <a:lvl1pPr marL="0" indent="0">
              <a:buNone/>
              <a:defRPr sz="1200">
                <a:solidFill>
                  <a:schemeClr val="bg1"/>
                </a:solidFill>
                <a:latin typeface="+mn-lt"/>
              </a:defRPr>
            </a:lvl1pPr>
          </a:lstStyle>
          <a:p>
            <a:r>
              <a:rPr lang="en-US"/>
              <a:t>Click icon to add chart</a:t>
            </a:r>
            <a:endParaRPr lang="en-US" dirty="0"/>
          </a:p>
        </p:txBody>
      </p:sp>
      <p:sp>
        <p:nvSpPr>
          <p:cNvPr id="8" name="Text Placeholder 4">
            <a:extLst>
              <a:ext uri="{FF2B5EF4-FFF2-40B4-BE49-F238E27FC236}">
                <a16:creationId xmlns:a16="http://schemas.microsoft.com/office/drawing/2014/main" id="{3CB2E932-B98E-54D1-1E42-EC2CA26E6DD7}"/>
              </a:ext>
            </a:extLst>
          </p:cNvPr>
          <p:cNvSpPr>
            <a:spLocks noGrp="1"/>
          </p:cNvSpPr>
          <p:nvPr>
            <p:ph type="body" sz="quarter" idx="10" hasCustomPrompt="1"/>
          </p:nvPr>
        </p:nvSpPr>
        <p:spPr>
          <a:xfrm>
            <a:off x="647387" y="525188"/>
            <a:ext cx="6264763"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9" name="Text Placeholder 4">
            <a:extLst>
              <a:ext uri="{FF2B5EF4-FFF2-40B4-BE49-F238E27FC236}">
                <a16:creationId xmlns:a16="http://schemas.microsoft.com/office/drawing/2014/main" id="{4D888B79-3300-EFEA-2DC9-0E94DD9B14B7}"/>
              </a:ext>
            </a:extLst>
          </p:cNvPr>
          <p:cNvSpPr>
            <a:spLocks noGrp="1"/>
          </p:cNvSpPr>
          <p:nvPr>
            <p:ph type="body" sz="quarter" idx="11" hasCustomPrompt="1"/>
          </p:nvPr>
        </p:nvSpPr>
        <p:spPr>
          <a:xfrm>
            <a:off x="647387" y="903702"/>
            <a:ext cx="6264763"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10" name="Text Placeholder 4">
            <a:extLst>
              <a:ext uri="{FF2B5EF4-FFF2-40B4-BE49-F238E27FC236}">
                <a16:creationId xmlns:a16="http://schemas.microsoft.com/office/drawing/2014/main" id="{BFED7642-AE16-E20A-C68E-B008ACE3272A}"/>
              </a:ext>
            </a:extLst>
          </p:cNvPr>
          <p:cNvSpPr>
            <a:spLocks noGrp="1"/>
          </p:cNvSpPr>
          <p:nvPr>
            <p:ph type="body" sz="quarter" idx="14" hasCustomPrompt="1"/>
          </p:nvPr>
        </p:nvSpPr>
        <p:spPr>
          <a:xfrm>
            <a:off x="597988" y="6060189"/>
            <a:ext cx="5443075" cy="128118"/>
          </a:xfrm>
        </p:spPr>
        <p:txBody>
          <a:bodyPr wrap="square" lIns="0" tIns="0" rIns="0" bIns="0">
            <a:spAutoFit/>
          </a:bodyPr>
          <a:lstStyle>
            <a:lvl1pPr marL="0" indent="0">
              <a:buClr>
                <a:schemeClr val="bg2"/>
              </a:buClr>
              <a:buFont typeface="System Font Regular"/>
              <a:buNone/>
              <a:defRPr sz="9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3" name="Chart Placeholder 2">
            <a:extLst>
              <a:ext uri="{FF2B5EF4-FFF2-40B4-BE49-F238E27FC236}">
                <a16:creationId xmlns:a16="http://schemas.microsoft.com/office/drawing/2014/main" id="{669FFFCD-8C75-9E48-98B8-DC81450A5EB1}"/>
              </a:ext>
            </a:extLst>
          </p:cNvPr>
          <p:cNvSpPr>
            <a:spLocks noGrp="1"/>
          </p:cNvSpPr>
          <p:nvPr>
            <p:ph type="chart" sz="quarter" idx="18"/>
          </p:nvPr>
        </p:nvSpPr>
        <p:spPr>
          <a:xfrm>
            <a:off x="6228992" y="2031277"/>
            <a:ext cx="5419669" cy="3911188"/>
          </a:xfrm>
        </p:spPr>
        <p:txBody>
          <a:bodyPr>
            <a:normAutofit/>
          </a:bodyPr>
          <a:lstStyle>
            <a:lvl1pPr marL="0" indent="0">
              <a:buNone/>
              <a:defRPr sz="1200">
                <a:solidFill>
                  <a:schemeClr val="bg1"/>
                </a:solidFill>
                <a:latin typeface="+mn-lt"/>
              </a:defRPr>
            </a:lvl1pPr>
          </a:lstStyle>
          <a:p>
            <a:r>
              <a:rPr lang="en-US"/>
              <a:t>Click icon to add chart</a:t>
            </a:r>
            <a:endParaRPr lang="en-US" dirty="0"/>
          </a:p>
        </p:txBody>
      </p:sp>
      <p:sp>
        <p:nvSpPr>
          <p:cNvPr id="11" name="Text Placeholder 4">
            <a:extLst>
              <a:ext uri="{FF2B5EF4-FFF2-40B4-BE49-F238E27FC236}">
                <a16:creationId xmlns:a16="http://schemas.microsoft.com/office/drawing/2014/main" id="{F58A4D92-9CD9-797A-75C1-86EB8C6D9F1B}"/>
              </a:ext>
            </a:extLst>
          </p:cNvPr>
          <p:cNvSpPr>
            <a:spLocks noGrp="1"/>
          </p:cNvSpPr>
          <p:nvPr>
            <p:ph type="body" sz="quarter" idx="19" hasCustomPrompt="1"/>
          </p:nvPr>
        </p:nvSpPr>
        <p:spPr>
          <a:xfrm>
            <a:off x="6209931" y="6056571"/>
            <a:ext cx="5443075" cy="128118"/>
          </a:xfrm>
        </p:spPr>
        <p:txBody>
          <a:bodyPr wrap="square" lIns="0" tIns="0" rIns="0" bIns="0">
            <a:spAutoFit/>
          </a:bodyPr>
          <a:lstStyle>
            <a:lvl1pPr marL="0" indent="0">
              <a:buClr>
                <a:schemeClr val="bg2"/>
              </a:buClr>
              <a:buFont typeface="System Font Regular"/>
              <a:buNone/>
              <a:defRPr sz="9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pic>
        <p:nvPicPr>
          <p:cNvPr id="4" name="Picture 3">
            <a:extLst>
              <a:ext uri="{FF2B5EF4-FFF2-40B4-BE49-F238E27FC236}">
                <a16:creationId xmlns:a16="http://schemas.microsoft.com/office/drawing/2014/main" id="{D709AB4E-82D8-20BF-2DA5-46AFF54112F7}"/>
              </a:ext>
            </a:extLst>
          </p:cNvPr>
          <p:cNvPicPr>
            <a:picLocks noChangeAspect="1"/>
          </p:cNvPicPr>
          <p:nvPr userDrawn="1"/>
        </p:nvPicPr>
        <p:blipFill>
          <a:blip r:embed="rId2"/>
          <a:stretch>
            <a:fillRect/>
          </a:stretch>
        </p:blipFill>
        <p:spPr>
          <a:xfrm>
            <a:off x="10304830" y="6246717"/>
            <a:ext cx="1240847" cy="392268"/>
          </a:xfrm>
          <a:prstGeom prst="rect">
            <a:avLst/>
          </a:prstGeom>
        </p:spPr>
      </p:pic>
    </p:spTree>
    <p:extLst>
      <p:ext uri="{BB962C8B-B14F-4D97-AF65-F5344CB8AC3E}">
        <p14:creationId xmlns:p14="http://schemas.microsoft.com/office/powerpoint/2010/main" val="3715334397"/>
      </p:ext>
    </p:extLst>
  </p:cSld>
  <p:clrMapOvr>
    <a:masterClrMapping/>
  </p:clrMapOvr>
  <p:transition spd="slow">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ight_2up_Chart_Slide_2">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FEEC4D5-748C-526C-C78D-3A392DC0309E}"/>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DF1DA272-BA98-C888-DDE1-5838B25703A0}"/>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mn-lt"/>
              </a:defRPr>
            </a:lvl1pPr>
          </a:lstStyle>
          <a:p>
            <a:fld id="{73490A59-D3E2-A64D-A2FA-D689A8266F0F}" type="slidenum">
              <a:rPr lang="en-US" smtClean="0"/>
              <a:pPr/>
              <a:t>‹#›</a:t>
            </a:fld>
            <a:endParaRPr lang="en-US" dirty="0"/>
          </a:p>
        </p:txBody>
      </p:sp>
      <p:sp>
        <p:nvSpPr>
          <p:cNvPr id="7" name="Chart Placeholder 2">
            <a:extLst>
              <a:ext uri="{FF2B5EF4-FFF2-40B4-BE49-F238E27FC236}">
                <a16:creationId xmlns:a16="http://schemas.microsoft.com/office/drawing/2014/main" id="{DC6B90A3-8DAF-ACDD-930D-4C6AF619DD33}"/>
              </a:ext>
            </a:extLst>
          </p:cNvPr>
          <p:cNvSpPr>
            <a:spLocks noGrp="1"/>
          </p:cNvSpPr>
          <p:nvPr>
            <p:ph type="chart" sz="quarter" idx="17"/>
          </p:nvPr>
        </p:nvSpPr>
        <p:spPr>
          <a:xfrm>
            <a:off x="631226" y="2041108"/>
            <a:ext cx="5419669" cy="3913189"/>
          </a:xfrm>
        </p:spPr>
        <p:txBody>
          <a:bodyPr>
            <a:normAutofit/>
          </a:bodyPr>
          <a:lstStyle>
            <a:lvl1pPr marL="0" indent="0">
              <a:buNone/>
              <a:defRPr sz="1200">
                <a:solidFill>
                  <a:schemeClr val="tx1"/>
                </a:solidFill>
                <a:latin typeface="+mn-lt"/>
              </a:defRPr>
            </a:lvl1pPr>
          </a:lstStyle>
          <a:p>
            <a:r>
              <a:rPr lang="en-US"/>
              <a:t>Click icon to add chart</a:t>
            </a:r>
            <a:endParaRPr lang="en-US" dirty="0"/>
          </a:p>
        </p:txBody>
      </p:sp>
      <p:sp>
        <p:nvSpPr>
          <p:cNvPr id="9" name="Text Placeholder 4">
            <a:extLst>
              <a:ext uri="{FF2B5EF4-FFF2-40B4-BE49-F238E27FC236}">
                <a16:creationId xmlns:a16="http://schemas.microsoft.com/office/drawing/2014/main" id="{D60939F8-27AE-2F05-A3E2-F232FC1E0590}"/>
              </a:ext>
            </a:extLst>
          </p:cNvPr>
          <p:cNvSpPr>
            <a:spLocks noGrp="1"/>
          </p:cNvSpPr>
          <p:nvPr>
            <p:ph type="body" sz="quarter" idx="10" hasCustomPrompt="1"/>
          </p:nvPr>
        </p:nvSpPr>
        <p:spPr>
          <a:xfrm>
            <a:off x="647387" y="525188"/>
            <a:ext cx="6264763"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0" name="Text Placeholder 4">
            <a:extLst>
              <a:ext uri="{FF2B5EF4-FFF2-40B4-BE49-F238E27FC236}">
                <a16:creationId xmlns:a16="http://schemas.microsoft.com/office/drawing/2014/main" id="{AF6090E5-4E33-9552-5D11-2AA151330BD3}"/>
              </a:ext>
            </a:extLst>
          </p:cNvPr>
          <p:cNvSpPr>
            <a:spLocks noGrp="1"/>
          </p:cNvSpPr>
          <p:nvPr>
            <p:ph type="body" sz="quarter" idx="11" hasCustomPrompt="1"/>
          </p:nvPr>
        </p:nvSpPr>
        <p:spPr>
          <a:xfrm>
            <a:off x="647387" y="903702"/>
            <a:ext cx="6264763"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4" name="Text Placeholder 4">
            <a:extLst>
              <a:ext uri="{FF2B5EF4-FFF2-40B4-BE49-F238E27FC236}">
                <a16:creationId xmlns:a16="http://schemas.microsoft.com/office/drawing/2014/main" id="{A01FFEC4-8288-E86A-D706-0810CDC8A8F9}"/>
              </a:ext>
            </a:extLst>
          </p:cNvPr>
          <p:cNvSpPr>
            <a:spLocks noGrp="1"/>
          </p:cNvSpPr>
          <p:nvPr>
            <p:ph type="body" sz="quarter" idx="14" hasCustomPrompt="1"/>
          </p:nvPr>
        </p:nvSpPr>
        <p:spPr>
          <a:xfrm>
            <a:off x="637317" y="6056721"/>
            <a:ext cx="5413578" cy="128118"/>
          </a:xfrm>
        </p:spPr>
        <p:txBody>
          <a:bodyPr wrap="square" lIns="0" tIns="0" rIns="0" bIns="0">
            <a:spAutoFit/>
          </a:bodyPr>
          <a:lstStyle>
            <a:lvl1pPr marL="0" indent="0">
              <a:buClr>
                <a:schemeClr val="bg2"/>
              </a:buClr>
              <a:buFont typeface="System Font Regular"/>
              <a:buNone/>
              <a:defRPr sz="9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3" name="Chart Placeholder 2">
            <a:extLst>
              <a:ext uri="{FF2B5EF4-FFF2-40B4-BE49-F238E27FC236}">
                <a16:creationId xmlns:a16="http://schemas.microsoft.com/office/drawing/2014/main" id="{669FFFCD-8C75-9E48-98B8-DC81450A5EB1}"/>
              </a:ext>
            </a:extLst>
          </p:cNvPr>
          <p:cNvSpPr>
            <a:spLocks noGrp="1"/>
          </p:cNvSpPr>
          <p:nvPr>
            <p:ph type="chart" sz="quarter" idx="18"/>
          </p:nvPr>
        </p:nvSpPr>
        <p:spPr>
          <a:xfrm>
            <a:off x="6228992" y="2031276"/>
            <a:ext cx="5419669" cy="3911189"/>
          </a:xfrm>
        </p:spPr>
        <p:txBody>
          <a:bodyPr>
            <a:normAutofit/>
          </a:bodyPr>
          <a:lstStyle>
            <a:lvl1pPr marL="0" indent="0">
              <a:buNone/>
              <a:defRPr sz="1200">
                <a:solidFill>
                  <a:schemeClr val="tx1"/>
                </a:solidFill>
                <a:latin typeface="+mn-lt"/>
              </a:defRPr>
            </a:lvl1pPr>
          </a:lstStyle>
          <a:p>
            <a:r>
              <a:rPr lang="en-US"/>
              <a:t>Click icon to add chart</a:t>
            </a:r>
            <a:endParaRPr lang="en-US" dirty="0"/>
          </a:p>
        </p:txBody>
      </p:sp>
      <p:sp>
        <p:nvSpPr>
          <p:cNvPr id="11" name="Text Placeholder 4">
            <a:extLst>
              <a:ext uri="{FF2B5EF4-FFF2-40B4-BE49-F238E27FC236}">
                <a16:creationId xmlns:a16="http://schemas.microsoft.com/office/drawing/2014/main" id="{B9BCF2DC-BC65-EED5-5705-0616E94B7CAD}"/>
              </a:ext>
            </a:extLst>
          </p:cNvPr>
          <p:cNvSpPr>
            <a:spLocks noGrp="1"/>
          </p:cNvSpPr>
          <p:nvPr>
            <p:ph type="body" sz="quarter" idx="19" hasCustomPrompt="1"/>
          </p:nvPr>
        </p:nvSpPr>
        <p:spPr>
          <a:xfrm>
            <a:off x="6209931" y="6056571"/>
            <a:ext cx="5443075" cy="128118"/>
          </a:xfrm>
        </p:spPr>
        <p:txBody>
          <a:bodyPr wrap="square" lIns="0" tIns="0" rIns="0" bIns="0">
            <a:spAutoFit/>
          </a:bodyPr>
          <a:lstStyle>
            <a:lvl1pPr marL="0" indent="0">
              <a:buClr>
                <a:schemeClr val="bg2"/>
              </a:buClr>
              <a:buFont typeface="System Font Regular"/>
              <a:buNone/>
              <a:defRPr sz="9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pic>
        <p:nvPicPr>
          <p:cNvPr id="8" name="Graphic 7">
            <a:extLst>
              <a:ext uri="{FF2B5EF4-FFF2-40B4-BE49-F238E27FC236}">
                <a16:creationId xmlns:a16="http://schemas.microsoft.com/office/drawing/2014/main" id="{9D0A708D-6998-BD66-FF85-743AA2B272F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98097" y="6240992"/>
            <a:ext cx="1274056" cy="396932"/>
          </a:xfrm>
          <a:prstGeom prst="rect">
            <a:avLst/>
          </a:prstGeom>
        </p:spPr>
      </p:pic>
    </p:spTree>
    <p:extLst>
      <p:ext uri="{BB962C8B-B14F-4D97-AF65-F5344CB8AC3E}">
        <p14:creationId xmlns:p14="http://schemas.microsoft.com/office/powerpoint/2010/main" val="3645966747"/>
      </p:ext>
    </p:extLst>
  </p:cSld>
  <p:clrMapOvr>
    <a:masterClrMapping/>
  </p:clrMapOvr>
  <p:transition spd="slow">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ark_Copy_Chart_Slide_1">
    <p:bg>
      <p:bgPr>
        <a:solidFill>
          <a:schemeClr val="tx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FEEC4D5-748C-526C-C78D-3A392DC0309E}"/>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DF1DA272-BA98-C888-DDE1-5838B25703A0}"/>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mn-lt"/>
              </a:defRPr>
            </a:lvl1pPr>
          </a:lstStyle>
          <a:p>
            <a:fld id="{73490A59-D3E2-A64D-A2FA-D689A8266F0F}" type="slidenum">
              <a:rPr lang="en-US" smtClean="0"/>
              <a:pPr/>
              <a:t>‹#›</a:t>
            </a:fld>
            <a:endParaRPr lang="en-US" dirty="0"/>
          </a:p>
        </p:txBody>
      </p:sp>
      <p:sp>
        <p:nvSpPr>
          <p:cNvPr id="9" name="Text Placeholder 4">
            <a:extLst>
              <a:ext uri="{FF2B5EF4-FFF2-40B4-BE49-F238E27FC236}">
                <a16:creationId xmlns:a16="http://schemas.microsoft.com/office/drawing/2014/main" id="{7B55E546-FE52-593C-6F52-5A296A1CF6CF}"/>
              </a:ext>
            </a:extLst>
          </p:cNvPr>
          <p:cNvSpPr>
            <a:spLocks noGrp="1"/>
          </p:cNvSpPr>
          <p:nvPr>
            <p:ph type="body" sz="quarter" idx="19"/>
          </p:nvPr>
        </p:nvSpPr>
        <p:spPr>
          <a:xfrm>
            <a:off x="647387" y="2048646"/>
            <a:ext cx="5315622" cy="4030301"/>
          </a:xfrm>
        </p:spPr>
        <p:txBody>
          <a:bodyPr wrap="square" lIns="0" tIns="0" rIns="0" bIns="0">
            <a:noAutofit/>
          </a:bodyPr>
          <a:lstStyle>
            <a:lvl1pPr marL="285750" indent="-285750">
              <a:buClr>
                <a:schemeClr val="accent2"/>
              </a:buClr>
              <a:buFont typeface="System Font Regular"/>
              <a:buChar char="&gt;"/>
              <a:defRPr sz="2300" b="0" i="0" cap="none" baseline="0">
                <a:solidFill>
                  <a:schemeClr val="bg1"/>
                </a:solidFill>
                <a:latin typeface="+mn-lt"/>
                <a:ea typeface="Red Hat Display" panose="02010303040201060303" pitchFamily="2" charset="0"/>
                <a:cs typeface="Arial" panose="020B0604020202020204" pitchFamily="34" charset="0"/>
              </a:defRPr>
            </a:lvl1pPr>
            <a:lvl2pPr marL="628650" indent="-285750">
              <a:buClr>
                <a:schemeClr val="accent2"/>
              </a:buClr>
              <a:buFont typeface="Arial" panose="020B0604020202020204" pitchFamily="34" charset="0"/>
              <a:buChar char="•"/>
              <a:defRPr sz="2000" b="0" i="0" cap="none" baseline="0">
                <a:solidFill>
                  <a:schemeClr val="bg1"/>
                </a:solidFill>
                <a:latin typeface="+mn-lt"/>
                <a:ea typeface="Red Hat Display" panose="02010303040201060303" pitchFamily="2" charset="0"/>
                <a:cs typeface="Arial" panose="020B0604020202020204" pitchFamily="34" charset="0"/>
              </a:defRPr>
            </a:lvl2pPr>
            <a:lvl3pPr marL="1069975" indent="-384175">
              <a:buClr>
                <a:schemeClr val="accent2"/>
              </a:buClr>
              <a:buFont typeface="System Font Regular"/>
              <a:buChar char="–"/>
              <a:tabLst/>
              <a:defRPr sz="1800" b="0" i="0" cap="none" baseline="0">
                <a:solidFill>
                  <a:schemeClr val="bg1"/>
                </a:solidFill>
                <a:latin typeface="+mn-lt"/>
                <a:ea typeface="Red Hat Display" panose="02010303040201060303" pitchFamily="2" charset="0"/>
                <a:cs typeface="Arial" panose="020B0604020202020204" pitchFamily="34" charset="0"/>
              </a:defRPr>
            </a:lvl3pPr>
            <a:lvl4pPr marL="1430338" indent="-285750">
              <a:buClr>
                <a:schemeClr val="accent2"/>
              </a:buClr>
              <a:buFont typeface="System Font Regular"/>
              <a:buChar char="–"/>
              <a:tabLst/>
              <a:defRPr sz="1600" b="0" i="0" cap="none" baseline="0">
                <a:solidFill>
                  <a:schemeClr val="bg1"/>
                </a:solidFill>
                <a:latin typeface="+mn-lt"/>
                <a:ea typeface="Red Hat Display" panose="02010303040201060303" pitchFamily="2" charset="0"/>
                <a:cs typeface="Arial" panose="020B0604020202020204" pitchFamily="34" charset="0"/>
              </a:defRPr>
            </a:lvl4pPr>
            <a:lvl5pPr marL="1916113" indent="-273050">
              <a:buClr>
                <a:schemeClr val="accent2"/>
              </a:buClr>
              <a:buFont typeface="System Font Regular"/>
              <a:buChar char="–"/>
              <a:tabLst/>
              <a:defRPr sz="1400" b="0" i="0" cap="none" baseline="0">
                <a:solidFill>
                  <a:schemeClr val="bg1"/>
                </a:solidFill>
                <a:latin typeface="+mn-lt"/>
                <a:ea typeface="Red Hat Display" panose="02010303040201060303" pitchFamily="2"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4">
            <a:extLst>
              <a:ext uri="{FF2B5EF4-FFF2-40B4-BE49-F238E27FC236}">
                <a16:creationId xmlns:a16="http://schemas.microsoft.com/office/drawing/2014/main" id="{8FDA8079-CB6F-386B-911C-2E1F1B2CFDC7}"/>
              </a:ext>
            </a:extLst>
          </p:cNvPr>
          <p:cNvSpPr>
            <a:spLocks noGrp="1"/>
          </p:cNvSpPr>
          <p:nvPr>
            <p:ph type="body" sz="quarter" idx="10" hasCustomPrompt="1"/>
          </p:nvPr>
        </p:nvSpPr>
        <p:spPr>
          <a:xfrm>
            <a:off x="647387" y="525188"/>
            <a:ext cx="6264763"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1" name="Text Placeholder 4">
            <a:extLst>
              <a:ext uri="{FF2B5EF4-FFF2-40B4-BE49-F238E27FC236}">
                <a16:creationId xmlns:a16="http://schemas.microsoft.com/office/drawing/2014/main" id="{B4ACFF73-31F1-3D70-7D3C-733AC1CAD6BE}"/>
              </a:ext>
            </a:extLst>
          </p:cNvPr>
          <p:cNvSpPr>
            <a:spLocks noGrp="1"/>
          </p:cNvSpPr>
          <p:nvPr>
            <p:ph type="body" sz="quarter" idx="11" hasCustomPrompt="1"/>
          </p:nvPr>
        </p:nvSpPr>
        <p:spPr>
          <a:xfrm>
            <a:off x="647387" y="903702"/>
            <a:ext cx="6264763"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2" name="Text Placeholder 4">
            <a:extLst>
              <a:ext uri="{FF2B5EF4-FFF2-40B4-BE49-F238E27FC236}">
                <a16:creationId xmlns:a16="http://schemas.microsoft.com/office/drawing/2014/main" id="{1F44E0BC-5BBB-4683-7B70-9AAC38CA459A}"/>
              </a:ext>
            </a:extLst>
          </p:cNvPr>
          <p:cNvSpPr>
            <a:spLocks noGrp="1"/>
          </p:cNvSpPr>
          <p:nvPr>
            <p:ph type="body" sz="quarter" idx="14" hasCustomPrompt="1"/>
          </p:nvPr>
        </p:nvSpPr>
        <p:spPr>
          <a:xfrm>
            <a:off x="6219160" y="5954298"/>
            <a:ext cx="5419669" cy="124650"/>
          </a:xfrm>
        </p:spPr>
        <p:txBody>
          <a:bodyPr wrap="square" lIns="0" tIns="0" rIns="0" bIns="0">
            <a:spAutoFit/>
          </a:bodyPr>
          <a:lstStyle>
            <a:lvl1pPr marL="0" indent="0">
              <a:buClr>
                <a:schemeClr val="bg2"/>
              </a:buClr>
              <a:buFont typeface="System Font Regular"/>
              <a:buNone/>
              <a:defRPr sz="9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3" name="Chart Placeholder 2">
            <a:extLst>
              <a:ext uri="{FF2B5EF4-FFF2-40B4-BE49-F238E27FC236}">
                <a16:creationId xmlns:a16="http://schemas.microsoft.com/office/drawing/2014/main" id="{669FFFCD-8C75-9E48-98B8-DC81450A5EB1}"/>
              </a:ext>
            </a:extLst>
          </p:cNvPr>
          <p:cNvSpPr>
            <a:spLocks noGrp="1"/>
          </p:cNvSpPr>
          <p:nvPr>
            <p:ph type="chart" sz="quarter" idx="18"/>
          </p:nvPr>
        </p:nvSpPr>
        <p:spPr>
          <a:xfrm>
            <a:off x="6228992" y="2031276"/>
            <a:ext cx="5419669" cy="3818917"/>
          </a:xfrm>
        </p:spPr>
        <p:txBody>
          <a:bodyPr>
            <a:normAutofit/>
          </a:bodyPr>
          <a:lstStyle>
            <a:lvl1pPr marL="0" indent="0">
              <a:buNone/>
              <a:defRPr sz="1200">
                <a:solidFill>
                  <a:schemeClr val="bg1"/>
                </a:solidFill>
                <a:latin typeface="+mn-lt"/>
              </a:defRPr>
            </a:lvl1pPr>
          </a:lstStyle>
          <a:p>
            <a:r>
              <a:rPr lang="en-US"/>
              <a:t>Click icon to add chart</a:t>
            </a:r>
            <a:endParaRPr lang="en-US" dirty="0"/>
          </a:p>
        </p:txBody>
      </p:sp>
      <p:pic>
        <p:nvPicPr>
          <p:cNvPr id="4" name="Picture 3">
            <a:extLst>
              <a:ext uri="{FF2B5EF4-FFF2-40B4-BE49-F238E27FC236}">
                <a16:creationId xmlns:a16="http://schemas.microsoft.com/office/drawing/2014/main" id="{2AA060F4-2796-D6BC-25D2-82DA060CC7E4}"/>
              </a:ext>
            </a:extLst>
          </p:cNvPr>
          <p:cNvPicPr>
            <a:picLocks noChangeAspect="1"/>
          </p:cNvPicPr>
          <p:nvPr userDrawn="1"/>
        </p:nvPicPr>
        <p:blipFill>
          <a:blip r:embed="rId2"/>
          <a:stretch>
            <a:fillRect/>
          </a:stretch>
        </p:blipFill>
        <p:spPr>
          <a:xfrm>
            <a:off x="10304830" y="6246717"/>
            <a:ext cx="1240847" cy="392268"/>
          </a:xfrm>
          <a:prstGeom prst="rect">
            <a:avLst/>
          </a:prstGeom>
        </p:spPr>
      </p:pic>
    </p:spTree>
    <p:extLst>
      <p:ext uri="{BB962C8B-B14F-4D97-AF65-F5344CB8AC3E}">
        <p14:creationId xmlns:p14="http://schemas.microsoft.com/office/powerpoint/2010/main" val="3067535278"/>
      </p:ext>
    </p:extLst>
  </p:cSld>
  <p:clrMapOvr>
    <a:masterClrMapping/>
  </p:clrMapOvr>
  <p:transition spd="slow">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ight_Copy_Chart_Slide_2">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FEEC4D5-748C-526C-C78D-3A392DC0309E}"/>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DF1DA272-BA98-C888-DDE1-5838B25703A0}"/>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mn-lt"/>
              </a:defRPr>
            </a:lvl1pPr>
          </a:lstStyle>
          <a:p>
            <a:fld id="{73490A59-D3E2-A64D-A2FA-D689A8266F0F}" type="slidenum">
              <a:rPr lang="en-US" smtClean="0"/>
              <a:pPr/>
              <a:t>‹#›</a:t>
            </a:fld>
            <a:endParaRPr lang="en-US" dirty="0"/>
          </a:p>
        </p:txBody>
      </p:sp>
      <p:sp>
        <p:nvSpPr>
          <p:cNvPr id="4" name="Text Placeholder 4">
            <a:extLst>
              <a:ext uri="{FF2B5EF4-FFF2-40B4-BE49-F238E27FC236}">
                <a16:creationId xmlns:a16="http://schemas.microsoft.com/office/drawing/2014/main" id="{88E51CB6-655C-34B5-58D5-1BD4C72A3F5D}"/>
              </a:ext>
            </a:extLst>
          </p:cNvPr>
          <p:cNvSpPr>
            <a:spLocks noGrp="1"/>
          </p:cNvSpPr>
          <p:nvPr>
            <p:ph type="body" sz="quarter" idx="19"/>
          </p:nvPr>
        </p:nvSpPr>
        <p:spPr>
          <a:xfrm>
            <a:off x="647387" y="2028982"/>
            <a:ext cx="5315622" cy="4030301"/>
          </a:xfrm>
        </p:spPr>
        <p:txBody>
          <a:bodyPr wrap="square" lIns="0" tIns="0" rIns="0" bIns="0">
            <a:noAutofit/>
          </a:bodyPr>
          <a:lstStyle>
            <a:lvl1pPr marL="285750" indent="-285750">
              <a:buClr>
                <a:schemeClr val="accent2"/>
              </a:buClr>
              <a:buFont typeface="System Font Regular"/>
              <a:buChar char="&gt;"/>
              <a:defRPr sz="2300" b="0" i="0" cap="none" baseline="0">
                <a:solidFill>
                  <a:schemeClr val="tx1"/>
                </a:solidFill>
                <a:latin typeface="+mn-lt"/>
                <a:ea typeface="Red Hat Display" panose="02010303040201060303" pitchFamily="2" charset="0"/>
                <a:cs typeface="Arial" panose="020B0604020202020204" pitchFamily="34" charset="0"/>
              </a:defRPr>
            </a:lvl1pPr>
            <a:lvl2pPr marL="628650" indent="-285750">
              <a:buClr>
                <a:schemeClr val="accent2"/>
              </a:buClr>
              <a:buFont typeface="Arial" panose="020B0604020202020204" pitchFamily="34" charset="0"/>
              <a:buChar char="•"/>
              <a:defRPr sz="2000" b="0" i="0" cap="none" baseline="0">
                <a:solidFill>
                  <a:schemeClr val="tx1"/>
                </a:solidFill>
                <a:latin typeface="+mn-lt"/>
                <a:ea typeface="Red Hat Display" panose="02010303040201060303" pitchFamily="2" charset="0"/>
                <a:cs typeface="Arial" panose="020B0604020202020204" pitchFamily="34" charset="0"/>
              </a:defRPr>
            </a:lvl2pPr>
            <a:lvl3pPr marL="1069975" indent="-384175">
              <a:buClr>
                <a:schemeClr val="accent2"/>
              </a:buClr>
              <a:buFont typeface="System Font Regular"/>
              <a:buChar char="–"/>
              <a:tabLst/>
              <a:defRPr sz="1800" b="0" i="0" cap="none" baseline="0">
                <a:solidFill>
                  <a:schemeClr val="tx1"/>
                </a:solidFill>
                <a:latin typeface="+mn-lt"/>
                <a:ea typeface="Red Hat Display" panose="02010303040201060303" pitchFamily="2" charset="0"/>
                <a:cs typeface="Arial" panose="020B0604020202020204" pitchFamily="34" charset="0"/>
              </a:defRPr>
            </a:lvl3pPr>
            <a:lvl4pPr marL="1430338" indent="-285750">
              <a:buClr>
                <a:schemeClr val="accent2"/>
              </a:buClr>
              <a:buFont typeface="System Font Regular"/>
              <a:buChar char="–"/>
              <a:tabLst/>
              <a:defRPr sz="1600" b="0" i="0" cap="none" baseline="0">
                <a:solidFill>
                  <a:schemeClr val="tx1"/>
                </a:solidFill>
                <a:latin typeface="+mn-lt"/>
                <a:ea typeface="Red Hat Display" panose="02010303040201060303" pitchFamily="2" charset="0"/>
                <a:cs typeface="Arial" panose="020B0604020202020204" pitchFamily="34" charset="0"/>
              </a:defRPr>
            </a:lvl4pPr>
            <a:lvl5pPr marL="1916113" indent="-273050">
              <a:buClr>
                <a:schemeClr val="accent2"/>
              </a:buClr>
              <a:buFont typeface="System Font Regular"/>
              <a:buChar char="–"/>
              <a:tabLst/>
              <a:defRPr sz="1400" b="0" i="0" cap="none" baseline="0">
                <a:solidFill>
                  <a:schemeClr val="tx1"/>
                </a:solidFill>
                <a:latin typeface="+mn-lt"/>
                <a:ea typeface="Red Hat Display" panose="02010303040201060303" pitchFamily="2"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4">
            <a:extLst>
              <a:ext uri="{FF2B5EF4-FFF2-40B4-BE49-F238E27FC236}">
                <a16:creationId xmlns:a16="http://schemas.microsoft.com/office/drawing/2014/main" id="{9907055A-40F2-D7F0-F44B-B006B22486DA}"/>
              </a:ext>
            </a:extLst>
          </p:cNvPr>
          <p:cNvSpPr>
            <a:spLocks noGrp="1"/>
          </p:cNvSpPr>
          <p:nvPr>
            <p:ph type="body" sz="quarter" idx="10" hasCustomPrompt="1"/>
          </p:nvPr>
        </p:nvSpPr>
        <p:spPr>
          <a:xfrm>
            <a:off x="647387" y="525188"/>
            <a:ext cx="6264763"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0" name="Text Placeholder 4">
            <a:extLst>
              <a:ext uri="{FF2B5EF4-FFF2-40B4-BE49-F238E27FC236}">
                <a16:creationId xmlns:a16="http://schemas.microsoft.com/office/drawing/2014/main" id="{F77C4748-A005-3DAA-169C-9D291CF0D844}"/>
              </a:ext>
            </a:extLst>
          </p:cNvPr>
          <p:cNvSpPr>
            <a:spLocks noGrp="1"/>
          </p:cNvSpPr>
          <p:nvPr>
            <p:ph type="body" sz="quarter" idx="11" hasCustomPrompt="1"/>
          </p:nvPr>
        </p:nvSpPr>
        <p:spPr>
          <a:xfrm>
            <a:off x="647387" y="903702"/>
            <a:ext cx="6264763"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3" name="Chart Placeholder 2">
            <a:extLst>
              <a:ext uri="{FF2B5EF4-FFF2-40B4-BE49-F238E27FC236}">
                <a16:creationId xmlns:a16="http://schemas.microsoft.com/office/drawing/2014/main" id="{669FFFCD-8C75-9E48-98B8-DC81450A5EB1}"/>
              </a:ext>
            </a:extLst>
          </p:cNvPr>
          <p:cNvSpPr>
            <a:spLocks noGrp="1"/>
          </p:cNvSpPr>
          <p:nvPr>
            <p:ph type="chart" sz="quarter" idx="18"/>
          </p:nvPr>
        </p:nvSpPr>
        <p:spPr>
          <a:xfrm>
            <a:off x="6228992" y="2031276"/>
            <a:ext cx="5419669" cy="3758789"/>
          </a:xfrm>
        </p:spPr>
        <p:txBody>
          <a:bodyPr>
            <a:normAutofit/>
          </a:bodyPr>
          <a:lstStyle>
            <a:lvl1pPr marL="0" indent="0">
              <a:buNone/>
              <a:defRPr sz="1200">
                <a:solidFill>
                  <a:schemeClr val="tx1"/>
                </a:solidFill>
                <a:latin typeface="+mn-lt"/>
              </a:defRPr>
            </a:lvl1pPr>
          </a:lstStyle>
          <a:p>
            <a:r>
              <a:rPr lang="en-US"/>
              <a:t>Click icon to add chart</a:t>
            </a:r>
            <a:endParaRPr lang="en-US" dirty="0"/>
          </a:p>
        </p:txBody>
      </p:sp>
      <p:sp>
        <p:nvSpPr>
          <p:cNvPr id="7" name="Text Placeholder 4">
            <a:extLst>
              <a:ext uri="{FF2B5EF4-FFF2-40B4-BE49-F238E27FC236}">
                <a16:creationId xmlns:a16="http://schemas.microsoft.com/office/drawing/2014/main" id="{ED388462-18DD-6A70-2E87-50F7584962DA}"/>
              </a:ext>
            </a:extLst>
          </p:cNvPr>
          <p:cNvSpPr>
            <a:spLocks noGrp="1"/>
          </p:cNvSpPr>
          <p:nvPr>
            <p:ph type="body" sz="quarter" idx="20" hasCustomPrompt="1"/>
          </p:nvPr>
        </p:nvSpPr>
        <p:spPr>
          <a:xfrm>
            <a:off x="6219160" y="5954298"/>
            <a:ext cx="5419669" cy="124650"/>
          </a:xfrm>
        </p:spPr>
        <p:txBody>
          <a:bodyPr wrap="square" lIns="0" tIns="0" rIns="0" bIns="0">
            <a:spAutoFit/>
          </a:bodyPr>
          <a:lstStyle>
            <a:lvl1pPr marL="0" indent="0">
              <a:buClr>
                <a:schemeClr val="bg2"/>
              </a:buClr>
              <a:buFont typeface="System Font Regular"/>
              <a:buNone/>
              <a:defRPr sz="9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pic>
        <p:nvPicPr>
          <p:cNvPr id="8" name="Graphic 7">
            <a:extLst>
              <a:ext uri="{FF2B5EF4-FFF2-40B4-BE49-F238E27FC236}">
                <a16:creationId xmlns:a16="http://schemas.microsoft.com/office/drawing/2014/main" id="{593C14C5-002C-7B34-D3AA-1530F6F5D7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98097" y="6240992"/>
            <a:ext cx="1274056" cy="396932"/>
          </a:xfrm>
          <a:prstGeom prst="rect">
            <a:avLst/>
          </a:prstGeom>
        </p:spPr>
      </p:pic>
    </p:spTree>
    <p:extLst>
      <p:ext uri="{BB962C8B-B14F-4D97-AF65-F5344CB8AC3E}">
        <p14:creationId xmlns:p14="http://schemas.microsoft.com/office/powerpoint/2010/main" val="3323534737"/>
      </p:ext>
    </p:extLst>
  </p:cSld>
  <p:clrMapOvr>
    <a:masterClrMapping/>
  </p:clrMapOvr>
  <p:transition spd="slow">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ark_3up_Chart_Slide_1">
    <p:bg>
      <p:bgPr>
        <a:solidFill>
          <a:schemeClr val="tx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FEEC4D5-748C-526C-C78D-3A392DC0309E}"/>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DF1DA272-BA98-C888-DDE1-5838B25703A0}"/>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mn-lt"/>
              </a:defRPr>
            </a:lvl1pPr>
          </a:lstStyle>
          <a:p>
            <a:fld id="{73490A59-D3E2-A64D-A2FA-D689A8266F0F}" type="slidenum">
              <a:rPr lang="en-US" smtClean="0"/>
              <a:pPr/>
              <a:t>‹#›</a:t>
            </a:fld>
            <a:endParaRPr lang="en-US" dirty="0"/>
          </a:p>
        </p:txBody>
      </p:sp>
      <p:sp>
        <p:nvSpPr>
          <p:cNvPr id="2" name="Text Placeholder 4">
            <a:extLst>
              <a:ext uri="{FF2B5EF4-FFF2-40B4-BE49-F238E27FC236}">
                <a16:creationId xmlns:a16="http://schemas.microsoft.com/office/drawing/2014/main" id="{1F44E0BC-5BBB-4683-7B70-9AAC38CA459A}"/>
              </a:ext>
            </a:extLst>
          </p:cNvPr>
          <p:cNvSpPr>
            <a:spLocks noGrp="1"/>
          </p:cNvSpPr>
          <p:nvPr>
            <p:ph type="body" sz="quarter" idx="14" hasCustomPrompt="1"/>
          </p:nvPr>
        </p:nvSpPr>
        <p:spPr>
          <a:xfrm>
            <a:off x="597988" y="6066203"/>
            <a:ext cx="5791760" cy="125419"/>
          </a:xfrm>
        </p:spPr>
        <p:txBody>
          <a:bodyPr wrap="square" lIns="0" tIns="0" rIns="0" bIns="0">
            <a:spAutoFit/>
          </a:bodyPr>
          <a:lstStyle>
            <a:lvl1pPr marL="0" indent="0">
              <a:buClr>
                <a:schemeClr val="bg2"/>
              </a:buClr>
              <a:buFont typeface="System Font Regular"/>
              <a:buNone/>
              <a:defRPr sz="9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10" name="Chart Placeholder 2">
            <a:extLst>
              <a:ext uri="{FF2B5EF4-FFF2-40B4-BE49-F238E27FC236}">
                <a16:creationId xmlns:a16="http://schemas.microsoft.com/office/drawing/2014/main" id="{DD41EDF5-672A-A222-E53F-361670403D87}"/>
              </a:ext>
            </a:extLst>
          </p:cNvPr>
          <p:cNvSpPr>
            <a:spLocks noGrp="1"/>
          </p:cNvSpPr>
          <p:nvPr>
            <p:ph type="chart" sz="quarter" idx="17"/>
          </p:nvPr>
        </p:nvSpPr>
        <p:spPr>
          <a:xfrm>
            <a:off x="650895" y="2031277"/>
            <a:ext cx="5419669" cy="1620174"/>
          </a:xfrm>
        </p:spPr>
        <p:txBody>
          <a:bodyPr>
            <a:normAutofit/>
          </a:bodyPr>
          <a:lstStyle>
            <a:lvl1pPr marL="0" indent="0">
              <a:buNone/>
              <a:defRPr sz="1200">
                <a:solidFill>
                  <a:schemeClr val="bg1"/>
                </a:solidFill>
                <a:latin typeface="+mn-lt"/>
              </a:defRPr>
            </a:lvl1pPr>
          </a:lstStyle>
          <a:p>
            <a:r>
              <a:rPr lang="en-US"/>
              <a:t>Click icon to add chart</a:t>
            </a:r>
            <a:endParaRPr lang="en-US" dirty="0"/>
          </a:p>
        </p:txBody>
      </p:sp>
      <p:sp>
        <p:nvSpPr>
          <p:cNvPr id="11" name="Chart Placeholder 2">
            <a:extLst>
              <a:ext uri="{FF2B5EF4-FFF2-40B4-BE49-F238E27FC236}">
                <a16:creationId xmlns:a16="http://schemas.microsoft.com/office/drawing/2014/main" id="{EF987A78-10D1-10AD-AE32-A3FA0CD1459B}"/>
              </a:ext>
            </a:extLst>
          </p:cNvPr>
          <p:cNvSpPr>
            <a:spLocks noGrp="1"/>
          </p:cNvSpPr>
          <p:nvPr>
            <p:ph type="chart" sz="quarter" idx="18"/>
          </p:nvPr>
        </p:nvSpPr>
        <p:spPr>
          <a:xfrm>
            <a:off x="6228992" y="2031277"/>
            <a:ext cx="5419669" cy="1620174"/>
          </a:xfrm>
        </p:spPr>
        <p:txBody>
          <a:bodyPr>
            <a:normAutofit/>
          </a:bodyPr>
          <a:lstStyle>
            <a:lvl1pPr marL="0" indent="0">
              <a:buNone/>
              <a:defRPr sz="1200">
                <a:solidFill>
                  <a:schemeClr val="bg1"/>
                </a:solidFill>
                <a:latin typeface="+mn-lt"/>
              </a:defRPr>
            </a:lvl1pPr>
          </a:lstStyle>
          <a:p>
            <a:r>
              <a:rPr lang="en-US"/>
              <a:t>Click icon to add chart</a:t>
            </a:r>
            <a:endParaRPr lang="en-US" dirty="0"/>
          </a:p>
        </p:txBody>
      </p:sp>
      <p:sp>
        <p:nvSpPr>
          <p:cNvPr id="12" name="Chart Placeholder 2">
            <a:extLst>
              <a:ext uri="{FF2B5EF4-FFF2-40B4-BE49-F238E27FC236}">
                <a16:creationId xmlns:a16="http://schemas.microsoft.com/office/drawing/2014/main" id="{E6C84BBA-A68B-D31C-147E-9CD096AF125F}"/>
              </a:ext>
            </a:extLst>
          </p:cNvPr>
          <p:cNvSpPr>
            <a:spLocks noGrp="1"/>
          </p:cNvSpPr>
          <p:nvPr>
            <p:ph type="chart" sz="quarter" idx="19"/>
          </p:nvPr>
        </p:nvSpPr>
        <p:spPr>
          <a:xfrm>
            <a:off x="597988" y="3999225"/>
            <a:ext cx="11050673" cy="1939210"/>
          </a:xfrm>
        </p:spPr>
        <p:txBody>
          <a:bodyPr>
            <a:normAutofit/>
          </a:bodyPr>
          <a:lstStyle>
            <a:lvl1pPr marL="0" indent="0">
              <a:buNone/>
              <a:defRPr sz="1200">
                <a:solidFill>
                  <a:schemeClr val="bg1"/>
                </a:solidFill>
                <a:latin typeface="+mn-lt"/>
              </a:defRPr>
            </a:lvl1pPr>
          </a:lstStyle>
          <a:p>
            <a:r>
              <a:rPr lang="en-US"/>
              <a:t>Click icon to add chart</a:t>
            </a:r>
            <a:endParaRPr lang="en-US" dirty="0"/>
          </a:p>
        </p:txBody>
      </p:sp>
      <p:sp>
        <p:nvSpPr>
          <p:cNvPr id="13" name="Text Placeholder 4">
            <a:extLst>
              <a:ext uri="{FF2B5EF4-FFF2-40B4-BE49-F238E27FC236}">
                <a16:creationId xmlns:a16="http://schemas.microsoft.com/office/drawing/2014/main" id="{7042F720-33CB-F95C-F24A-659AC162BF70}"/>
              </a:ext>
            </a:extLst>
          </p:cNvPr>
          <p:cNvSpPr>
            <a:spLocks noGrp="1"/>
          </p:cNvSpPr>
          <p:nvPr>
            <p:ph type="body" sz="quarter" idx="10" hasCustomPrompt="1"/>
          </p:nvPr>
        </p:nvSpPr>
        <p:spPr>
          <a:xfrm>
            <a:off x="647387" y="525188"/>
            <a:ext cx="6264763"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4" name="Text Placeholder 4">
            <a:extLst>
              <a:ext uri="{FF2B5EF4-FFF2-40B4-BE49-F238E27FC236}">
                <a16:creationId xmlns:a16="http://schemas.microsoft.com/office/drawing/2014/main" id="{7CFFD70E-39FB-97D9-3ECF-E845FC374DC1}"/>
              </a:ext>
            </a:extLst>
          </p:cNvPr>
          <p:cNvSpPr>
            <a:spLocks noGrp="1"/>
          </p:cNvSpPr>
          <p:nvPr>
            <p:ph type="body" sz="quarter" idx="11" hasCustomPrompt="1"/>
          </p:nvPr>
        </p:nvSpPr>
        <p:spPr>
          <a:xfrm>
            <a:off x="647387" y="903702"/>
            <a:ext cx="6264763"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3" name="Text Placeholder 4">
            <a:extLst>
              <a:ext uri="{FF2B5EF4-FFF2-40B4-BE49-F238E27FC236}">
                <a16:creationId xmlns:a16="http://schemas.microsoft.com/office/drawing/2014/main" id="{9FD19581-B64D-6539-67AD-9737D1E03805}"/>
              </a:ext>
            </a:extLst>
          </p:cNvPr>
          <p:cNvSpPr>
            <a:spLocks noGrp="1"/>
          </p:cNvSpPr>
          <p:nvPr>
            <p:ph type="body" sz="quarter" idx="20" hasCustomPrompt="1"/>
          </p:nvPr>
        </p:nvSpPr>
        <p:spPr>
          <a:xfrm>
            <a:off x="647387" y="3749078"/>
            <a:ext cx="5448613" cy="124650"/>
          </a:xfrm>
        </p:spPr>
        <p:txBody>
          <a:bodyPr wrap="square" lIns="0" tIns="0" rIns="0" bIns="0">
            <a:spAutoFit/>
          </a:bodyPr>
          <a:lstStyle>
            <a:lvl1pPr marL="0" indent="0">
              <a:buClr>
                <a:schemeClr val="bg2"/>
              </a:buClr>
              <a:buFont typeface="System Font Regular"/>
              <a:buNone/>
              <a:defRPr sz="9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7" name="Text Placeholder 4">
            <a:extLst>
              <a:ext uri="{FF2B5EF4-FFF2-40B4-BE49-F238E27FC236}">
                <a16:creationId xmlns:a16="http://schemas.microsoft.com/office/drawing/2014/main" id="{00CE4D0C-B320-5DE8-DD3A-F93A7954D922}"/>
              </a:ext>
            </a:extLst>
          </p:cNvPr>
          <p:cNvSpPr>
            <a:spLocks noGrp="1"/>
          </p:cNvSpPr>
          <p:nvPr>
            <p:ph type="body" sz="quarter" idx="21" hasCustomPrompt="1"/>
          </p:nvPr>
        </p:nvSpPr>
        <p:spPr>
          <a:xfrm>
            <a:off x="6209880" y="3748083"/>
            <a:ext cx="5448613" cy="124650"/>
          </a:xfrm>
        </p:spPr>
        <p:txBody>
          <a:bodyPr wrap="square" lIns="0" tIns="0" rIns="0" bIns="0">
            <a:spAutoFit/>
          </a:bodyPr>
          <a:lstStyle>
            <a:lvl1pPr marL="0" indent="0">
              <a:buClr>
                <a:schemeClr val="bg2"/>
              </a:buClr>
              <a:buFont typeface="System Font Regular"/>
              <a:buNone/>
              <a:defRPr sz="9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pic>
        <p:nvPicPr>
          <p:cNvPr id="4" name="Picture 3">
            <a:extLst>
              <a:ext uri="{FF2B5EF4-FFF2-40B4-BE49-F238E27FC236}">
                <a16:creationId xmlns:a16="http://schemas.microsoft.com/office/drawing/2014/main" id="{002D3B82-A043-07B4-0BA0-A7338C8DFC65}"/>
              </a:ext>
            </a:extLst>
          </p:cNvPr>
          <p:cNvPicPr>
            <a:picLocks noChangeAspect="1"/>
          </p:cNvPicPr>
          <p:nvPr userDrawn="1"/>
        </p:nvPicPr>
        <p:blipFill>
          <a:blip r:embed="rId2"/>
          <a:stretch>
            <a:fillRect/>
          </a:stretch>
        </p:blipFill>
        <p:spPr>
          <a:xfrm>
            <a:off x="10304830" y="6246717"/>
            <a:ext cx="1240847" cy="392268"/>
          </a:xfrm>
          <a:prstGeom prst="rect">
            <a:avLst/>
          </a:prstGeom>
        </p:spPr>
      </p:pic>
    </p:spTree>
    <p:extLst>
      <p:ext uri="{BB962C8B-B14F-4D97-AF65-F5344CB8AC3E}">
        <p14:creationId xmlns:p14="http://schemas.microsoft.com/office/powerpoint/2010/main" val="1977531256"/>
      </p:ext>
    </p:extLst>
  </p:cSld>
  <p:clrMapOvr>
    <a:masterClrMapping/>
  </p:clrMapOvr>
  <p:transition spd="slow">
    <p:wipe dir="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ight_3up_Chart_Slide_2">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FEEC4D5-748C-526C-C78D-3A392DC0309E}"/>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DF1DA272-BA98-C888-DDE1-5838B25703A0}"/>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defRPr>
            </a:lvl1pPr>
          </a:lstStyle>
          <a:p>
            <a:fld id="{73490A59-D3E2-A64D-A2FA-D689A8266F0F}" type="slidenum">
              <a:rPr lang="en-US" smtClean="0"/>
              <a:pPr/>
              <a:t>‹#›</a:t>
            </a:fld>
            <a:endParaRPr lang="en-US" dirty="0"/>
          </a:p>
        </p:txBody>
      </p:sp>
      <p:sp>
        <p:nvSpPr>
          <p:cNvPr id="7" name="Chart Placeholder 2">
            <a:extLst>
              <a:ext uri="{FF2B5EF4-FFF2-40B4-BE49-F238E27FC236}">
                <a16:creationId xmlns:a16="http://schemas.microsoft.com/office/drawing/2014/main" id="{F47F002E-C8BE-4724-B74A-FE54A4CD69AE}"/>
              </a:ext>
            </a:extLst>
          </p:cNvPr>
          <p:cNvSpPr>
            <a:spLocks noGrp="1"/>
          </p:cNvSpPr>
          <p:nvPr>
            <p:ph type="chart" sz="quarter" idx="17"/>
          </p:nvPr>
        </p:nvSpPr>
        <p:spPr>
          <a:xfrm>
            <a:off x="641617" y="2031277"/>
            <a:ext cx="5448613" cy="1620174"/>
          </a:xfrm>
        </p:spPr>
        <p:txBody>
          <a:bodyPr>
            <a:normAutofit/>
          </a:bodyPr>
          <a:lstStyle>
            <a:lvl1pPr marL="0" indent="0">
              <a:buNone/>
              <a:defRPr sz="1200">
                <a:solidFill>
                  <a:schemeClr val="tx1"/>
                </a:solidFill>
              </a:defRPr>
            </a:lvl1pPr>
          </a:lstStyle>
          <a:p>
            <a:r>
              <a:rPr lang="en-US"/>
              <a:t>Click icon to add chart</a:t>
            </a:r>
            <a:endParaRPr lang="en-US" dirty="0"/>
          </a:p>
        </p:txBody>
      </p:sp>
      <p:sp>
        <p:nvSpPr>
          <p:cNvPr id="9" name="Chart Placeholder 2">
            <a:extLst>
              <a:ext uri="{FF2B5EF4-FFF2-40B4-BE49-F238E27FC236}">
                <a16:creationId xmlns:a16="http://schemas.microsoft.com/office/drawing/2014/main" id="{2706529B-5402-18EE-B28E-3C18BF36CEA4}"/>
              </a:ext>
            </a:extLst>
          </p:cNvPr>
          <p:cNvSpPr>
            <a:spLocks noGrp="1"/>
          </p:cNvSpPr>
          <p:nvPr>
            <p:ph type="chart" sz="quarter" idx="18"/>
          </p:nvPr>
        </p:nvSpPr>
        <p:spPr>
          <a:xfrm>
            <a:off x="6228992" y="2031277"/>
            <a:ext cx="5419669" cy="1620174"/>
          </a:xfrm>
        </p:spPr>
        <p:txBody>
          <a:bodyPr>
            <a:normAutofit/>
          </a:bodyPr>
          <a:lstStyle>
            <a:lvl1pPr marL="0" indent="0">
              <a:buNone/>
              <a:defRPr sz="1200">
                <a:solidFill>
                  <a:schemeClr val="tx1"/>
                </a:solidFill>
              </a:defRPr>
            </a:lvl1pPr>
          </a:lstStyle>
          <a:p>
            <a:r>
              <a:rPr lang="en-US"/>
              <a:t>Click icon to add chart</a:t>
            </a:r>
            <a:endParaRPr lang="en-US" dirty="0"/>
          </a:p>
        </p:txBody>
      </p:sp>
      <p:sp>
        <p:nvSpPr>
          <p:cNvPr id="10" name="Chart Placeholder 2">
            <a:extLst>
              <a:ext uri="{FF2B5EF4-FFF2-40B4-BE49-F238E27FC236}">
                <a16:creationId xmlns:a16="http://schemas.microsoft.com/office/drawing/2014/main" id="{0C9FCB71-1E6F-061B-C76C-407FF52BF4E3}"/>
              </a:ext>
            </a:extLst>
          </p:cNvPr>
          <p:cNvSpPr>
            <a:spLocks noGrp="1"/>
          </p:cNvSpPr>
          <p:nvPr>
            <p:ph type="chart" sz="quarter" idx="19"/>
          </p:nvPr>
        </p:nvSpPr>
        <p:spPr>
          <a:xfrm>
            <a:off x="647387" y="3999225"/>
            <a:ext cx="11001274" cy="1939210"/>
          </a:xfrm>
        </p:spPr>
        <p:txBody>
          <a:bodyPr>
            <a:normAutofit/>
          </a:bodyPr>
          <a:lstStyle>
            <a:lvl1pPr marL="0" indent="0">
              <a:buNone/>
              <a:defRPr sz="1200">
                <a:solidFill>
                  <a:schemeClr val="tx1"/>
                </a:solidFill>
              </a:defRPr>
            </a:lvl1pPr>
          </a:lstStyle>
          <a:p>
            <a:r>
              <a:rPr lang="en-US"/>
              <a:t>Click icon to add chart</a:t>
            </a:r>
            <a:endParaRPr lang="en-US" dirty="0"/>
          </a:p>
        </p:txBody>
      </p:sp>
      <p:sp>
        <p:nvSpPr>
          <p:cNvPr id="11" name="Text Placeholder 4">
            <a:extLst>
              <a:ext uri="{FF2B5EF4-FFF2-40B4-BE49-F238E27FC236}">
                <a16:creationId xmlns:a16="http://schemas.microsoft.com/office/drawing/2014/main" id="{0D2D6380-1AA6-6909-6C2D-620AF1201248}"/>
              </a:ext>
            </a:extLst>
          </p:cNvPr>
          <p:cNvSpPr>
            <a:spLocks noGrp="1"/>
          </p:cNvSpPr>
          <p:nvPr>
            <p:ph type="body" sz="quarter" idx="10" hasCustomPrompt="1"/>
          </p:nvPr>
        </p:nvSpPr>
        <p:spPr>
          <a:xfrm>
            <a:off x="647387" y="525188"/>
            <a:ext cx="6264763" cy="348365"/>
          </a:xfrm>
        </p:spPr>
        <p:txBody>
          <a:bodyPr wrap="square" lIns="0" tIns="0" rIns="0" bIns="0">
            <a:spAutoFit/>
          </a:bodyPr>
          <a:lstStyle>
            <a:lvl1pPr marL="0" indent="0">
              <a:buNone/>
              <a:defRPr sz="2500" b="0" i="0" cap="all" baseline="0">
                <a:solidFill>
                  <a:schemeClr val="tx1"/>
                </a:solidFill>
                <a:latin typeface="Arial" panose="020B0604020202020204" pitchFamily="34" charset="0"/>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2" name="Text Placeholder 4">
            <a:extLst>
              <a:ext uri="{FF2B5EF4-FFF2-40B4-BE49-F238E27FC236}">
                <a16:creationId xmlns:a16="http://schemas.microsoft.com/office/drawing/2014/main" id="{598DC90A-254B-044C-8C6B-8BD732057020}"/>
              </a:ext>
            </a:extLst>
          </p:cNvPr>
          <p:cNvSpPr>
            <a:spLocks noGrp="1"/>
          </p:cNvSpPr>
          <p:nvPr>
            <p:ph type="body" sz="quarter" idx="11" hasCustomPrompt="1"/>
          </p:nvPr>
        </p:nvSpPr>
        <p:spPr>
          <a:xfrm>
            <a:off x="647387" y="903702"/>
            <a:ext cx="6264763" cy="557397"/>
          </a:xfrm>
        </p:spPr>
        <p:txBody>
          <a:bodyPr wrap="square" lIns="0" tIns="0" rIns="0" bIns="0">
            <a:spAutoFit/>
          </a:bodyPr>
          <a:lstStyle>
            <a:lvl1pPr marL="0" indent="0">
              <a:buNone/>
              <a:defRPr sz="4000" b="0" i="0" cap="none" baseline="0">
                <a:solidFill>
                  <a:schemeClr val="tx1"/>
                </a:solidFill>
                <a:latin typeface="Arial" panose="020B0604020202020204" pitchFamily="34" charset="0"/>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3" name="Text Placeholder 4">
            <a:extLst>
              <a:ext uri="{FF2B5EF4-FFF2-40B4-BE49-F238E27FC236}">
                <a16:creationId xmlns:a16="http://schemas.microsoft.com/office/drawing/2014/main" id="{AF5E5077-A07E-B327-1898-86599D7E90FB}"/>
              </a:ext>
            </a:extLst>
          </p:cNvPr>
          <p:cNvSpPr>
            <a:spLocks noGrp="1"/>
          </p:cNvSpPr>
          <p:nvPr>
            <p:ph type="body" sz="quarter" idx="14" hasCustomPrompt="1"/>
          </p:nvPr>
        </p:nvSpPr>
        <p:spPr>
          <a:xfrm>
            <a:off x="647148" y="6056371"/>
            <a:ext cx="5791760" cy="125419"/>
          </a:xfrm>
        </p:spPr>
        <p:txBody>
          <a:bodyPr wrap="square" lIns="0" tIns="0" rIns="0" bIns="0">
            <a:spAutoFit/>
          </a:bodyPr>
          <a:lstStyle>
            <a:lvl1pPr marL="0" indent="0">
              <a:buClr>
                <a:schemeClr val="bg2"/>
              </a:buClr>
              <a:buFont typeface="System Font Regular"/>
              <a:buNone/>
              <a:defRPr sz="9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4" name="Text Placeholder 4">
            <a:extLst>
              <a:ext uri="{FF2B5EF4-FFF2-40B4-BE49-F238E27FC236}">
                <a16:creationId xmlns:a16="http://schemas.microsoft.com/office/drawing/2014/main" id="{40F8942A-E6DB-C49A-31C5-5CC670B95664}"/>
              </a:ext>
            </a:extLst>
          </p:cNvPr>
          <p:cNvSpPr>
            <a:spLocks noGrp="1"/>
          </p:cNvSpPr>
          <p:nvPr>
            <p:ph type="body" sz="quarter" idx="20" hasCustomPrompt="1"/>
          </p:nvPr>
        </p:nvSpPr>
        <p:spPr>
          <a:xfrm>
            <a:off x="647387" y="3749078"/>
            <a:ext cx="5448613" cy="124650"/>
          </a:xfrm>
        </p:spPr>
        <p:txBody>
          <a:bodyPr wrap="square" lIns="0" tIns="0" rIns="0" bIns="0">
            <a:spAutoFit/>
          </a:bodyPr>
          <a:lstStyle>
            <a:lvl1pPr marL="0" indent="0">
              <a:buClr>
                <a:schemeClr val="bg2"/>
              </a:buClr>
              <a:buFont typeface="System Font Regular"/>
              <a:buNone/>
              <a:defRPr sz="9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13" name="Text Placeholder 4">
            <a:extLst>
              <a:ext uri="{FF2B5EF4-FFF2-40B4-BE49-F238E27FC236}">
                <a16:creationId xmlns:a16="http://schemas.microsoft.com/office/drawing/2014/main" id="{166CF8E4-37F8-D00D-957A-854F9FF1F25F}"/>
              </a:ext>
            </a:extLst>
          </p:cNvPr>
          <p:cNvSpPr>
            <a:spLocks noGrp="1"/>
          </p:cNvSpPr>
          <p:nvPr>
            <p:ph type="body" sz="quarter" idx="21" hasCustomPrompt="1"/>
          </p:nvPr>
        </p:nvSpPr>
        <p:spPr>
          <a:xfrm>
            <a:off x="6209880" y="3748083"/>
            <a:ext cx="5448613" cy="124650"/>
          </a:xfrm>
        </p:spPr>
        <p:txBody>
          <a:bodyPr wrap="square" lIns="0" tIns="0" rIns="0" bIns="0">
            <a:spAutoFit/>
          </a:bodyPr>
          <a:lstStyle>
            <a:lvl1pPr marL="0" indent="0">
              <a:buClr>
                <a:schemeClr val="bg2"/>
              </a:buClr>
              <a:buFont typeface="System Font Regular"/>
              <a:buNone/>
              <a:defRPr sz="9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pic>
        <p:nvPicPr>
          <p:cNvPr id="8" name="Graphic 7">
            <a:extLst>
              <a:ext uri="{FF2B5EF4-FFF2-40B4-BE49-F238E27FC236}">
                <a16:creationId xmlns:a16="http://schemas.microsoft.com/office/drawing/2014/main" id="{755EABF2-DA58-3A09-9736-D8F7D1711E5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98097" y="6240992"/>
            <a:ext cx="1274056" cy="396932"/>
          </a:xfrm>
          <a:prstGeom prst="rect">
            <a:avLst/>
          </a:prstGeom>
        </p:spPr>
      </p:pic>
    </p:spTree>
    <p:extLst>
      <p:ext uri="{BB962C8B-B14F-4D97-AF65-F5344CB8AC3E}">
        <p14:creationId xmlns:p14="http://schemas.microsoft.com/office/powerpoint/2010/main" val="387763846"/>
      </p:ext>
    </p:extLst>
  </p:cSld>
  <p:clrMapOvr>
    <a:masterClrMapping/>
  </p:clrMapOvr>
  <p:transition spd="slow">
    <p:wipe dir="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ark_Copy_1/3_Hori_Image_V1">
    <p:bg>
      <p:bgPr>
        <a:solidFill>
          <a:schemeClr val="tx1"/>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2246F7A6-AC28-1BCB-DAB8-9C2583BEA0B5}"/>
              </a:ext>
            </a:extLst>
          </p:cNvPr>
          <p:cNvSpPr>
            <a:spLocks noGrp="1"/>
          </p:cNvSpPr>
          <p:nvPr>
            <p:ph type="body" sz="quarter" idx="10" hasCustomPrompt="1"/>
          </p:nvPr>
        </p:nvSpPr>
        <p:spPr>
          <a:xfrm>
            <a:off x="647387" y="525188"/>
            <a:ext cx="6264763"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2" name="Text Placeholder 4">
            <a:extLst>
              <a:ext uri="{FF2B5EF4-FFF2-40B4-BE49-F238E27FC236}">
                <a16:creationId xmlns:a16="http://schemas.microsoft.com/office/drawing/2014/main" id="{26E754B4-1E2B-7FA9-A4E2-A7B7709834B1}"/>
              </a:ext>
            </a:extLst>
          </p:cNvPr>
          <p:cNvSpPr>
            <a:spLocks noGrp="1"/>
          </p:cNvSpPr>
          <p:nvPr>
            <p:ph type="body" sz="quarter" idx="11" hasCustomPrompt="1"/>
          </p:nvPr>
        </p:nvSpPr>
        <p:spPr>
          <a:xfrm>
            <a:off x="647387" y="903702"/>
            <a:ext cx="6264763"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13" name="Text Placeholder 4">
            <a:extLst>
              <a:ext uri="{FF2B5EF4-FFF2-40B4-BE49-F238E27FC236}">
                <a16:creationId xmlns:a16="http://schemas.microsoft.com/office/drawing/2014/main" id="{98A6670D-C815-4F49-535F-5FC749C18F0B}"/>
              </a:ext>
            </a:extLst>
          </p:cNvPr>
          <p:cNvSpPr>
            <a:spLocks noGrp="1"/>
          </p:cNvSpPr>
          <p:nvPr>
            <p:ph type="body" sz="quarter" idx="14"/>
          </p:nvPr>
        </p:nvSpPr>
        <p:spPr>
          <a:xfrm>
            <a:off x="647387" y="2048647"/>
            <a:ext cx="10915240" cy="2286002"/>
          </a:xfrm>
        </p:spPr>
        <p:txBody>
          <a:bodyPr wrap="square" lIns="0" tIns="0" rIns="0" bIns="0">
            <a:noAutofit/>
          </a:bodyPr>
          <a:lstStyle>
            <a:lvl1pPr marL="285750" indent="-285750">
              <a:buClr>
                <a:schemeClr val="accent2"/>
              </a:buClr>
              <a:buFont typeface="System Font Regular"/>
              <a:buChar char="&gt;"/>
              <a:defRPr sz="2300" b="0" i="0" cap="none" baseline="0">
                <a:solidFill>
                  <a:schemeClr val="bg1"/>
                </a:solidFill>
                <a:latin typeface="+mn-lt"/>
                <a:ea typeface="Red Hat Display" panose="02010303040201060303" pitchFamily="2" charset="0"/>
                <a:cs typeface="Arial" panose="020B0604020202020204" pitchFamily="34" charset="0"/>
              </a:defRPr>
            </a:lvl1pPr>
            <a:lvl2pPr marL="628650" indent="-285750">
              <a:buClr>
                <a:schemeClr val="accent2"/>
              </a:buClr>
              <a:buFont typeface="Arial" panose="020B0604020202020204" pitchFamily="34" charset="0"/>
              <a:buChar char="•"/>
              <a:defRPr sz="2000" b="0" i="0" cap="none" baseline="0">
                <a:solidFill>
                  <a:schemeClr val="bg1"/>
                </a:solidFill>
                <a:latin typeface="+mn-lt"/>
                <a:ea typeface="Red Hat Display" panose="02010303040201060303" pitchFamily="2" charset="0"/>
                <a:cs typeface="Arial" panose="020B0604020202020204" pitchFamily="34" charset="0"/>
              </a:defRPr>
            </a:lvl2pPr>
            <a:lvl3pPr marL="1069975" indent="-384175">
              <a:buClr>
                <a:schemeClr val="accent2"/>
              </a:buClr>
              <a:buFont typeface="System Font Regular"/>
              <a:buChar char="–"/>
              <a:tabLst/>
              <a:defRPr sz="1800" b="0" i="0" cap="none" baseline="0">
                <a:solidFill>
                  <a:schemeClr val="bg1"/>
                </a:solidFill>
                <a:latin typeface="+mn-lt"/>
                <a:ea typeface="Red Hat Display" panose="02010303040201060303" pitchFamily="2" charset="0"/>
                <a:cs typeface="Arial" panose="020B0604020202020204" pitchFamily="34" charset="0"/>
              </a:defRPr>
            </a:lvl3pPr>
            <a:lvl4pPr marL="1430338" indent="-285750">
              <a:buClr>
                <a:schemeClr val="accent2"/>
              </a:buClr>
              <a:buFont typeface="System Font Regular"/>
              <a:buChar char="–"/>
              <a:tabLst/>
              <a:defRPr sz="1600" b="0" i="0" cap="none" baseline="0">
                <a:solidFill>
                  <a:schemeClr val="bg1"/>
                </a:solidFill>
                <a:latin typeface="+mn-lt"/>
                <a:ea typeface="Red Hat Display" panose="02010303040201060303" pitchFamily="2" charset="0"/>
                <a:cs typeface="Arial" panose="020B0604020202020204" pitchFamily="34" charset="0"/>
              </a:defRPr>
            </a:lvl4pPr>
            <a:lvl5pPr marL="1916113" indent="-273050">
              <a:buClr>
                <a:schemeClr val="accent2"/>
              </a:buClr>
              <a:buFont typeface="System Font Regular"/>
              <a:buChar char="–"/>
              <a:tabLst/>
              <a:defRPr sz="1400" b="0" i="0" cap="none" baseline="0">
                <a:solidFill>
                  <a:schemeClr val="bg1"/>
                </a:solidFill>
                <a:latin typeface="+mn-lt"/>
                <a:ea typeface="Red Hat Display" panose="02010303040201060303" pitchFamily="2"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19">
            <a:extLst>
              <a:ext uri="{FF2B5EF4-FFF2-40B4-BE49-F238E27FC236}">
                <a16:creationId xmlns:a16="http://schemas.microsoft.com/office/drawing/2014/main" id="{FB184D22-3C3D-BE2D-A3C5-64D4C2C4F65B}"/>
              </a:ext>
            </a:extLst>
          </p:cNvPr>
          <p:cNvSpPr>
            <a:spLocks noGrp="1"/>
          </p:cNvSpPr>
          <p:nvPr>
            <p:ph type="pic" sz="quarter" idx="13"/>
          </p:nvPr>
        </p:nvSpPr>
        <p:spPr>
          <a:xfrm>
            <a:off x="-1" y="4603203"/>
            <a:ext cx="12192001" cy="2277374"/>
          </a:xfrm>
          <a:solidFill>
            <a:schemeClr val="bg1">
              <a:lumMod val="85000"/>
            </a:schemeClr>
          </a:solidFill>
        </p:spPr>
        <p:txBody>
          <a:bodyPr>
            <a:normAutofit/>
          </a:bodyPr>
          <a:lstStyle>
            <a:lvl1pPr marL="0" indent="0">
              <a:buNone/>
              <a:defRPr sz="100">
                <a:solidFill>
                  <a:schemeClr val="bg1">
                    <a:lumMod val="85000"/>
                  </a:schemeClr>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Slide Number Placeholder 5">
            <a:extLst>
              <a:ext uri="{FF2B5EF4-FFF2-40B4-BE49-F238E27FC236}">
                <a16:creationId xmlns:a16="http://schemas.microsoft.com/office/drawing/2014/main" id="{93113B62-4FF9-EF1B-5A23-7BFF92347344}"/>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Arial" panose="020B0604020202020204" pitchFamily="34" charset="0"/>
                <a:cs typeface="Arial" panose="020B0604020202020204" pitchFamily="34" charset="0"/>
              </a:defRPr>
            </a:lvl1pPr>
          </a:lstStyle>
          <a:p>
            <a:fld id="{73490A59-D3E2-A64D-A2FA-D689A8266F0F}" type="slidenum">
              <a:rPr lang="en-US" smtClean="0"/>
              <a:pPr/>
              <a:t>‹#›</a:t>
            </a:fld>
            <a:endParaRPr lang="en-US" dirty="0"/>
          </a:p>
        </p:txBody>
      </p:sp>
      <p:sp>
        <p:nvSpPr>
          <p:cNvPr id="8" name="Picture Placeholder 5">
            <a:extLst>
              <a:ext uri="{FF2B5EF4-FFF2-40B4-BE49-F238E27FC236}">
                <a16:creationId xmlns:a16="http://schemas.microsoft.com/office/drawing/2014/main" id="{F0F79965-3BA7-76BE-3D90-6B251B8FF853}"/>
              </a:ext>
            </a:extLst>
          </p:cNvPr>
          <p:cNvSpPr>
            <a:spLocks noGrp="1"/>
          </p:cNvSpPr>
          <p:nvPr>
            <p:ph type="pic" sz="quarter" idx="17"/>
          </p:nvPr>
        </p:nvSpPr>
        <p:spPr>
          <a:xfrm>
            <a:off x="0" y="6293610"/>
            <a:ext cx="468000" cy="7200"/>
          </a:xfrm>
          <a:solidFill>
            <a:schemeClr val="bg1"/>
          </a:solidFill>
        </p:spPr>
        <p:txBody>
          <a:bodyPr/>
          <a:lstStyle>
            <a:lvl1pPr marL="0" indent="0">
              <a:buNone/>
              <a:defRPr>
                <a:noFill/>
              </a:defRPr>
            </a:lvl1pPr>
          </a:lstStyle>
          <a:p>
            <a:r>
              <a:rPr lang="en-US"/>
              <a:t>Click icon to add picture</a:t>
            </a:r>
            <a:endParaRPr lang="en-US" dirty="0"/>
          </a:p>
        </p:txBody>
      </p:sp>
      <p:sp>
        <p:nvSpPr>
          <p:cNvPr id="9" name="Picture Placeholder 8">
            <a:extLst>
              <a:ext uri="{FF2B5EF4-FFF2-40B4-BE49-F238E27FC236}">
                <a16:creationId xmlns:a16="http://schemas.microsoft.com/office/drawing/2014/main" id="{328C86A2-CEB2-B4FC-0E32-ECC95A2F0E62}"/>
              </a:ext>
            </a:extLst>
          </p:cNvPr>
          <p:cNvSpPr>
            <a:spLocks noGrp="1"/>
          </p:cNvSpPr>
          <p:nvPr>
            <p:ph type="pic" sz="quarter" idx="20"/>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3445783227"/>
      </p:ext>
    </p:extLst>
  </p:cSld>
  <p:clrMapOvr>
    <a:masterClrMapping/>
  </p:clrMapOvr>
  <p:transition spd="slow">
    <p:wipe dir="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ark_Copy_1/3_Hori_Image_V2">
    <p:bg>
      <p:bgPr>
        <a:solidFill>
          <a:schemeClr val="tx1"/>
        </a:solidFill>
        <a:effectLst/>
      </p:bgPr>
    </p:bg>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03361650-966B-C5A1-F393-EF43D84572B2}"/>
              </a:ext>
            </a:extLst>
          </p:cNvPr>
          <p:cNvSpPr>
            <a:spLocks noGrp="1"/>
          </p:cNvSpPr>
          <p:nvPr>
            <p:ph type="body" sz="quarter" idx="10" hasCustomPrompt="1"/>
          </p:nvPr>
        </p:nvSpPr>
        <p:spPr>
          <a:xfrm>
            <a:off x="647387" y="525188"/>
            <a:ext cx="6264763"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8" name="Text Placeholder 4">
            <a:extLst>
              <a:ext uri="{FF2B5EF4-FFF2-40B4-BE49-F238E27FC236}">
                <a16:creationId xmlns:a16="http://schemas.microsoft.com/office/drawing/2014/main" id="{E10D7CCF-DE71-7BC2-FCD2-6CA94CB6782C}"/>
              </a:ext>
            </a:extLst>
          </p:cNvPr>
          <p:cNvSpPr>
            <a:spLocks noGrp="1"/>
          </p:cNvSpPr>
          <p:nvPr>
            <p:ph type="body" sz="quarter" idx="11" hasCustomPrompt="1"/>
          </p:nvPr>
        </p:nvSpPr>
        <p:spPr>
          <a:xfrm>
            <a:off x="647387" y="903702"/>
            <a:ext cx="6264763"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9" name="Text Placeholder 4">
            <a:extLst>
              <a:ext uri="{FF2B5EF4-FFF2-40B4-BE49-F238E27FC236}">
                <a16:creationId xmlns:a16="http://schemas.microsoft.com/office/drawing/2014/main" id="{764B3B09-B0FB-EAF6-763B-F83B4DBFDB3A}"/>
              </a:ext>
            </a:extLst>
          </p:cNvPr>
          <p:cNvSpPr>
            <a:spLocks noGrp="1"/>
          </p:cNvSpPr>
          <p:nvPr>
            <p:ph type="body" sz="quarter" idx="14"/>
          </p:nvPr>
        </p:nvSpPr>
        <p:spPr>
          <a:xfrm>
            <a:off x="647387" y="2048647"/>
            <a:ext cx="10915240" cy="2286001"/>
          </a:xfrm>
        </p:spPr>
        <p:txBody>
          <a:bodyPr wrap="square" lIns="0" tIns="0" rIns="0" bIns="0">
            <a:noAutofit/>
          </a:bodyPr>
          <a:lstStyle>
            <a:lvl1pPr marL="285750" indent="-285750">
              <a:buClr>
                <a:schemeClr val="accent2"/>
              </a:buClr>
              <a:buFont typeface="System Font Regular"/>
              <a:buChar char="&gt;"/>
              <a:defRPr sz="2300" b="0" i="0" cap="none" baseline="0">
                <a:solidFill>
                  <a:schemeClr val="bg1"/>
                </a:solidFill>
                <a:latin typeface="+mn-lt"/>
                <a:ea typeface="Red Hat Display" panose="02010303040201060303" pitchFamily="2" charset="0"/>
                <a:cs typeface="Arial" panose="020B0604020202020204" pitchFamily="34" charset="0"/>
              </a:defRPr>
            </a:lvl1pPr>
            <a:lvl2pPr marL="628650" indent="-285750">
              <a:buClr>
                <a:schemeClr val="accent2"/>
              </a:buClr>
              <a:buFont typeface="Arial" panose="020B0604020202020204" pitchFamily="34" charset="0"/>
              <a:buChar char="•"/>
              <a:defRPr sz="2000" b="0" i="0" cap="none" baseline="0">
                <a:solidFill>
                  <a:schemeClr val="bg1"/>
                </a:solidFill>
                <a:latin typeface="+mn-lt"/>
                <a:ea typeface="Red Hat Display" panose="02010303040201060303" pitchFamily="2" charset="0"/>
                <a:cs typeface="Arial" panose="020B0604020202020204" pitchFamily="34" charset="0"/>
              </a:defRPr>
            </a:lvl2pPr>
            <a:lvl3pPr marL="1069975" indent="-384175">
              <a:buClr>
                <a:schemeClr val="accent2"/>
              </a:buClr>
              <a:buFont typeface="System Font Regular"/>
              <a:buChar char="–"/>
              <a:tabLst/>
              <a:defRPr sz="1800" b="0" i="0" cap="none" baseline="0">
                <a:solidFill>
                  <a:schemeClr val="bg1"/>
                </a:solidFill>
                <a:latin typeface="+mn-lt"/>
                <a:ea typeface="Red Hat Display" panose="02010303040201060303" pitchFamily="2" charset="0"/>
                <a:cs typeface="Arial" panose="020B0604020202020204" pitchFamily="34" charset="0"/>
              </a:defRPr>
            </a:lvl3pPr>
            <a:lvl4pPr marL="1430338" indent="-285750">
              <a:buClr>
                <a:schemeClr val="accent2"/>
              </a:buClr>
              <a:buFont typeface="System Font Regular"/>
              <a:buChar char="–"/>
              <a:tabLst/>
              <a:defRPr sz="1600" b="0" i="0" cap="none" baseline="0">
                <a:solidFill>
                  <a:schemeClr val="bg1"/>
                </a:solidFill>
                <a:latin typeface="+mn-lt"/>
                <a:ea typeface="Red Hat Display" panose="02010303040201060303" pitchFamily="2" charset="0"/>
                <a:cs typeface="Arial" panose="020B0604020202020204" pitchFamily="34" charset="0"/>
              </a:defRPr>
            </a:lvl4pPr>
            <a:lvl5pPr marL="1916113" indent="-273050">
              <a:buClr>
                <a:schemeClr val="accent2"/>
              </a:buClr>
              <a:buFont typeface="System Font Regular"/>
              <a:buChar char="–"/>
              <a:tabLst/>
              <a:defRPr sz="1400" b="0" i="0" cap="none" baseline="0">
                <a:solidFill>
                  <a:schemeClr val="bg1"/>
                </a:solidFill>
                <a:latin typeface="+mn-lt"/>
                <a:ea typeface="Red Hat Display" panose="02010303040201060303" pitchFamily="2"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19">
            <a:extLst>
              <a:ext uri="{FF2B5EF4-FFF2-40B4-BE49-F238E27FC236}">
                <a16:creationId xmlns:a16="http://schemas.microsoft.com/office/drawing/2014/main" id="{D00AEAD6-99B6-DAF8-4037-24BF77FC3474}"/>
              </a:ext>
            </a:extLst>
          </p:cNvPr>
          <p:cNvSpPr>
            <a:spLocks noGrp="1"/>
          </p:cNvSpPr>
          <p:nvPr>
            <p:ph type="pic" sz="quarter" idx="13"/>
          </p:nvPr>
        </p:nvSpPr>
        <p:spPr>
          <a:xfrm>
            <a:off x="-1" y="4603203"/>
            <a:ext cx="12192001" cy="2277374"/>
          </a:xfrm>
          <a:solidFill>
            <a:schemeClr val="bg1">
              <a:lumMod val="85000"/>
            </a:schemeClr>
          </a:solidFill>
        </p:spPr>
        <p:txBody>
          <a:bodyPr>
            <a:normAutofit/>
          </a:bodyPr>
          <a:lstStyle>
            <a:lvl1pPr marL="0" indent="0">
              <a:buNone/>
              <a:defRPr sz="100">
                <a:solidFill>
                  <a:schemeClr val="bg1">
                    <a:lumMod val="85000"/>
                  </a:schemeClr>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0" name="Slide Number Placeholder 5">
            <a:extLst>
              <a:ext uri="{FF2B5EF4-FFF2-40B4-BE49-F238E27FC236}">
                <a16:creationId xmlns:a16="http://schemas.microsoft.com/office/drawing/2014/main" id="{1D1D3470-C865-71E9-40E1-DDEF133EC48A}"/>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Arial" panose="020B0604020202020204" pitchFamily="34" charset="0"/>
                <a:cs typeface="Arial" panose="020B0604020202020204" pitchFamily="34" charset="0"/>
              </a:defRPr>
            </a:lvl1pPr>
          </a:lstStyle>
          <a:p>
            <a:fld id="{73490A59-D3E2-A64D-A2FA-D689A8266F0F}" type="slidenum">
              <a:rPr lang="en-US" smtClean="0"/>
              <a:pPr/>
              <a:t>‹#›</a:t>
            </a:fld>
            <a:endParaRPr lang="en-US" dirty="0"/>
          </a:p>
        </p:txBody>
      </p:sp>
      <p:sp>
        <p:nvSpPr>
          <p:cNvPr id="11" name="Picture Placeholder 5">
            <a:extLst>
              <a:ext uri="{FF2B5EF4-FFF2-40B4-BE49-F238E27FC236}">
                <a16:creationId xmlns:a16="http://schemas.microsoft.com/office/drawing/2014/main" id="{66DAC010-B5F3-1862-AA42-6B87E5A40739}"/>
              </a:ext>
            </a:extLst>
          </p:cNvPr>
          <p:cNvSpPr>
            <a:spLocks noGrp="1"/>
          </p:cNvSpPr>
          <p:nvPr>
            <p:ph type="pic" sz="quarter" idx="17"/>
          </p:nvPr>
        </p:nvSpPr>
        <p:spPr>
          <a:xfrm>
            <a:off x="0" y="6293610"/>
            <a:ext cx="468000" cy="7200"/>
          </a:xfrm>
          <a:solidFill>
            <a:schemeClr val="bg1"/>
          </a:solidFill>
        </p:spPr>
        <p:txBody>
          <a:bodyPr/>
          <a:lstStyle>
            <a:lvl1pPr marL="0" indent="0">
              <a:buNone/>
              <a:defRPr>
                <a:noFill/>
              </a:defRPr>
            </a:lvl1pPr>
          </a:lstStyle>
          <a:p>
            <a:r>
              <a:rPr lang="en-US"/>
              <a:t>Click icon to add picture</a:t>
            </a:r>
            <a:endParaRPr lang="en-US" dirty="0"/>
          </a:p>
        </p:txBody>
      </p:sp>
      <p:sp>
        <p:nvSpPr>
          <p:cNvPr id="12" name="Picture Placeholder 8">
            <a:extLst>
              <a:ext uri="{FF2B5EF4-FFF2-40B4-BE49-F238E27FC236}">
                <a16:creationId xmlns:a16="http://schemas.microsoft.com/office/drawing/2014/main" id="{DB905433-D32F-DA03-AE95-ACE8847AADED}"/>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3373481982"/>
      </p:ext>
    </p:extLst>
  </p:cSld>
  <p:clrMapOvr>
    <a:masterClrMapping/>
  </p:clrMapOvr>
  <p:transition spd="slow">
    <p:wipe dir="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Light_Copy_1/3_Hori_Image_V1">
    <p:bg>
      <p:bgPr>
        <a:solidFill>
          <a:schemeClr val="bg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61A7C5DC-46F4-DD4B-53E3-A578A5DA58FE}"/>
              </a:ext>
            </a:extLst>
          </p:cNvPr>
          <p:cNvSpPr>
            <a:spLocks noGrp="1"/>
          </p:cNvSpPr>
          <p:nvPr>
            <p:ph type="body" sz="quarter" idx="10" hasCustomPrompt="1"/>
          </p:nvPr>
        </p:nvSpPr>
        <p:spPr>
          <a:xfrm>
            <a:off x="647387" y="525188"/>
            <a:ext cx="6264763"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3" name="Text Placeholder 4">
            <a:extLst>
              <a:ext uri="{FF2B5EF4-FFF2-40B4-BE49-F238E27FC236}">
                <a16:creationId xmlns:a16="http://schemas.microsoft.com/office/drawing/2014/main" id="{BD94CCAF-B82A-E922-C368-250BCDC971D2}"/>
              </a:ext>
            </a:extLst>
          </p:cNvPr>
          <p:cNvSpPr>
            <a:spLocks noGrp="1"/>
          </p:cNvSpPr>
          <p:nvPr>
            <p:ph type="body" sz="quarter" idx="11" hasCustomPrompt="1"/>
          </p:nvPr>
        </p:nvSpPr>
        <p:spPr>
          <a:xfrm>
            <a:off x="647387" y="903702"/>
            <a:ext cx="6264763"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7" name="Text Placeholder 4">
            <a:extLst>
              <a:ext uri="{FF2B5EF4-FFF2-40B4-BE49-F238E27FC236}">
                <a16:creationId xmlns:a16="http://schemas.microsoft.com/office/drawing/2014/main" id="{BD372765-E3AD-3CDF-BD69-D6CF04F235B7}"/>
              </a:ext>
            </a:extLst>
          </p:cNvPr>
          <p:cNvSpPr>
            <a:spLocks noGrp="1"/>
          </p:cNvSpPr>
          <p:nvPr>
            <p:ph type="body" sz="quarter" idx="14"/>
          </p:nvPr>
        </p:nvSpPr>
        <p:spPr>
          <a:xfrm>
            <a:off x="647387" y="2048647"/>
            <a:ext cx="10915240" cy="2286002"/>
          </a:xfrm>
        </p:spPr>
        <p:txBody>
          <a:bodyPr wrap="square" lIns="0" tIns="0" rIns="0" bIns="0">
            <a:noAutofit/>
          </a:bodyPr>
          <a:lstStyle>
            <a:lvl1pPr marL="285750" indent="-285750">
              <a:buClr>
                <a:schemeClr val="accent2"/>
              </a:buClr>
              <a:buFont typeface="System Font Regular"/>
              <a:buChar char="&gt;"/>
              <a:defRPr sz="2300" b="0" i="0" cap="none" baseline="0">
                <a:solidFill>
                  <a:schemeClr val="tx1"/>
                </a:solidFill>
                <a:latin typeface="+mn-lt"/>
                <a:ea typeface="Red Hat Display" panose="02010303040201060303" pitchFamily="2" charset="0"/>
                <a:cs typeface="Arial" panose="020B0604020202020204" pitchFamily="34" charset="0"/>
              </a:defRPr>
            </a:lvl1pPr>
            <a:lvl2pPr marL="628650" indent="-285750">
              <a:buClr>
                <a:schemeClr val="accent2"/>
              </a:buClr>
              <a:buFont typeface="Arial" panose="020B0604020202020204" pitchFamily="34" charset="0"/>
              <a:buChar char="•"/>
              <a:defRPr sz="2000" b="0" i="0" cap="none" baseline="0">
                <a:solidFill>
                  <a:schemeClr val="tx1"/>
                </a:solidFill>
                <a:latin typeface="+mn-lt"/>
                <a:ea typeface="Red Hat Display" panose="02010303040201060303" pitchFamily="2" charset="0"/>
                <a:cs typeface="Arial" panose="020B0604020202020204" pitchFamily="34" charset="0"/>
              </a:defRPr>
            </a:lvl2pPr>
            <a:lvl3pPr marL="1069975" indent="-384175">
              <a:buClr>
                <a:schemeClr val="accent2"/>
              </a:buClr>
              <a:buFont typeface="System Font Regular"/>
              <a:buChar char="–"/>
              <a:tabLst/>
              <a:defRPr sz="1800" b="0" i="0" cap="none" baseline="0">
                <a:solidFill>
                  <a:schemeClr val="tx1"/>
                </a:solidFill>
                <a:latin typeface="+mn-lt"/>
                <a:ea typeface="Red Hat Display" panose="02010303040201060303" pitchFamily="2" charset="0"/>
                <a:cs typeface="Arial" panose="020B0604020202020204" pitchFamily="34" charset="0"/>
              </a:defRPr>
            </a:lvl3pPr>
            <a:lvl4pPr marL="1430338" indent="-285750">
              <a:buClr>
                <a:schemeClr val="accent2"/>
              </a:buClr>
              <a:buFont typeface="System Font Regular"/>
              <a:buChar char="–"/>
              <a:tabLst/>
              <a:defRPr sz="1600" b="0" i="0" cap="none" baseline="0">
                <a:solidFill>
                  <a:schemeClr val="tx1"/>
                </a:solidFill>
                <a:latin typeface="+mn-lt"/>
                <a:ea typeface="Red Hat Display" panose="02010303040201060303" pitchFamily="2" charset="0"/>
                <a:cs typeface="Arial" panose="020B0604020202020204" pitchFamily="34" charset="0"/>
              </a:defRPr>
            </a:lvl4pPr>
            <a:lvl5pPr marL="1916113" indent="-273050">
              <a:buClr>
                <a:schemeClr val="accent2"/>
              </a:buClr>
              <a:buFont typeface="System Font Regular"/>
              <a:buChar char="–"/>
              <a:tabLst/>
              <a:defRPr sz="1400" b="0" i="0" cap="none" baseline="0">
                <a:solidFill>
                  <a:schemeClr val="tx1"/>
                </a:solidFill>
                <a:latin typeface="+mn-lt"/>
                <a:ea typeface="Red Hat Display" panose="02010303040201060303" pitchFamily="2"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19">
            <a:extLst>
              <a:ext uri="{FF2B5EF4-FFF2-40B4-BE49-F238E27FC236}">
                <a16:creationId xmlns:a16="http://schemas.microsoft.com/office/drawing/2014/main" id="{3B48B279-0686-DD26-95BD-797C3432C3F8}"/>
              </a:ext>
            </a:extLst>
          </p:cNvPr>
          <p:cNvSpPr>
            <a:spLocks noGrp="1"/>
          </p:cNvSpPr>
          <p:nvPr>
            <p:ph type="pic" sz="quarter" idx="13"/>
          </p:nvPr>
        </p:nvSpPr>
        <p:spPr>
          <a:xfrm>
            <a:off x="-1" y="4603203"/>
            <a:ext cx="12192001" cy="2277374"/>
          </a:xfrm>
          <a:solidFill>
            <a:schemeClr val="bg1">
              <a:lumMod val="85000"/>
            </a:schemeClr>
          </a:solidFill>
        </p:spPr>
        <p:txBody>
          <a:bodyPr>
            <a:normAutofit/>
          </a:bodyPr>
          <a:lstStyle>
            <a:lvl1pPr marL="0" indent="0">
              <a:buNone/>
              <a:defRPr sz="100">
                <a:solidFill>
                  <a:schemeClr val="bg1">
                    <a:lumMod val="85000"/>
                  </a:schemeClr>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FC8D8D7E-EFE9-7AA0-20BD-A18FA6275E16}"/>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Arial" panose="020B0604020202020204" pitchFamily="34" charset="0"/>
                <a:cs typeface="Arial" panose="020B0604020202020204" pitchFamily="34" charset="0"/>
              </a:defRPr>
            </a:lvl1pPr>
          </a:lstStyle>
          <a:p>
            <a:fld id="{73490A59-D3E2-A64D-A2FA-D689A8266F0F}" type="slidenum">
              <a:rPr lang="en-US" smtClean="0"/>
              <a:pPr/>
              <a:t>‹#›</a:t>
            </a:fld>
            <a:endParaRPr lang="en-US" dirty="0"/>
          </a:p>
        </p:txBody>
      </p:sp>
      <p:sp>
        <p:nvSpPr>
          <p:cNvPr id="8" name="Picture Placeholder 5">
            <a:extLst>
              <a:ext uri="{FF2B5EF4-FFF2-40B4-BE49-F238E27FC236}">
                <a16:creationId xmlns:a16="http://schemas.microsoft.com/office/drawing/2014/main" id="{97BE4305-2A81-87ED-7A16-B8FCAA028CA5}"/>
              </a:ext>
            </a:extLst>
          </p:cNvPr>
          <p:cNvSpPr>
            <a:spLocks noGrp="1"/>
          </p:cNvSpPr>
          <p:nvPr>
            <p:ph type="pic" sz="quarter" idx="17"/>
          </p:nvPr>
        </p:nvSpPr>
        <p:spPr>
          <a:xfrm>
            <a:off x="0" y="6293610"/>
            <a:ext cx="468000" cy="7200"/>
          </a:xfrm>
          <a:solidFill>
            <a:schemeClr val="bg1"/>
          </a:solidFill>
        </p:spPr>
        <p:txBody>
          <a:bodyPr/>
          <a:lstStyle>
            <a:lvl1pPr marL="0" indent="0">
              <a:buNone/>
              <a:defRPr>
                <a:noFill/>
              </a:defRPr>
            </a:lvl1pPr>
          </a:lstStyle>
          <a:p>
            <a:r>
              <a:rPr lang="en-US"/>
              <a:t>Click icon to add picture</a:t>
            </a:r>
            <a:endParaRPr lang="en-US" dirty="0"/>
          </a:p>
        </p:txBody>
      </p:sp>
      <p:sp>
        <p:nvSpPr>
          <p:cNvPr id="12" name="Picture Placeholder 8">
            <a:extLst>
              <a:ext uri="{FF2B5EF4-FFF2-40B4-BE49-F238E27FC236}">
                <a16:creationId xmlns:a16="http://schemas.microsoft.com/office/drawing/2014/main" id="{6D8A03F6-4B0F-ED0C-7377-651B42AB1A50}"/>
              </a:ext>
            </a:extLst>
          </p:cNvPr>
          <p:cNvSpPr>
            <a:spLocks noGrp="1"/>
          </p:cNvSpPr>
          <p:nvPr>
            <p:ph type="pic" sz="quarter" idx="20"/>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4238776690"/>
      </p:ext>
    </p:extLst>
  </p:cSld>
  <p:clrMapOvr>
    <a:masterClrMapping/>
  </p:clrMapOvr>
  <p:transition spd="slow">
    <p:wipe dir="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ight_Copy_1/3_Hori_Image_V2">
    <p:bg>
      <p:bgPr>
        <a:solidFill>
          <a:schemeClr val="bg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116FEE6D-6C88-3A21-0E56-79BB6DC8505E}"/>
              </a:ext>
            </a:extLst>
          </p:cNvPr>
          <p:cNvSpPr>
            <a:spLocks noGrp="1"/>
          </p:cNvSpPr>
          <p:nvPr>
            <p:ph type="body" sz="quarter" idx="10" hasCustomPrompt="1"/>
          </p:nvPr>
        </p:nvSpPr>
        <p:spPr>
          <a:xfrm>
            <a:off x="647387" y="525188"/>
            <a:ext cx="6264763"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7" name="Text Placeholder 4">
            <a:extLst>
              <a:ext uri="{FF2B5EF4-FFF2-40B4-BE49-F238E27FC236}">
                <a16:creationId xmlns:a16="http://schemas.microsoft.com/office/drawing/2014/main" id="{8F168A78-2CD3-4F52-E545-349BA9C8C30D}"/>
              </a:ext>
            </a:extLst>
          </p:cNvPr>
          <p:cNvSpPr>
            <a:spLocks noGrp="1"/>
          </p:cNvSpPr>
          <p:nvPr>
            <p:ph type="body" sz="quarter" idx="11" hasCustomPrompt="1"/>
          </p:nvPr>
        </p:nvSpPr>
        <p:spPr>
          <a:xfrm>
            <a:off x="647387" y="903702"/>
            <a:ext cx="6264763"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8" name="Text Placeholder 4">
            <a:extLst>
              <a:ext uri="{FF2B5EF4-FFF2-40B4-BE49-F238E27FC236}">
                <a16:creationId xmlns:a16="http://schemas.microsoft.com/office/drawing/2014/main" id="{01E116FB-5A9F-1C6E-E795-EE4584D6B85E}"/>
              </a:ext>
            </a:extLst>
          </p:cNvPr>
          <p:cNvSpPr>
            <a:spLocks noGrp="1"/>
          </p:cNvSpPr>
          <p:nvPr>
            <p:ph type="body" sz="quarter" idx="14"/>
          </p:nvPr>
        </p:nvSpPr>
        <p:spPr>
          <a:xfrm>
            <a:off x="647387" y="2048647"/>
            <a:ext cx="10915240" cy="2286001"/>
          </a:xfrm>
        </p:spPr>
        <p:txBody>
          <a:bodyPr wrap="square" lIns="0" tIns="0" rIns="0" bIns="0">
            <a:noAutofit/>
          </a:bodyPr>
          <a:lstStyle>
            <a:lvl1pPr marL="285750" indent="-285750">
              <a:buClr>
                <a:schemeClr val="accent2"/>
              </a:buClr>
              <a:buFont typeface="System Font Regular"/>
              <a:buChar char="&gt;"/>
              <a:defRPr sz="2300" b="0" i="0" cap="none" baseline="0">
                <a:solidFill>
                  <a:schemeClr val="tx1"/>
                </a:solidFill>
                <a:latin typeface="+mn-lt"/>
                <a:ea typeface="Red Hat Display" panose="02010303040201060303" pitchFamily="2" charset="0"/>
                <a:cs typeface="Arial" panose="020B0604020202020204" pitchFamily="34" charset="0"/>
              </a:defRPr>
            </a:lvl1pPr>
            <a:lvl2pPr marL="628650" indent="-285750">
              <a:buClr>
                <a:schemeClr val="accent2"/>
              </a:buClr>
              <a:buFont typeface="Arial" panose="020B0604020202020204" pitchFamily="34" charset="0"/>
              <a:buChar char="•"/>
              <a:defRPr sz="2000" b="0" i="0" cap="none" baseline="0">
                <a:solidFill>
                  <a:schemeClr val="tx1"/>
                </a:solidFill>
                <a:latin typeface="+mn-lt"/>
                <a:ea typeface="Red Hat Display" panose="02010303040201060303" pitchFamily="2" charset="0"/>
                <a:cs typeface="Arial" panose="020B0604020202020204" pitchFamily="34" charset="0"/>
              </a:defRPr>
            </a:lvl2pPr>
            <a:lvl3pPr marL="1069975" indent="-384175">
              <a:buClr>
                <a:schemeClr val="accent2"/>
              </a:buClr>
              <a:buFont typeface="System Font Regular"/>
              <a:buChar char="–"/>
              <a:tabLst/>
              <a:defRPr sz="1800" b="0" i="0" cap="none" baseline="0">
                <a:solidFill>
                  <a:schemeClr val="tx1"/>
                </a:solidFill>
                <a:latin typeface="+mn-lt"/>
                <a:ea typeface="Red Hat Display" panose="02010303040201060303" pitchFamily="2" charset="0"/>
                <a:cs typeface="Arial" panose="020B0604020202020204" pitchFamily="34" charset="0"/>
              </a:defRPr>
            </a:lvl3pPr>
            <a:lvl4pPr marL="1430338" indent="-285750">
              <a:buClr>
                <a:schemeClr val="accent2"/>
              </a:buClr>
              <a:buFont typeface="System Font Regular"/>
              <a:buChar char="–"/>
              <a:tabLst/>
              <a:defRPr sz="1600" b="0" i="0" cap="none" baseline="0">
                <a:solidFill>
                  <a:schemeClr val="tx1"/>
                </a:solidFill>
                <a:latin typeface="+mn-lt"/>
                <a:ea typeface="Red Hat Display" panose="02010303040201060303" pitchFamily="2" charset="0"/>
                <a:cs typeface="Arial" panose="020B0604020202020204" pitchFamily="34" charset="0"/>
              </a:defRPr>
            </a:lvl4pPr>
            <a:lvl5pPr marL="1916113" indent="-273050">
              <a:buClr>
                <a:schemeClr val="accent2"/>
              </a:buClr>
              <a:buFont typeface="System Font Regular"/>
              <a:buChar char="–"/>
              <a:tabLst/>
              <a:defRPr sz="1400" b="0" i="0" cap="none" baseline="0">
                <a:solidFill>
                  <a:schemeClr val="tx1"/>
                </a:solidFill>
                <a:latin typeface="+mn-lt"/>
                <a:ea typeface="Red Hat Display" panose="02010303040201060303" pitchFamily="2"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19">
            <a:extLst>
              <a:ext uri="{FF2B5EF4-FFF2-40B4-BE49-F238E27FC236}">
                <a16:creationId xmlns:a16="http://schemas.microsoft.com/office/drawing/2014/main" id="{01953157-D6D2-A3C5-ED57-390BC918AB41}"/>
              </a:ext>
            </a:extLst>
          </p:cNvPr>
          <p:cNvSpPr>
            <a:spLocks noGrp="1"/>
          </p:cNvSpPr>
          <p:nvPr>
            <p:ph type="pic" sz="quarter" idx="13"/>
          </p:nvPr>
        </p:nvSpPr>
        <p:spPr>
          <a:xfrm>
            <a:off x="-1" y="4603203"/>
            <a:ext cx="12192001" cy="2277374"/>
          </a:xfrm>
          <a:solidFill>
            <a:schemeClr val="bg1">
              <a:lumMod val="85000"/>
            </a:schemeClr>
          </a:solidFill>
        </p:spPr>
        <p:txBody>
          <a:bodyPr>
            <a:normAutofit/>
          </a:bodyPr>
          <a:lstStyle>
            <a:lvl1pPr marL="0" indent="0">
              <a:buNone/>
              <a:defRPr sz="100">
                <a:solidFill>
                  <a:schemeClr val="bg1">
                    <a:lumMod val="85000"/>
                  </a:schemeClr>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5" name="Slide Number Placeholder 5">
            <a:extLst>
              <a:ext uri="{FF2B5EF4-FFF2-40B4-BE49-F238E27FC236}">
                <a16:creationId xmlns:a16="http://schemas.microsoft.com/office/drawing/2014/main" id="{6D03D0A9-2096-F2A1-E9E2-EC721681349B}"/>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Arial" panose="020B0604020202020204" pitchFamily="34" charset="0"/>
                <a:cs typeface="Arial" panose="020B0604020202020204" pitchFamily="34" charset="0"/>
              </a:defRPr>
            </a:lvl1pPr>
          </a:lstStyle>
          <a:p>
            <a:fld id="{73490A59-D3E2-A64D-A2FA-D689A8266F0F}" type="slidenum">
              <a:rPr lang="en-US" smtClean="0"/>
              <a:pPr/>
              <a:t>‹#›</a:t>
            </a:fld>
            <a:endParaRPr lang="en-US" dirty="0"/>
          </a:p>
        </p:txBody>
      </p:sp>
      <p:sp>
        <p:nvSpPr>
          <p:cNvPr id="6" name="Picture Placeholder 5">
            <a:extLst>
              <a:ext uri="{FF2B5EF4-FFF2-40B4-BE49-F238E27FC236}">
                <a16:creationId xmlns:a16="http://schemas.microsoft.com/office/drawing/2014/main" id="{203A168E-7698-4F9C-CD38-E78079681A5C}"/>
              </a:ext>
            </a:extLst>
          </p:cNvPr>
          <p:cNvSpPr>
            <a:spLocks noGrp="1"/>
          </p:cNvSpPr>
          <p:nvPr>
            <p:ph type="pic" sz="quarter" idx="17"/>
          </p:nvPr>
        </p:nvSpPr>
        <p:spPr>
          <a:xfrm>
            <a:off x="0" y="6293610"/>
            <a:ext cx="468000" cy="7200"/>
          </a:xfrm>
          <a:solidFill>
            <a:schemeClr val="bg1"/>
          </a:solidFill>
        </p:spPr>
        <p:txBody>
          <a:bodyPr/>
          <a:lstStyle>
            <a:lvl1pPr marL="0" indent="0">
              <a:buNone/>
              <a:defRPr>
                <a:noFill/>
              </a:defRPr>
            </a:lvl1pPr>
          </a:lstStyle>
          <a:p>
            <a:r>
              <a:rPr lang="en-US"/>
              <a:t>Click icon to add picture</a:t>
            </a:r>
            <a:endParaRPr lang="en-US" dirty="0"/>
          </a:p>
        </p:txBody>
      </p:sp>
      <p:sp>
        <p:nvSpPr>
          <p:cNvPr id="10" name="Picture Placeholder 8">
            <a:extLst>
              <a:ext uri="{FF2B5EF4-FFF2-40B4-BE49-F238E27FC236}">
                <a16:creationId xmlns:a16="http://schemas.microsoft.com/office/drawing/2014/main" id="{551404E0-937C-DD44-A4FA-305FECF35ADD}"/>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3175228915"/>
      </p:ext>
    </p:extLst>
  </p:cSld>
  <p:clrMapOvr>
    <a:masterClrMapping/>
  </p:clrMapOvr>
  <p:transition spd="slow">
    <p:wipe dir="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ark_Table_1/3_Hori_Image_V1">
    <p:bg>
      <p:bgPr>
        <a:solidFill>
          <a:schemeClr val="tx1"/>
        </a:solidFill>
        <a:effectLst/>
      </p:bgPr>
    </p:bg>
    <p:spTree>
      <p:nvGrpSpPr>
        <p:cNvPr id="1" name=""/>
        <p:cNvGrpSpPr/>
        <p:nvPr/>
      </p:nvGrpSpPr>
      <p:grpSpPr>
        <a:xfrm>
          <a:off x="0" y="0"/>
          <a:ext cx="0" cy="0"/>
          <a:chOff x="0" y="0"/>
          <a:chExt cx="0" cy="0"/>
        </a:xfrm>
      </p:grpSpPr>
      <p:sp>
        <p:nvSpPr>
          <p:cNvPr id="8" name="Text Placeholder 4">
            <a:extLst>
              <a:ext uri="{FF2B5EF4-FFF2-40B4-BE49-F238E27FC236}">
                <a16:creationId xmlns:a16="http://schemas.microsoft.com/office/drawing/2014/main" id="{8626125C-D37D-4E25-A40F-5C55A7118E12}"/>
              </a:ext>
            </a:extLst>
          </p:cNvPr>
          <p:cNvSpPr>
            <a:spLocks noGrp="1"/>
          </p:cNvSpPr>
          <p:nvPr>
            <p:ph type="body" sz="quarter" idx="10" hasCustomPrompt="1"/>
          </p:nvPr>
        </p:nvSpPr>
        <p:spPr>
          <a:xfrm>
            <a:off x="661975" y="525188"/>
            <a:ext cx="6256390"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9" name="Text Placeholder 4">
            <a:extLst>
              <a:ext uri="{FF2B5EF4-FFF2-40B4-BE49-F238E27FC236}">
                <a16:creationId xmlns:a16="http://schemas.microsoft.com/office/drawing/2014/main" id="{E4D81DA4-245D-BF6C-1F4F-DEE3F04299BC}"/>
              </a:ext>
            </a:extLst>
          </p:cNvPr>
          <p:cNvSpPr>
            <a:spLocks noGrp="1"/>
          </p:cNvSpPr>
          <p:nvPr>
            <p:ph type="body" sz="quarter" idx="11" hasCustomPrompt="1"/>
          </p:nvPr>
        </p:nvSpPr>
        <p:spPr>
          <a:xfrm>
            <a:off x="661975" y="903702"/>
            <a:ext cx="6256390"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11" name="Table Placeholder 2">
            <a:extLst>
              <a:ext uri="{FF2B5EF4-FFF2-40B4-BE49-F238E27FC236}">
                <a16:creationId xmlns:a16="http://schemas.microsoft.com/office/drawing/2014/main" id="{31BEF466-8F5E-A32A-8359-51896E254163}"/>
              </a:ext>
            </a:extLst>
          </p:cNvPr>
          <p:cNvSpPr>
            <a:spLocks noGrp="1"/>
          </p:cNvSpPr>
          <p:nvPr>
            <p:ph type="tbl" sz="quarter" idx="16"/>
          </p:nvPr>
        </p:nvSpPr>
        <p:spPr>
          <a:xfrm>
            <a:off x="647387" y="2031278"/>
            <a:ext cx="11006543" cy="2067360"/>
          </a:xfrm>
        </p:spPr>
        <p:txBody>
          <a:bodyPr>
            <a:normAutofit/>
          </a:bodyPr>
          <a:lstStyle>
            <a:lvl1pPr marL="0" indent="0">
              <a:buNone/>
              <a:defRPr sz="1200">
                <a:solidFill>
                  <a:schemeClr val="bg1"/>
                </a:solidFill>
                <a:latin typeface="+mn-lt"/>
              </a:defRPr>
            </a:lvl1pPr>
          </a:lstStyle>
          <a:p>
            <a:r>
              <a:rPr lang="en-US"/>
              <a:t>Click icon to add table</a:t>
            </a:r>
            <a:endParaRPr lang="en-US" dirty="0"/>
          </a:p>
        </p:txBody>
      </p:sp>
      <p:sp>
        <p:nvSpPr>
          <p:cNvPr id="12" name="Text Placeholder 4">
            <a:extLst>
              <a:ext uri="{FF2B5EF4-FFF2-40B4-BE49-F238E27FC236}">
                <a16:creationId xmlns:a16="http://schemas.microsoft.com/office/drawing/2014/main" id="{348BC76C-6E37-5B2B-1AFD-90B5B7549391}"/>
              </a:ext>
            </a:extLst>
          </p:cNvPr>
          <p:cNvSpPr>
            <a:spLocks noGrp="1"/>
          </p:cNvSpPr>
          <p:nvPr>
            <p:ph type="body" sz="quarter" idx="14" hasCustomPrompt="1"/>
          </p:nvPr>
        </p:nvSpPr>
        <p:spPr>
          <a:xfrm>
            <a:off x="647387" y="4272609"/>
            <a:ext cx="5680093" cy="125419"/>
          </a:xfrm>
        </p:spPr>
        <p:txBody>
          <a:bodyPr wrap="square" lIns="0" tIns="0" rIns="0" bIns="0">
            <a:spAutoFit/>
          </a:bodyPr>
          <a:lstStyle>
            <a:lvl1pPr marL="0" indent="0">
              <a:buClr>
                <a:schemeClr val="bg2"/>
              </a:buClr>
              <a:buFont typeface="System Font Regular"/>
              <a:buNone/>
              <a:defRPr sz="9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2" name="Picture Placeholder 19">
            <a:extLst>
              <a:ext uri="{FF2B5EF4-FFF2-40B4-BE49-F238E27FC236}">
                <a16:creationId xmlns:a16="http://schemas.microsoft.com/office/drawing/2014/main" id="{7E9F686C-2808-6281-B015-F8510727F347}"/>
              </a:ext>
            </a:extLst>
          </p:cNvPr>
          <p:cNvSpPr>
            <a:spLocks noGrp="1"/>
          </p:cNvSpPr>
          <p:nvPr>
            <p:ph type="pic" sz="quarter" idx="13"/>
          </p:nvPr>
        </p:nvSpPr>
        <p:spPr>
          <a:xfrm>
            <a:off x="-1" y="4603203"/>
            <a:ext cx="12192001" cy="2277374"/>
          </a:xfrm>
          <a:solidFill>
            <a:schemeClr val="bg1">
              <a:lumMod val="85000"/>
            </a:schemeClr>
          </a:solidFill>
        </p:spPr>
        <p:txBody>
          <a:bodyPr>
            <a:normAutofit/>
          </a:bodyPr>
          <a:lstStyle>
            <a:lvl1pPr marL="0" indent="0">
              <a:buNone/>
              <a:defRPr sz="100">
                <a:solidFill>
                  <a:schemeClr val="bg1">
                    <a:lumMod val="85000"/>
                  </a:schemeClr>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5" name="Slide Number Placeholder 5">
            <a:extLst>
              <a:ext uri="{FF2B5EF4-FFF2-40B4-BE49-F238E27FC236}">
                <a16:creationId xmlns:a16="http://schemas.microsoft.com/office/drawing/2014/main" id="{BFD1BB32-5FC8-6C26-A596-BF876CC750A2}"/>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Arial" panose="020B0604020202020204" pitchFamily="34" charset="0"/>
                <a:cs typeface="Arial" panose="020B0604020202020204" pitchFamily="34" charset="0"/>
              </a:defRPr>
            </a:lvl1pPr>
          </a:lstStyle>
          <a:p>
            <a:fld id="{73490A59-D3E2-A64D-A2FA-D689A8266F0F}" type="slidenum">
              <a:rPr lang="en-US" smtClean="0"/>
              <a:pPr/>
              <a:t>‹#›</a:t>
            </a:fld>
            <a:endParaRPr lang="en-US" dirty="0"/>
          </a:p>
        </p:txBody>
      </p:sp>
      <p:sp>
        <p:nvSpPr>
          <p:cNvPr id="6" name="Picture Placeholder 5">
            <a:extLst>
              <a:ext uri="{FF2B5EF4-FFF2-40B4-BE49-F238E27FC236}">
                <a16:creationId xmlns:a16="http://schemas.microsoft.com/office/drawing/2014/main" id="{CFBDF083-B227-3487-6B33-933D47B8278B}"/>
              </a:ext>
            </a:extLst>
          </p:cNvPr>
          <p:cNvSpPr>
            <a:spLocks noGrp="1"/>
          </p:cNvSpPr>
          <p:nvPr>
            <p:ph type="pic" sz="quarter" idx="17"/>
          </p:nvPr>
        </p:nvSpPr>
        <p:spPr>
          <a:xfrm>
            <a:off x="0" y="6293610"/>
            <a:ext cx="468000" cy="7200"/>
          </a:xfrm>
          <a:solidFill>
            <a:schemeClr val="bg1"/>
          </a:solidFill>
        </p:spPr>
        <p:txBody>
          <a:bodyPr/>
          <a:lstStyle>
            <a:lvl1pPr marL="0" indent="0">
              <a:buNone/>
              <a:defRPr>
                <a:noFill/>
              </a:defRPr>
            </a:lvl1pPr>
          </a:lstStyle>
          <a:p>
            <a:r>
              <a:rPr lang="en-US"/>
              <a:t>Click icon to add picture</a:t>
            </a:r>
            <a:endParaRPr lang="en-US" dirty="0"/>
          </a:p>
        </p:txBody>
      </p:sp>
      <p:sp>
        <p:nvSpPr>
          <p:cNvPr id="13" name="Picture Placeholder 8">
            <a:extLst>
              <a:ext uri="{FF2B5EF4-FFF2-40B4-BE49-F238E27FC236}">
                <a16:creationId xmlns:a16="http://schemas.microsoft.com/office/drawing/2014/main" id="{B1B469C8-BA8E-5E79-E9E3-8362E30FB338}"/>
              </a:ext>
            </a:extLst>
          </p:cNvPr>
          <p:cNvSpPr>
            <a:spLocks noGrp="1"/>
          </p:cNvSpPr>
          <p:nvPr>
            <p:ph type="pic" sz="quarter" idx="20"/>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2390312003"/>
      </p:ext>
    </p:extLst>
  </p:cSld>
  <p:clrMapOvr>
    <a:masterClrMapping/>
  </p:clrMapOvr>
  <p:transition spd="slow">
    <p:wipe dir="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ark_Table_1/3_Hori_Image_V2">
    <p:bg>
      <p:bgPr>
        <a:solidFill>
          <a:schemeClr val="tx1"/>
        </a:solidFill>
        <a:effectLst/>
      </p:bgPr>
    </p:bg>
    <p:spTree>
      <p:nvGrpSpPr>
        <p:cNvPr id="1" name=""/>
        <p:cNvGrpSpPr/>
        <p:nvPr/>
      </p:nvGrpSpPr>
      <p:grpSpPr>
        <a:xfrm>
          <a:off x="0" y="0"/>
          <a:ext cx="0" cy="0"/>
          <a:chOff x="0" y="0"/>
          <a:chExt cx="0" cy="0"/>
        </a:xfrm>
      </p:grpSpPr>
      <p:sp>
        <p:nvSpPr>
          <p:cNvPr id="8" name="Text Placeholder 4">
            <a:extLst>
              <a:ext uri="{FF2B5EF4-FFF2-40B4-BE49-F238E27FC236}">
                <a16:creationId xmlns:a16="http://schemas.microsoft.com/office/drawing/2014/main" id="{816AB5C9-CB88-0AA3-AFEC-E2E8D0B37974}"/>
              </a:ext>
            </a:extLst>
          </p:cNvPr>
          <p:cNvSpPr>
            <a:spLocks noGrp="1"/>
          </p:cNvSpPr>
          <p:nvPr>
            <p:ph type="body" sz="quarter" idx="10" hasCustomPrompt="1"/>
          </p:nvPr>
        </p:nvSpPr>
        <p:spPr>
          <a:xfrm>
            <a:off x="661975" y="525188"/>
            <a:ext cx="6256390"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9" name="Text Placeholder 4">
            <a:extLst>
              <a:ext uri="{FF2B5EF4-FFF2-40B4-BE49-F238E27FC236}">
                <a16:creationId xmlns:a16="http://schemas.microsoft.com/office/drawing/2014/main" id="{D0C24CF6-0EA8-201A-FCCC-8799927344CA}"/>
              </a:ext>
            </a:extLst>
          </p:cNvPr>
          <p:cNvSpPr>
            <a:spLocks noGrp="1"/>
          </p:cNvSpPr>
          <p:nvPr>
            <p:ph type="body" sz="quarter" idx="11" hasCustomPrompt="1"/>
          </p:nvPr>
        </p:nvSpPr>
        <p:spPr>
          <a:xfrm>
            <a:off x="661975" y="903702"/>
            <a:ext cx="6256390"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10" name="Table Placeholder 2">
            <a:extLst>
              <a:ext uri="{FF2B5EF4-FFF2-40B4-BE49-F238E27FC236}">
                <a16:creationId xmlns:a16="http://schemas.microsoft.com/office/drawing/2014/main" id="{0481CF8B-858E-8CD3-4EB4-87AC5E7D28FB}"/>
              </a:ext>
            </a:extLst>
          </p:cNvPr>
          <p:cNvSpPr>
            <a:spLocks noGrp="1"/>
          </p:cNvSpPr>
          <p:nvPr>
            <p:ph type="tbl" sz="quarter" idx="16"/>
          </p:nvPr>
        </p:nvSpPr>
        <p:spPr>
          <a:xfrm>
            <a:off x="647387" y="2031278"/>
            <a:ext cx="11006543" cy="2067360"/>
          </a:xfrm>
        </p:spPr>
        <p:txBody>
          <a:bodyPr>
            <a:normAutofit/>
          </a:bodyPr>
          <a:lstStyle>
            <a:lvl1pPr marL="0" indent="0">
              <a:buNone/>
              <a:defRPr sz="1200">
                <a:solidFill>
                  <a:schemeClr val="bg1"/>
                </a:solidFill>
                <a:latin typeface="+mn-lt"/>
              </a:defRPr>
            </a:lvl1pPr>
          </a:lstStyle>
          <a:p>
            <a:r>
              <a:rPr lang="en-US"/>
              <a:t>Click icon to add table</a:t>
            </a:r>
            <a:endParaRPr lang="en-US" dirty="0"/>
          </a:p>
        </p:txBody>
      </p:sp>
      <p:sp>
        <p:nvSpPr>
          <p:cNvPr id="11" name="Text Placeholder 4">
            <a:extLst>
              <a:ext uri="{FF2B5EF4-FFF2-40B4-BE49-F238E27FC236}">
                <a16:creationId xmlns:a16="http://schemas.microsoft.com/office/drawing/2014/main" id="{98225382-D47F-D978-7AD1-A0B3682B60D9}"/>
              </a:ext>
            </a:extLst>
          </p:cNvPr>
          <p:cNvSpPr>
            <a:spLocks noGrp="1"/>
          </p:cNvSpPr>
          <p:nvPr>
            <p:ph type="body" sz="quarter" idx="14" hasCustomPrompt="1"/>
          </p:nvPr>
        </p:nvSpPr>
        <p:spPr>
          <a:xfrm>
            <a:off x="647387" y="4272609"/>
            <a:ext cx="5680093" cy="125419"/>
          </a:xfrm>
        </p:spPr>
        <p:txBody>
          <a:bodyPr wrap="square" lIns="0" tIns="0" rIns="0" bIns="0">
            <a:spAutoFit/>
          </a:bodyPr>
          <a:lstStyle>
            <a:lvl1pPr marL="0" indent="0">
              <a:buClr>
                <a:schemeClr val="bg2"/>
              </a:buClr>
              <a:buFont typeface="System Font Regular"/>
              <a:buNone/>
              <a:defRPr sz="9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3" name="Picture Placeholder 19">
            <a:extLst>
              <a:ext uri="{FF2B5EF4-FFF2-40B4-BE49-F238E27FC236}">
                <a16:creationId xmlns:a16="http://schemas.microsoft.com/office/drawing/2014/main" id="{30443BB4-4843-1606-3F1C-D0E7426D45A9}"/>
              </a:ext>
            </a:extLst>
          </p:cNvPr>
          <p:cNvSpPr>
            <a:spLocks noGrp="1"/>
          </p:cNvSpPr>
          <p:nvPr>
            <p:ph type="pic" sz="quarter" idx="13"/>
          </p:nvPr>
        </p:nvSpPr>
        <p:spPr>
          <a:xfrm>
            <a:off x="-1" y="4603203"/>
            <a:ext cx="12192001" cy="2277374"/>
          </a:xfrm>
          <a:solidFill>
            <a:schemeClr val="bg1">
              <a:lumMod val="85000"/>
            </a:schemeClr>
          </a:solidFill>
        </p:spPr>
        <p:txBody>
          <a:bodyPr>
            <a:normAutofit/>
          </a:bodyPr>
          <a:lstStyle>
            <a:lvl1pPr marL="0" indent="0">
              <a:buNone/>
              <a:defRPr sz="100">
                <a:solidFill>
                  <a:schemeClr val="bg1">
                    <a:lumMod val="85000"/>
                  </a:schemeClr>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5" name="Slide Number Placeholder 5">
            <a:extLst>
              <a:ext uri="{FF2B5EF4-FFF2-40B4-BE49-F238E27FC236}">
                <a16:creationId xmlns:a16="http://schemas.microsoft.com/office/drawing/2014/main" id="{42FCF1E9-428E-B1FB-FDA2-B996247C1947}"/>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Arial" panose="020B0604020202020204" pitchFamily="34" charset="0"/>
                <a:cs typeface="Arial" panose="020B0604020202020204" pitchFamily="34" charset="0"/>
              </a:defRPr>
            </a:lvl1pPr>
          </a:lstStyle>
          <a:p>
            <a:fld id="{73490A59-D3E2-A64D-A2FA-D689A8266F0F}" type="slidenum">
              <a:rPr lang="en-US" smtClean="0"/>
              <a:pPr/>
              <a:t>‹#›</a:t>
            </a:fld>
            <a:endParaRPr lang="en-US" dirty="0"/>
          </a:p>
        </p:txBody>
      </p:sp>
      <p:sp>
        <p:nvSpPr>
          <p:cNvPr id="6" name="Picture Placeholder 5">
            <a:extLst>
              <a:ext uri="{FF2B5EF4-FFF2-40B4-BE49-F238E27FC236}">
                <a16:creationId xmlns:a16="http://schemas.microsoft.com/office/drawing/2014/main" id="{883BA24A-323C-645E-1B3D-EF1B16521979}"/>
              </a:ext>
            </a:extLst>
          </p:cNvPr>
          <p:cNvSpPr>
            <a:spLocks noGrp="1"/>
          </p:cNvSpPr>
          <p:nvPr>
            <p:ph type="pic" sz="quarter" idx="17"/>
          </p:nvPr>
        </p:nvSpPr>
        <p:spPr>
          <a:xfrm>
            <a:off x="0" y="6293610"/>
            <a:ext cx="468000" cy="7200"/>
          </a:xfrm>
          <a:solidFill>
            <a:schemeClr val="bg1"/>
          </a:solidFill>
        </p:spPr>
        <p:txBody>
          <a:bodyPr/>
          <a:lstStyle>
            <a:lvl1pPr marL="0" indent="0">
              <a:buNone/>
              <a:defRPr>
                <a:noFill/>
              </a:defRPr>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EDDBE042-9914-B7D9-1398-0F18368A79BF}"/>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1132934350"/>
      </p:ext>
    </p:extLst>
  </p:cSld>
  <p:clrMapOvr>
    <a:masterClrMapping/>
  </p:clrMapOvr>
  <p:transition spd="slow">
    <p:wipe dir="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Light_Table_1/3_Hori_Image_V1">
    <p:bg>
      <p:bgPr>
        <a:solidFill>
          <a:schemeClr val="bg1"/>
        </a:solidFill>
        <a:effectLst/>
      </p:bgPr>
    </p:bg>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33601310-E2B8-6EF2-338E-2C3675E0F8BE}"/>
              </a:ext>
            </a:extLst>
          </p:cNvPr>
          <p:cNvSpPr>
            <a:spLocks noGrp="1"/>
          </p:cNvSpPr>
          <p:nvPr>
            <p:ph type="body" sz="quarter" idx="10" hasCustomPrompt="1"/>
          </p:nvPr>
        </p:nvSpPr>
        <p:spPr>
          <a:xfrm>
            <a:off x="661975" y="525188"/>
            <a:ext cx="6256390"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3" name="Text Placeholder 4">
            <a:extLst>
              <a:ext uri="{FF2B5EF4-FFF2-40B4-BE49-F238E27FC236}">
                <a16:creationId xmlns:a16="http://schemas.microsoft.com/office/drawing/2014/main" id="{B4B04D0D-8982-C7E8-94E8-1806A99DC40E}"/>
              </a:ext>
            </a:extLst>
          </p:cNvPr>
          <p:cNvSpPr>
            <a:spLocks noGrp="1"/>
          </p:cNvSpPr>
          <p:nvPr>
            <p:ph type="body" sz="quarter" idx="11" hasCustomPrompt="1"/>
          </p:nvPr>
        </p:nvSpPr>
        <p:spPr>
          <a:xfrm>
            <a:off x="661975" y="903702"/>
            <a:ext cx="6256390"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14" name="Table Placeholder 2">
            <a:extLst>
              <a:ext uri="{FF2B5EF4-FFF2-40B4-BE49-F238E27FC236}">
                <a16:creationId xmlns:a16="http://schemas.microsoft.com/office/drawing/2014/main" id="{F80467FF-81A6-9DC5-13F6-B9978DB18964}"/>
              </a:ext>
            </a:extLst>
          </p:cNvPr>
          <p:cNvSpPr>
            <a:spLocks noGrp="1"/>
          </p:cNvSpPr>
          <p:nvPr>
            <p:ph type="tbl" sz="quarter" idx="16"/>
          </p:nvPr>
        </p:nvSpPr>
        <p:spPr>
          <a:xfrm>
            <a:off x="647387" y="2031278"/>
            <a:ext cx="11006543" cy="2067360"/>
          </a:xfrm>
        </p:spPr>
        <p:txBody>
          <a:bodyPr>
            <a:normAutofit/>
          </a:bodyPr>
          <a:lstStyle>
            <a:lvl1pPr marL="0" indent="0">
              <a:buNone/>
              <a:defRPr sz="1200">
                <a:solidFill>
                  <a:schemeClr val="tx1"/>
                </a:solidFill>
                <a:latin typeface="+mn-lt"/>
              </a:defRPr>
            </a:lvl1pPr>
          </a:lstStyle>
          <a:p>
            <a:r>
              <a:rPr lang="en-US"/>
              <a:t>Click icon to add table</a:t>
            </a:r>
            <a:endParaRPr lang="en-US" dirty="0"/>
          </a:p>
        </p:txBody>
      </p:sp>
      <p:sp>
        <p:nvSpPr>
          <p:cNvPr id="18" name="Text Placeholder 4">
            <a:extLst>
              <a:ext uri="{FF2B5EF4-FFF2-40B4-BE49-F238E27FC236}">
                <a16:creationId xmlns:a16="http://schemas.microsoft.com/office/drawing/2014/main" id="{91F3D576-9EE9-C1D0-336C-651C1D95330F}"/>
              </a:ext>
            </a:extLst>
          </p:cNvPr>
          <p:cNvSpPr>
            <a:spLocks noGrp="1"/>
          </p:cNvSpPr>
          <p:nvPr>
            <p:ph type="body" sz="quarter" idx="14" hasCustomPrompt="1"/>
          </p:nvPr>
        </p:nvSpPr>
        <p:spPr>
          <a:xfrm>
            <a:off x="647387" y="4272609"/>
            <a:ext cx="5680093" cy="125419"/>
          </a:xfrm>
        </p:spPr>
        <p:txBody>
          <a:bodyPr wrap="square" lIns="0" tIns="0" rIns="0" bIns="0">
            <a:spAutoFit/>
          </a:bodyPr>
          <a:lstStyle>
            <a:lvl1pPr marL="0" indent="0">
              <a:buClr>
                <a:schemeClr val="bg2"/>
              </a:buClr>
              <a:buFont typeface="System Font Regular"/>
              <a:buNone/>
              <a:defRPr sz="9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3" name="Picture Placeholder 19">
            <a:extLst>
              <a:ext uri="{FF2B5EF4-FFF2-40B4-BE49-F238E27FC236}">
                <a16:creationId xmlns:a16="http://schemas.microsoft.com/office/drawing/2014/main" id="{542B5A68-2212-00A7-CD17-E6940F238ED5}"/>
              </a:ext>
            </a:extLst>
          </p:cNvPr>
          <p:cNvSpPr>
            <a:spLocks noGrp="1"/>
          </p:cNvSpPr>
          <p:nvPr>
            <p:ph type="pic" sz="quarter" idx="13"/>
          </p:nvPr>
        </p:nvSpPr>
        <p:spPr>
          <a:xfrm>
            <a:off x="-1" y="4603203"/>
            <a:ext cx="12192001" cy="2277374"/>
          </a:xfrm>
          <a:solidFill>
            <a:schemeClr val="bg1">
              <a:lumMod val="85000"/>
            </a:schemeClr>
          </a:solidFill>
        </p:spPr>
        <p:txBody>
          <a:bodyPr>
            <a:normAutofit/>
          </a:bodyPr>
          <a:lstStyle>
            <a:lvl1pPr marL="0" indent="0">
              <a:buNone/>
              <a:defRPr sz="100">
                <a:solidFill>
                  <a:schemeClr val="bg1">
                    <a:lumMod val="85000"/>
                  </a:schemeClr>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5" name="Slide Number Placeholder 5">
            <a:extLst>
              <a:ext uri="{FF2B5EF4-FFF2-40B4-BE49-F238E27FC236}">
                <a16:creationId xmlns:a16="http://schemas.microsoft.com/office/drawing/2014/main" id="{90CB4BBD-4773-C841-7B5C-4EC048E3B999}"/>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Arial" panose="020B0604020202020204" pitchFamily="34" charset="0"/>
                <a:cs typeface="Arial" panose="020B0604020202020204" pitchFamily="34" charset="0"/>
              </a:defRPr>
            </a:lvl1pPr>
          </a:lstStyle>
          <a:p>
            <a:fld id="{73490A59-D3E2-A64D-A2FA-D689A8266F0F}" type="slidenum">
              <a:rPr lang="en-US" smtClean="0"/>
              <a:pPr/>
              <a:t>‹#›</a:t>
            </a:fld>
            <a:endParaRPr lang="en-US" dirty="0"/>
          </a:p>
        </p:txBody>
      </p:sp>
      <p:sp>
        <p:nvSpPr>
          <p:cNvPr id="6" name="Picture Placeholder 5">
            <a:extLst>
              <a:ext uri="{FF2B5EF4-FFF2-40B4-BE49-F238E27FC236}">
                <a16:creationId xmlns:a16="http://schemas.microsoft.com/office/drawing/2014/main" id="{636DB08B-0152-DB01-C52A-8F44977C3200}"/>
              </a:ext>
            </a:extLst>
          </p:cNvPr>
          <p:cNvSpPr>
            <a:spLocks noGrp="1"/>
          </p:cNvSpPr>
          <p:nvPr>
            <p:ph type="pic" sz="quarter" idx="17"/>
          </p:nvPr>
        </p:nvSpPr>
        <p:spPr>
          <a:xfrm>
            <a:off x="0" y="6293610"/>
            <a:ext cx="468000" cy="7200"/>
          </a:xfrm>
          <a:solidFill>
            <a:schemeClr val="bg1"/>
          </a:solidFill>
        </p:spPr>
        <p:txBody>
          <a:bodyPr/>
          <a:lstStyle>
            <a:lvl1pPr marL="0" indent="0">
              <a:buNone/>
              <a:defRPr>
                <a:noFill/>
              </a:defRPr>
            </a:lvl1pPr>
          </a:lstStyle>
          <a:p>
            <a:r>
              <a:rPr lang="en-US"/>
              <a:t>Click icon to add picture</a:t>
            </a:r>
            <a:endParaRPr lang="en-US" dirty="0"/>
          </a:p>
        </p:txBody>
      </p:sp>
      <p:sp>
        <p:nvSpPr>
          <p:cNvPr id="9" name="Picture Placeholder 8">
            <a:extLst>
              <a:ext uri="{FF2B5EF4-FFF2-40B4-BE49-F238E27FC236}">
                <a16:creationId xmlns:a16="http://schemas.microsoft.com/office/drawing/2014/main" id="{B62CDB7E-5041-26AA-6BCD-9C722DD58BA8}"/>
              </a:ext>
            </a:extLst>
          </p:cNvPr>
          <p:cNvSpPr>
            <a:spLocks noGrp="1"/>
          </p:cNvSpPr>
          <p:nvPr>
            <p:ph type="pic" sz="quarter" idx="20"/>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2395111649"/>
      </p:ext>
    </p:extLst>
  </p:cSld>
  <p:clrMapOvr>
    <a:masterClrMapping/>
  </p:clrMapOvr>
  <p:transition spd="slow">
    <p:wipe dir="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Light_Table_1/3_Hori_Image_V2">
    <p:bg>
      <p:bgPr>
        <a:solidFill>
          <a:schemeClr val="bg1"/>
        </a:solidFill>
        <a:effectLst/>
      </p:bgPr>
    </p:bg>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00A27716-2F7A-F3FC-0EFC-EBCD379AD45A}"/>
              </a:ext>
            </a:extLst>
          </p:cNvPr>
          <p:cNvSpPr>
            <a:spLocks noGrp="1"/>
          </p:cNvSpPr>
          <p:nvPr>
            <p:ph type="body" sz="quarter" idx="10" hasCustomPrompt="1"/>
          </p:nvPr>
        </p:nvSpPr>
        <p:spPr>
          <a:xfrm>
            <a:off x="661975" y="525188"/>
            <a:ext cx="6256390"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3" name="Text Placeholder 4">
            <a:extLst>
              <a:ext uri="{FF2B5EF4-FFF2-40B4-BE49-F238E27FC236}">
                <a16:creationId xmlns:a16="http://schemas.microsoft.com/office/drawing/2014/main" id="{C0A03E35-C256-7CEC-E0DF-0EFE8E5BE16E}"/>
              </a:ext>
            </a:extLst>
          </p:cNvPr>
          <p:cNvSpPr>
            <a:spLocks noGrp="1"/>
          </p:cNvSpPr>
          <p:nvPr>
            <p:ph type="body" sz="quarter" idx="11" hasCustomPrompt="1"/>
          </p:nvPr>
        </p:nvSpPr>
        <p:spPr>
          <a:xfrm>
            <a:off x="661975" y="903702"/>
            <a:ext cx="6256390"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14" name="Table Placeholder 2">
            <a:extLst>
              <a:ext uri="{FF2B5EF4-FFF2-40B4-BE49-F238E27FC236}">
                <a16:creationId xmlns:a16="http://schemas.microsoft.com/office/drawing/2014/main" id="{4467C58A-2B58-35E6-8F3B-1F2EA729B593}"/>
              </a:ext>
            </a:extLst>
          </p:cNvPr>
          <p:cNvSpPr>
            <a:spLocks noGrp="1"/>
          </p:cNvSpPr>
          <p:nvPr>
            <p:ph type="tbl" sz="quarter" idx="16"/>
          </p:nvPr>
        </p:nvSpPr>
        <p:spPr>
          <a:xfrm>
            <a:off x="647387" y="2031278"/>
            <a:ext cx="11006543" cy="2067360"/>
          </a:xfrm>
        </p:spPr>
        <p:txBody>
          <a:bodyPr>
            <a:normAutofit/>
          </a:bodyPr>
          <a:lstStyle>
            <a:lvl1pPr marL="0" indent="0">
              <a:buNone/>
              <a:defRPr sz="1200">
                <a:solidFill>
                  <a:schemeClr val="tx1"/>
                </a:solidFill>
                <a:latin typeface="+mn-lt"/>
              </a:defRPr>
            </a:lvl1pPr>
          </a:lstStyle>
          <a:p>
            <a:r>
              <a:rPr lang="en-US"/>
              <a:t>Click icon to add table</a:t>
            </a:r>
            <a:endParaRPr lang="en-US" dirty="0"/>
          </a:p>
        </p:txBody>
      </p:sp>
      <p:sp>
        <p:nvSpPr>
          <p:cNvPr id="18" name="Text Placeholder 4">
            <a:extLst>
              <a:ext uri="{FF2B5EF4-FFF2-40B4-BE49-F238E27FC236}">
                <a16:creationId xmlns:a16="http://schemas.microsoft.com/office/drawing/2014/main" id="{31A8AD5C-5705-5BFF-6FC7-C6FB9CA03DDB}"/>
              </a:ext>
            </a:extLst>
          </p:cNvPr>
          <p:cNvSpPr>
            <a:spLocks noGrp="1"/>
          </p:cNvSpPr>
          <p:nvPr>
            <p:ph type="body" sz="quarter" idx="14" hasCustomPrompt="1"/>
          </p:nvPr>
        </p:nvSpPr>
        <p:spPr>
          <a:xfrm>
            <a:off x="647387" y="4272609"/>
            <a:ext cx="5680093" cy="125419"/>
          </a:xfrm>
        </p:spPr>
        <p:txBody>
          <a:bodyPr wrap="square" lIns="0" tIns="0" rIns="0" bIns="0">
            <a:spAutoFit/>
          </a:bodyPr>
          <a:lstStyle>
            <a:lvl1pPr marL="0" indent="0">
              <a:buClr>
                <a:schemeClr val="bg2"/>
              </a:buClr>
              <a:buFont typeface="System Font Regular"/>
              <a:buNone/>
              <a:defRPr sz="9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3" name="Picture Placeholder 19">
            <a:extLst>
              <a:ext uri="{FF2B5EF4-FFF2-40B4-BE49-F238E27FC236}">
                <a16:creationId xmlns:a16="http://schemas.microsoft.com/office/drawing/2014/main" id="{BBA81362-2222-8327-FE98-2402D5030FFE}"/>
              </a:ext>
            </a:extLst>
          </p:cNvPr>
          <p:cNvSpPr>
            <a:spLocks noGrp="1"/>
          </p:cNvSpPr>
          <p:nvPr>
            <p:ph type="pic" sz="quarter" idx="13"/>
          </p:nvPr>
        </p:nvSpPr>
        <p:spPr>
          <a:xfrm>
            <a:off x="-1" y="4603203"/>
            <a:ext cx="12192001" cy="2277374"/>
          </a:xfrm>
          <a:solidFill>
            <a:schemeClr val="bg1">
              <a:lumMod val="85000"/>
            </a:schemeClr>
          </a:solidFill>
        </p:spPr>
        <p:txBody>
          <a:bodyPr>
            <a:normAutofit/>
          </a:bodyPr>
          <a:lstStyle>
            <a:lvl1pPr marL="0" indent="0">
              <a:buNone/>
              <a:defRPr sz="100">
                <a:solidFill>
                  <a:schemeClr val="bg1">
                    <a:lumMod val="85000"/>
                  </a:schemeClr>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5" name="Slide Number Placeholder 5">
            <a:extLst>
              <a:ext uri="{FF2B5EF4-FFF2-40B4-BE49-F238E27FC236}">
                <a16:creationId xmlns:a16="http://schemas.microsoft.com/office/drawing/2014/main" id="{C87EF4F8-2DB1-387D-6ECC-067764FA96CE}"/>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Arial" panose="020B0604020202020204" pitchFamily="34" charset="0"/>
                <a:cs typeface="Arial" panose="020B0604020202020204" pitchFamily="34" charset="0"/>
              </a:defRPr>
            </a:lvl1pPr>
          </a:lstStyle>
          <a:p>
            <a:fld id="{73490A59-D3E2-A64D-A2FA-D689A8266F0F}" type="slidenum">
              <a:rPr lang="en-US" smtClean="0"/>
              <a:pPr/>
              <a:t>‹#›</a:t>
            </a:fld>
            <a:endParaRPr lang="en-US" dirty="0"/>
          </a:p>
        </p:txBody>
      </p:sp>
      <p:sp>
        <p:nvSpPr>
          <p:cNvPr id="6" name="Picture Placeholder 5">
            <a:extLst>
              <a:ext uri="{FF2B5EF4-FFF2-40B4-BE49-F238E27FC236}">
                <a16:creationId xmlns:a16="http://schemas.microsoft.com/office/drawing/2014/main" id="{0A058393-CBB5-B181-BA22-D7E84B43C0B8}"/>
              </a:ext>
            </a:extLst>
          </p:cNvPr>
          <p:cNvSpPr>
            <a:spLocks noGrp="1"/>
          </p:cNvSpPr>
          <p:nvPr>
            <p:ph type="pic" sz="quarter" idx="17"/>
          </p:nvPr>
        </p:nvSpPr>
        <p:spPr>
          <a:xfrm>
            <a:off x="0" y="6293610"/>
            <a:ext cx="468000" cy="7200"/>
          </a:xfrm>
          <a:solidFill>
            <a:schemeClr val="bg1"/>
          </a:solidFill>
        </p:spPr>
        <p:txBody>
          <a:bodyPr/>
          <a:lstStyle>
            <a:lvl1pPr marL="0" indent="0">
              <a:buNone/>
              <a:defRPr>
                <a:noFill/>
              </a:defRPr>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3F1F4BE1-B5E3-0D83-953B-37C940F91548}"/>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4145490080"/>
      </p:ext>
    </p:extLst>
  </p:cSld>
  <p:clrMapOvr>
    <a:masterClrMapping/>
  </p:clrMapOvr>
  <p:transition spd="slow">
    <p:wipe dir="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ark_Chart_1/3_Hori_Image_V1">
    <p:bg>
      <p:bgPr>
        <a:solidFill>
          <a:schemeClr val="tx1"/>
        </a:solidFill>
        <a:effectLst/>
      </p:bgPr>
    </p:bg>
    <p:spTree>
      <p:nvGrpSpPr>
        <p:cNvPr id="1" name=""/>
        <p:cNvGrpSpPr/>
        <p:nvPr/>
      </p:nvGrpSpPr>
      <p:grpSpPr>
        <a:xfrm>
          <a:off x="0" y="0"/>
          <a:ext cx="0" cy="0"/>
          <a:chOff x="0" y="0"/>
          <a:chExt cx="0" cy="0"/>
        </a:xfrm>
      </p:grpSpPr>
      <p:sp>
        <p:nvSpPr>
          <p:cNvPr id="14" name="Text Placeholder 4">
            <a:extLst>
              <a:ext uri="{FF2B5EF4-FFF2-40B4-BE49-F238E27FC236}">
                <a16:creationId xmlns:a16="http://schemas.microsoft.com/office/drawing/2014/main" id="{7B39ACAB-E78A-128F-D46E-DA13F2E538ED}"/>
              </a:ext>
            </a:extLst>
          </p:cNvPr>
          <p:cNvSpPr>
            <a:spLocks noGrp="1"/>
          </p:cNvSpPr>
          <p:nvPr>
            <p:ph type="body" sz="quarter" idx="10" hasCustomPrompt="1"/>
          </p:nvPr>
        </p:nvSpPr>
        <p:spPr>
          <a:xfrm>
            <a:off x="661975" y="525188"/>
            <a:ext cx="6379387"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7" name="Text Placeholder 4">
            <a:extLst>
              <a:ext uri="{FF2B5EF4-FFF2-40B4-BE49-F238E27FC236}">
                <a16:creationId xmlns:a16="http://schemas.microsoft.com/office/drawing/2014/main" id="{46EEA2AD-7868-3474-535A-25072488F4EC}"/>
              </a:ext>
            </a:extLst>
          </p:cNvPr>
          <p:cNvSpPr>
            <a:spLocks noGrp="1"/>
          </p:cNvSpPr>
          <p:nvPr>
            <p:ph type="body" sz="quarter" idx="11" hasCustomPrompt="1"/>
          </p:nvPr>
        </p:nvSpPr>
        <p:spPr>
          <a:xfrm>
            <a:off x="661975" y="903702"/>
            <a:ext cx="6379387"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18" name="Text Placeholder 4">
            <a:extLst>
              <a:ext uri="{FF2B5EF4-FFF2-40B4-BE49-F238E27FC236}">
                <a16:creationId xmlns:a16="http://schemas.microsoft.com/office/drawing/2014/main" id="{B3778F1B-CB16-44C8-72BE-AB327DE6DD59}"/>
              </a:ext>
            </a:extLst>
          </p:cNvPr>
          <p:cNvSpPr>
            <a:spLocks noGrp="1"/>
          </p:cNvSpPr>
          <p:nvPr>
            <p:ph type="body" sz="quarter" idx="14" hasCustomPrompt="1"/>
          </p:nvPr>
        </p:nvSpPr>
        <p:spPr>
          <a:xfrm>
            <a:off x="661975" y="4272609"/>
            <a:ext cx="5680092" cy="125419"/>
          </a:xfrm>
        </p:spPr>
        <p:txBody>
          <a:bodyPr wrap="square" lIns="0" tIns="0" rIns="0" bIns="0">
            <a:spAutoFit/>
          </a:bodyPr>
          <a:lstStyle>
            <a:lvl1pPr marL="0" indent="0">
              <a:buClr>
                <a:schemeClr val="bg2"/>
              </a:buClr>
              <a:buFont typeface="System Font Regular"/>
              <a:buNone/>
              <a:defRPr sz="9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19" name="Chart Placeholder 3">
            <a:extLst>
              <a:ext uri="{FF2B5EF4-FFF2-40B4-BE49-F238E27FC236}">
                <a16:creationId xmlns:a16="http://schemas.microsoft.com/office/drawing/2014/main" id="{3D512C9A-44F3-90A1-6AB6-2126067AD903}"/>
              </a:ext>
            </a:extLst>
          </p:cNvPr>
          <p:cNvSpPr>
            <a:spLocks noGrp="1"/>
          </p:cNvSpPr>
          <p:nvPr>
            <p:ph type="chart" sz="quarter" idx="17"/>
          </p:nvPr>
        </p:nvSpPr>
        <p:spPr>
          <a:xfrm>
            <a:off x="661975" y="2050944"/>
            <a:ext cx="10900651" cy="2047694"/>
          </a:xfrm>
        </p:spPr>
        <p:txBody>
          <a:bodyPr>
            <a:normAutofit/>
          </a:bodyPr>
          <a:lstStyle>
            <a:lvl1pPr marL="0" indent="0">
              <a:buNone/>
              <a:defRPr sz="1200" b="0" i="0">
                <a:solidFill>
                  <a:schemeClr val="bg1"/>
                </a:solidFill>
                <a:latin typeface="+mn-lt"/>
                <a:ea typeface="Red Hat Display" panose="02010303040201060303" pitchFamily="2" charset="0"/>
                <a:cs typeface="Arial" panose="020B0604020202020204" pitchFamily="34" charset="0"/>
              </a:defRPr>
            </a:lvl1pPr>
          </a:lstStyle>
          <a:p>
            <a:r>
              <a:rPr lang="en-US"/>
              <a:t>Click icon to add chart</a:t>
            </a:r>
            <a:endParaRPr lang="en-US" dirty="0"/>
          </a:p>
        </p:txBody>
      </p:sp>
      <p:sp>
        <p:nvSpPr>
          <p:cNvPr id="3" name="Picture Placeholder 19">
            <a:extLst>
              <a:ext uri="{FF2B5EF4-FFF2-40B4-BE49-F238E27FC236}">
                <a16:creationId xmlns:a16="http://schemas.microsoft.com/office/drawing/2014/main" id="{A278EDC2-1456-23A6-BEE6-1E7A84B56352}"/>
              </a:ext>
            </a:extLst>
          </p:cNvPr>
          <p:cNvSpPr>
            <a:spLocks noGrp="1"/>
          </p:cNvSpPr>
          <p:nvPr>
            <p:ph type="pic" sz="quarter" idx="13"/>
          </p:nvPr>
        </p:nvSpPr>
        <p:spPr>
          <a:xfrm>
            <a:off x="-1" y="4603203"/>
            <a:ext cx="12192001" cy="2277374"/>
          </a:xfrm>
          <a:solidFill>
            <a:schemeClr val="bg1">
              <a:lumMod val="85000"/>
            </a:schemeClr>
          </a:solidFill>
        </p:spPr>
        <p:txBody>
          <a:bodyPr>
            <a:normAutofit/>
          </a:bodyPr>
          <a:lstStyle>
            <a:lvl1pPr marL="0" indent="0">
              <a:buNone/>
              <a:defRPr sz="100">
                <a:solidFill>
                  <a:schemeClr val="bg1">
                    <a:lumMod val="85000"/>
                  </a:schemeClr>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5" name="Slide Number Placeholder 5">
            <a:extLst>
              <a:ext uri="{FF2B5EF4-FFF2-40B4-BE49-F238E27FC236}">
                <a16:creationId xmlns:a16="http://schemas.microsoft.com/office/drawing/2014/main" id="{421A000A-4D3E-0086-CCB6-7538B4F36777}"/>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Arial" panose="020B0604020202020204" pitchFamily="34" charset="0"/>
                <a:cs typeface="Arial" panose="020B0604020202020204" pitchFamily="34" charset="0"/>
              </a:defRPr>
            </a:lvl1pPr>
          </a:lstStyle>
          <a:p>
            <a:fld id="{73490A59-D3E2-A64D-A2FA-D689A8266F0F}" type="slidenum">
              <a:rPr lang="en-US" smtClean="0"/>
              <a:pPr/>
              <a:t>‹#›</a:t>
            </a:fld>
            <a:endParaRPr lang="en-US" dirty="0"/>
          </a:p>
        </p:txBody>
      </p:sp>
      <p:sp>
        <p:nvSpPr>
          <p:cNvPr id="6" name="Picture Placeholder 5">
            <a:extLst>
              <a:ext uri="{FF2B5EF4-FFF2-40B4-BE49-F238E27FC236}">
                <a16:creationId xmlns:a16="http://schemas.microsoft.com/office/drawing/2014/main" id="{C9F17037-A31A-8EC3-E9CE-B232DE270763}"/>
              </a:ext>
            </a:extLst>
          </p:cNvPr>
          <p:cNvSpPr>
            <a:spLocks noGrp="1"/>
          </p:cNvSpPr>
          <p:nvPr>
            <p:ph type="pic" sz="quarter" idx="18"/>
          </p:nvPr>
        </p:nvSpPr>
        <p:spPr>
          <a:xfrm>
            <a:off x="0" y="6293610"/>
            <a:ext cx="468000" cy="7200"/>
          </a:xfrm>
          <a:solidFill>
            <a:schemeClr val="bg1"/>
          </a:solidFill>
        </p:spPr>
        <p:txBody>
          <a:bodyPr/>
          <a:lstStyle>
            <a:lvl1pPr marL="0" indent="0">
              <a:buNone/>
              <a:defRPr>
                <a:noFill/>
              </a:defRPr>
            </a:lvl1pPr>
          </a:lstStyle>
          <a:p>
            <a:r>
              <a:rPr lang="en-US"/>
              <a:t>Click icon to add picture</a:t>
            </a:r>
            <a:endParaRPr lang="en-US" dirty="0"/>
          </a:p>
        </p:txBody>
      </p:sp>
      <p:sp>
        <p:nvSpPr>
          <p:cNvPr id="9" name="Picture Placeholder 8">
            <a:extLst>
              <a:ext uri="{FF2B5EF4-FFF2-40B4-BE49-F238E27FC236}">
                <a16:creationId xmlns:a16="http://schemas.microsoft.com/office/drawing/2014/main" id="{8BDB9910-7001-436D-5810-2DDD1C23C918}"/>
              </a:ext>
            </a:extLst>
          </p:cNvPr>
          <p:cNvSpPr>
            <a:spLocks noGrp="1"/>
          </p:cNvSpPr>
          <p:nvPr>
            <p:ph type="pic" sz="quarter" idx="20"/>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4261084337"/>
      </p:ext>
    </p:extLst>
  </p:cSld>
  <p:clrMapOvr>
    <a:masterClrMapping/>
  </p:clrMapOvr>
  <p:transition spd="slow">
    <p:wipe dir="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ark_Chart_1/3_Hori_Image_V2">
    <p:bg>
      <p:bgPr>
        <a:solidFill>
          <a:schemeClr val="tx1"/>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E6939A66-B81B-F712-7934-C81E867BA988}"/>
              </a:ext>
            </a:extLst>
          </p:cNvPr>
          <p:cNvSpPr>
            <a:spLocks noGrp="1"/>
          </p:cNvSpPr>
          <p:nvPr>
            <p:ph type="body" sz="quarter" idx="10" hasCustomPrompt="1"/>
          </p:nvPr>
        </p:nvSpPr>
        <p:spPr>
          <a:xfrm>
            <a:off x="661975" y="525188"/>
            <a:ext cx="6379387"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0" name="Text Placeholder 4">
            <a:extLst>
              <a:ext uri="{FF2B5EF4-FFF2-40B4-BE49-F238E27FC236}">
                <a16:creationId xmlns:a16="http://schemas.microsoft.com/office/drawing/2014/main" id="{174622A6-E698-2582-1C15-BDBE7578254B}"/>
              </a:ext>
            </a:extLst>
          </p:cNvPr>
          <p:cNvSpPr>
            <a:spLocks noGrp="1"/>
          </p:cNvSpPr>
          <p:nvPr>
            <p:ph type="body" sz="quarter" idx="11" hasCustomPrompt="1"/>
          </p:nvPr>
        </p:nvSpPr>
        <p:spPr>
          <a:xfrm>
            <a:off x="661975" y="903702"/>
            <a:ext cx="6379387"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11" name="Text Placeholder 4">
            <a:extLst>
              <a:ext uri="{FF2B5EF4-FFF2-40B4-BE49-F238E27FC236}">
                <a16:creationId xmlns:a16="http://schemas.microsoft.com/office/drawing/2014/main" id="{92097640-DF3D-B2F0-AC28-9822ED70697D}"/>
              </a:ext>
            </a:extLst>
          </p:cNvPr>
          <p:cNvSpPr>
            <a:spLocks noGrp="1"/>
          </p:cNvSpPr>
          <p:nvPr>
            <p:ph type="body" sz="quarter" idx="14" hasCustomPrompt="1"/>
          </p:nvPr>
        </p:nvSpPr>
        <p:spPr>
          <a:xfrm>
            <a:off x="691471" y="4272609"/>
            <a:ext cx="5680092" cy="125419"/>
          </a:xfrm>
        </p:spPr>
        <p:txBody>
          <a:bodyPr wrap="square" lIns="0" tIns="0" rIns="0" bIns="0">
            <a:spAutoFit/>
          </a:bodyPr>
          <a:lstStyle>
            <a:lvl1pPr marL="0" indent="0">
              <a:buClr>
                <a:schemeClr val="bg2"/>
              </a:buClr>
              <a:buFont typeface="System Font Regular"/>
              <a:buNone/>
              <a:defRPr sz="9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12" name="Chart Placeholder 3">
            <a:extLst>
              <a:ext uri="{FF2B5EF4-FFF2-40B4-BE49-F238E27FC236}">
                <a16:creationId xmlns:a16="http://schemas.microsoft.com/office/drawing/2014/main" id="{BDA73BCA-13A7-C699-F913-786774CE6E8A}"/>
              </a:ext>
            </a:extLst>
          </p:cNvPr>
          <p:cNvSpPr>
            <a:spLocks noGrp="1"/>
          </p:cNvSpPr>
          <p:nvPr>
            <p:ph type="chart" sz="quarter" idx="17"/>
          </p:nvPr>
        </p:nvSpPr>
        <p:spPr>
          <a:xfrm>
            <a:off x="661975" y="2050944"/>
            <a:ext cx="10900651" cy="2047694"/>
          </a:xfrm>
        </p:spPr>
        <p:txBody>
          <a:bodyPr>
            <a:normAutofit/>
          </a:bodyPr>
          <a:lstStyle>
            <a:lvl1pPr marL="0" indent="0">
              <a:buNone/>
              <a:defRPr sz="1200" b="0" i="0">
                <a:solidFill>
                  <a:schemeClr val="bg1"/>
                </a:solidFill>
                <a:latin typeface="+mn-lt"/>
                <a:ea typeface="Red Hat Display" panose="02010303040201060303" pitchFamily="2" charset="0"/>
                <a:cs typeface="Arial" panose="020B0604020202020204" pitchFamily="34" charset="0"/>
              </a:defRPr>
            </a:lvl1pPr>
          </a:lstStyle>
          <a:p>
            <a:r>
              <a:rPr lang="en-US"/>
              <a:t>Click icon to add chart</a:t>
            </a:r>
            <a:endParaRPr lang="en-US" dirty="0"/>
          </a:p>
        </p:txBody>
      </p:sp>
      <p:sp>
        <p:nvSpPr>
          <p:cNvPr id="3" name="Picture Placeholder 19">
            <a:extLst>
              <a:ext uri="{FF2B5EF4-FFF2-40B4-BE49-F238E27FC236}">
                <a16:creationId xmlns:a16="http://schemas.microsoft.com/office/drawing/2014/main" id="{9F5DB196-48A7-1AAF-2D5A-76F517428F2B}"/>
              </a:ext>
            </a:extLst>
          </p:cNvPr>
          <p:cNvSpPr>
            <a:spLocks noGrp="1"/>
          </p:cNvSpPr>
          <p:nvPr>
            <p:ph type="pic" sz="quarter" idx="13"/>
          </p:nvPr>
        </p:nvSpPr>
        <p:spPr>
          <a:xfrm>
            <a:off x="-1" y="4603203"/>
            <a:ext cx="12192001" cy="2277374"/>
          </a:xfrm>
          <a:solidFill>
            <a:schemeClr val="bg1">
              <a:lumMod val="85000"/>
            </a:schemeClr>
          </a:solidFill>
        </p:spPr>
        <p:txBody>
          <a:bodyPr>
            <a:normAutofit/>
          </a:bodyPr>
          <a:lstStyle>
            <a:lvl1pPr marL="0" indent="0">
              <a:buNone/>
              <a:defRPr sz="100">
                <a:solidFill>
                  <a:schemeClr val="bg1">
                    <a:lumMod val="85000"/>
                  </a:schemeClr>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5" name="Slide Number Placeholder 5">
            <a:extLst>
              <a:ext uri="{FF2B5EF4-FFF2-40B4-BE49-F238E27FC236}">
                <a16:creationId xmlns:a16="http://schemas.microsoft.com/office/drawing/2014/main" id="{D5C9CFF2-1928-190B-94DA-62286742EC31}"/>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Arial" panose="020B0604020202020204" pitchFamily="34" charset="0"/>
                <a:cs typeface="Arial" panose="020B0604020202020204" pitchFamily="34" charset="0"/>
              </a:defRPr>
            </a:lvl1pPr>
          </a:lstStyle>
          <a:p>
            <a:fld id="{73490A59-D3E2-A64D-A2FA-D689A8266F0F}" type="slidenum">
              <a:rPr lang="en-US" smtClean="0"/>
              <a:pPr/>
              <a:t>‹#›</a:t>
            </a:fld>
            <a:endParaRPr lang="en-US" dirty="0"/>
          </a:p>
        </p:txBody>
      </p:sp>
      <p:sp>
        <p:nvSpPr>
          <p:cNvPr id="6" name="Picture Placeholder 5">
            <a:extLst>
              <a:ext uri="{FF2B5EF4-FFF2-40B4-BE49-F238E27FC236}">
                <a16:creationId xmlns:a16="http://schemas.microsoft.com/office/drawing/2014/main" id="{B8B3048F-1142-2C5B-608C-6CBD388C3583}"/>
              </a:ext>
            </a:extLst>
          </p:cNvPr>
          <p:cNvSpPr>
            <a:spLocks noGrp="1"/>
          </p:cNvSpPr>
          <p:nvPr>
            <p:ph type="pic" sz="quarter" idx="18"/>
          </p:nvPr>
        </p:nvSpPr>
        <p:spPr>
          <a:xfrm>
            <a:off x="0" y="6293610"/>
            <a:ext cx="468000" cy="7200"/>
          </a:xfrm>
          <a:solidFill>
            <a:schemeClr val="bg1"/>
          </a:solidFill>
        </p:spPr>
        <p:txBody>
          <a:bodyPr/>
          <a:lstStyle>
            <a:lvl1pPr marL="0" indent="0">
              <a:buNone/>
              <a:defRPr>
                <a:noFill/>
              </a:defRPr>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FB7FBB7E-9974-F803-EBBC-B940D15B5199}"/>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1353950328"/>
      </p:ext>
    </p:extLst>
  </p:cSld>
  <p:clrMapOvr>
    <a:masterClrMapping/>
  </p:clrMapOvr>
  <p:transition spd="slow">
    <p:wipe dir="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Light_Chart_1/3_Hori_Image_V1">
    <p:bg>
      <p:bgPr>
        <a:solidFill>
          <a:schemeClr val="bg1"/>
        </a:solidFill>
        <a:effectLst/>
      </p:bgPr>
    </p:bg>
    <p:spTree>
      <p:nvGrpSpPr>
        <p:cNvPr id="1" name=""/>
        <p:cNvGrpSpPr/>
        <p:nvPr/>
      </p:nvGrpSpPr>
      <p:grpSpPr>
        <a:xfrm>
          <a:off x="0" y="0"/>
          <a:ext cx="0" cy="0"/>
          <a:chOff x="0" y="0"/>
          <a:chExt cx="0" cy="0"/>
        </a:xfrm>
      </p:grpSpPr>
      <p:sp>
        <p:nvSpPr>
          <p:cNvPr id="8" name="Text Placeholder 4">
            <a:extLst>
              <a:ext uri="{FF2B5EF4-FFF2-40B4-BE49-F238E27FC236}">
                <a16:creationId xmlns:a16="http://schemas.microsoft.com/office/drawing/2014/main" id="{D4210F30-2A2D-C1DB-3FF5-A5D35974E683}"/>
              </a:ext>
            </a:extLst>
          </p:cNvPr>
          <p:cNvSpPr>
            <a:spLocks noGrp="1"/>
          </p:cNvSpPr>
          <p:nvPr>
            <p:ph type="body" sz="quarter" idx="10" hasCustomPrompt="1"/>
          </p:nvPr>
        </p:nvSpPr>
        <p:spPr>
          <a:xfrm>
            <a:off x="661975" y="525188"/>
            <a:ext cx="6379387"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9" name="Text Placeholder 4">
            <a:extLst>
              <a:ext uri="{FF2B5EF4-FFF2-40B4-BE49-F238E27FC236}">
                <a16:creationId xmlns:a16="http://schemas.microsoft.com/office/drawing/2014/main" id="{7FD1135C-5739-1D0F-7083-0C30B945E4BA}"/>
              </a:ext>
            </a:extLst>
          </p:cNvPr>
          <p:cNvSpPr>
            <a:spLocks noGrp="1"/>
          </p:cNvSpPr>
          <p:nvPr>
            <p:ph type="body" sz="quarter" idx="11" hasCustomPrompt="1"/>
          </p:nvPr>
        </p:nvSpPr>
        <p:spPr>
          <a:xfrm>
            <a:off x="661975" y="903702"/>
            <a:ext cx="6379387"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11" name="Text Placeholder 4">
            <a:extLst>
              <a:ext uri="{FF2B5EF4-FFF2-40B4-BE49-F238E27FC236}">
                <a16:creationId xmlns:a16="http://schemas.microsoft.com/office/drawing/2014/main" id="{502FF18F-92A8-CBB5-B614-D170D54FA376}"/>
              </a:ext>
            </a:extLst>
          </p:cNvPr>
          <p:cNvSpPr>
            <a:spLocks noGrp="1"/>
          </p:cNvSpPr>
          <p:nvPr>
            <p:ph type="body" sz="quarter" idx="14" hasCustomPrompt="1"/>
          </p:nvPr>
        </p:nvSpPr>
        <p:spPr>
          <a:xfrm>
            <a:off x="661975" y="4272609"/>
            <a:ext cx="5680092" cy="125419"/>
          </a:xfrm>
        </p:spPr>
        <p:txBody>
          <a:bodyPr wrap="square" lIns="0" tIns="0" rIns="0" bIns="0">
            <a:spAutoFit/>
          </a:bodyPr>
          <a:lstStyle>
            <a:lvl1pPr marL="0" indent="0">
              <a:buClr>
                <a:schemeClr val="bg2"/>
              </a:buClr>
              <a:buFont typeface="System Font Regular"/>
              <a:buNone/>
              <a:defRPr sz="9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12" name="Chart Placeholder 3">
            <a:extLst>
              <a:ext uri="{FF2B5EF4-FFF2-40B4-BE49-F238E27FC236}">
                <a16:creationId xmlns:a16="http://schemas.microsoft.com/office/drawing/2014/main" id="{16EC702A-A646-4681-41AA-B62233EA1533}"/>
              </a:ext>
            </a:extLst>
          </p:cNvPr>
          <p:cNvSpPr>
            <a:spLocks noGrp="1"/>
          </p:cNvSpPr>
          <p:nvPr>
            <p:ph type="chart" sz="quarter" idx="17"/>
          </p:nvPr>
        </p:nvSpPr>
        <p:spPr>
          <a:xfrm>
            <a:off x="661975" y="2050943"/>
            <a:ext cx="10900651" cy="2080357"/>
          </a:xfrm>
        </p:spPr>
        <p:txBody>
          <a:bodyPr>
            <a:normAutofit/>
          </a:bodyPr>
          <a:lstStyle>
            <a:lvl1pPr marL="0" indent="0">
              <a:buNone/>
              <a:defRPr sz="1200" b="0" i="0">
                <a:solidFill>
                  <a:schemeClr val="tx1"/>
                </a:solidFill>
                <a:latin typeface="+mn-lt"/>
                <a:ea typeface="Red Hat Display" panose="02010303040201060303" pitchFamily="2" charset="0"/>
                <a:cs typeface="Arial" panose="020B0604020202020204" pitchFamily="34" charset="0"/>
              </a:defRPr>
            </a:lvl1pPr>
          </a:lstStyle>
          <a:p>
            <a:r>
              <a:rPr lang="en-US"/>
              <a:t>Click icon to add chart</a:t>
            </a:r>
            <a:endParaRPr lang="en-US" dirty="0"/>
          </a:p>
        </p:txBody>
      </p:sp>
      <p:sp>
        <p:nvSpPr>
          <p:cNvPr id="3" name="Picture Placeholder 19">
            <a:extLst>
              <a:ext uri="{FF2B5EF4-FFF2-40B4-BE49-F238E27FC236}">
                <a16:creationId xmlns:a16="http://schemas.microsoft.com/office/drawing/2014/main" id="{8C632127-BAE0-BED5-8520-ED42AE445C95}"/>
              </a:ext>
            </a:extLst>
          </p:cNvPr>
          <p:cNvSpPr>
            <a:spLocks noGrp="1"/>
          </p:cNvSpPr>
          <p:nvPr>
            <p:ph type="pic" sz="quarter" idx="13"/>
          </p:nvPr>
        </p:nvSpPr>
        <p:spPr>
          <a:xfrm>
            <a:off x="-1" y="4603203"/>
            <a:ext cx="12192001" cy="2277374"/>
          </a:xfrm>
          <a:solidFill>
            <a:schemeClr val="bg1">
              <a:lumMod val="85000"/>
            </a:schemeClr>
          </a:solidFill>
        </p:spPr>
        <p:txBody>
          <a:bodyPr>
            <a:normAutofit/>
          </a:bodyPr>
          <a:lstStyle>
            <a:lvl1pPr marL="0" indent="0">
              <a:buNone/>
              <a:defRPr sz="100">
                <a:solidFill>
                  <a:schemeClr val="bg1">
                    <a:lumMod val="85000"/>
                  </a:schemeClr>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5" name="Slide Number Placeholder 5">
            <a:extLst>
              <a:ext uri="{FF2B5EF4-FFF2-40B4-BE49-F238E27FC236}">
                <a16:creationId xmlns:a16="http://schemas.microsoft.com/office/drawing/2014/main" id="{3852CA0C-102E-CFDA-5088-7A41921ED2EC}"/>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Arial" panose="020B0604020202020204" pitchFamily="34" charset="0"/>
                <a:cs typeface="Arial" panose="020B0604020202020204" pitchFamily="34" charset="0"/>
              </a:defRPr>
            </a:lvl1pPr>
          </a:lstStyle>
          <a:p>
            <a:fld id="{73490A59-D3E2-A64D-A2FA-D689A8266F0F}" type="slidenum">
              <a:rPr lang="en-US" smtClean="0"/>
              <a:pPr/>
              <a:t>‹#›</a:t>
            </a:fld>
            <a:endParaRPr lang="en-US" dirty="0"/>
          </a:p>
        </p:txBody>
      </p:sp>
      <p:sp>
        <p:nvSpPr>
          <p:cNvPr id="6" name="Picture Placeholder 5">
            <a:extLst>
              <a:ext uri="{FF2B5EF4-FFF2-40B4-BE49-F238E27FC236}">
                <a16:creationId xmlns:a16="http://schemas.microsoft.com/office/drawing/2014/main" id="{03F2DCC4-B1AA-3EB5-858E-8F995BD11D52}"/>
              </a:ext>
            </a:extLst>
          </p:cNvPr>
          <p:cNvSpPr>
            <a:spLocks noGrp="1"/>
          </p:cNvSpPr>
          <p:nvPr>
            <p:ph type="pic" sz="quarter" idx="18"/>
          </p:nvPr>
        </p:nvSpPr>
        <p:spPr>
          <a:xfrm>
            <a:off x="0" y="6293610"/>
            <a:ext cx="468000" cy="7200"/>
          </a:xfrm>
          <a:solidFill>
            <a:schemeClr val="bg1"/>
          </a:solidFill>
        </p:spPr>
        <p:txBody>
          <a:bodyPr/>
          <a:lstStyle>
            <a:lvl1pPr marL="0" indent="0">
              <a:buNone/>
              <a:defRPr>
                <a:noFill/>
              </a:defRPr>
            </a:lvl1pPr>
          </a:lstStyle>
          <a:p>
            <a:r>
              <a:rPr lang="en-US"/>
              <a:t>Click icon to add picture</a:t>
            </a:r>
            <a:endParaRPr lang="en-US" dirty="0"/>
          </a:p>
        </p:txBody>
      </p:sp>
      <p:sp>
        <p:nvSpPr>
          <p:cNvPr id="13" name="Picture Placeholder 8">
            <a:extLst>
              <a:ext uri="{FF2B5EF4-FFF2-40B4-BE49-F238E27FC236}">
                <a16:creationId xmlns:a16="http://schemas.microsoft.com/office/drawing/2014/main" id="{D77BF91C-B32B-1697-E945-CC1EA1F84B01}"/>
              </a:ext>
            </a:extLst>
          </p:cNvPr>
          <p:cNvSpPr>
            <a:spLocks noGrp="1"/>
          </p:cNvSpPr>
          <p:nvPr>
            <p:ph type="pic" sz="quarter" idx="20"/>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3310832805"/>
      </p:ext>
    </p:extLst>
  </p:cSld>
  <p:clrMapOvr>
    <a:masterClrMapping/>
  </p:clrMapOvr>
  <p:transition spd="slow">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Light_Chart_1/3_Hori_Image_V2">
    <p:bg>
      <p:bgPr>
        <a:solidFill>
          <a:schemeClr val="bg1"/>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BF9DBB18-9B36-9AD6-67C3-5B94516C5C77}"/>
              </a:ext>
            </a:extLst>
          </p:cNvPr>
          <p:cNvSpPr>
            <a:spLocks noGrp="1"/>
          </p:cNvSpPr>
          <p:nvPr>
            <p:ph type="body" sz="quarter" idx="10" hasCustomPrompt="1"/>
          </p:nvPr>
        </p:nvSpPr>
        <p:spPr>
          <a:xfrm>
            <a:off x="661975" y="525188"/>
            <a:ext cx="6379387"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0" name="Text Placeholder 4">
            <a:extLst>
              <a:ext uri="{FF2B5EF4-FFF2-40B4-BE49-F238E27FC236}">
                <a16:creationId xmlns:a16="http://schemas.microsoft.com/office/drawing/2014/main" id="{14357B41-8520-1919-069B-32B895F2A6F5}"/>
              </a:ext>
            </a:extLst>
          </p:cNvPr>
          <p:cNvSpPr>
            <a:spLocks noGrp="1"/>
          </p:cNvSpPr>
          <p:nvPr>
            <p:ph type="body" sz="quarter" idx="11" hasCustomPrompt="1"/>
          </p:nvPr>
        </p:nvSpPr>
        <p:spPr>
          <a:xfrm>
            <a:off x="661975" y="903702"/>
            <a:ext cx="6379387"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11" name="Text Placeholder 4">
            <a:extLst>
              <a:ext uri="{FF2B5EF4-FFF2-40B4-BE49-F238E27FC236}">
                <a16:creationId xmlns:a16="http://schemas.microsoft.com/office/drawing/2014/main" id="{142CEDD9-D5A1-8044-4DF1-C6A0FF4E2824}"/>
              </a:ext>
            </a:extLst>
          </p:cNvPr>
          <p:cNvSpPr>
            <a:spLocks noGrp="1"/>
          </p:cNvSpPr>
          <p:nvPr>
            <p:ph type="body" sz="quarter" idx="14" hasCustomPrompt="1"/>
          </p:nvPr>
        </p:nvSpPr>
        <p:spPr>
          <a:xfrm>
            <a:off x="661975" y="4272609"/>
            <a:ext cx="5680092" cy="125419"/>
          </a:xfrm>
        </p:spPr>
        <p:txBody>
          <a:bodyPr wrap="square" lIns="0" tIns="0" rIns="0" bIns="0">
            <a:spAutoFit/>
          </a:bodyPr>
          <a:lstStyle>
            <a:lvl1pPr marL="0" indent="0">
              <a:buClr>
                <a:schemeClr val="bg2"/>
              </a:buClr>
              <a:buFont typeface="System Font Regular"/>
              <a:buNone/>
              <a:defRPr sz="9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12" name="Chart Placeholder 3">
            <a:extLst>
              <a:ext uri="{FF2B5EF4-FFF2-40B4-BE49-F238E27FC236}">
                <a16:creationId xmlns:a16="http://schemas.microsoft.com/office/drawing/2014/main" id="{53EFB5E0-4C0A-0E2D-D578-EF929A2A060E}"/>
              </a:ext>
            </a:extLst>
          </p:cNvPr>
          <p:cNvSpPr>
            <a:spLocks noGrp="1"/>
          </p:cNvSpPr>
          <p:nvPr>
            <p:ph type="chart" sz="quarter" idx="17"/>
          </p:nvPr>
        </p:nvSpPr>
        <p:spPr>
          <a:xfrm>
            <a:off x="661975" y="2050944"/>
            <a:ext cx="10900651" cy="2047694"/>
          </a:xfrm>
        </p:spPr>
        <p:txBody>
          <a:bodyPr>
            <a:normAutofit/>
          </a:bodyPr>
          <a:lstStyle>
            <a:lvl1pPr marL="0" indent="0">
              <a:buNone/>
              <a:defRPr sz="1200" b="0" i="0">
                <a:solidFill>
                  <a:schemeClr val="tx1"/>
                </a:solidFill>
                <a:latin typeface="+mn-lt"/>
                <a:ea typeface="Red Hat Display" panose="02010303040201060303" pitchFamily="2" charset="0"/>
                <a:cs typeface="Arial" panose="020B0604020202020204" pitchFamily="34" charset="0"/>
              </a:defRPr>
            </a:lvl1pPr>
          </a:lstStyle>
          <a:p>
            <a:r>
              <a:rPr lang="en-US"/>
              <a:t>Click icon to add chart</a:t>
            </a:r>
            <a:endParaRPr lang="en-US" dirty="0"/>
          </a:p>
        </p:txBody>
      </p:sp>
      <p:sp>
        <p:nvSpPr>
          <p:cNvPr id="4" name="Picture Placeholder 19">
            <a:extLst>
              <a:ext uri="{FF2B5EF4-FFF2-40B4-BE49-F238E27FC236}">
                <a16:creationId xmlns:a16="http://schemas.microsoft.com/office/drawing/2014/main" id="{3E0C5FD5-3CDA-8EEC-6C79-B07D111E956E}"/>
              </a:ext>
            </a:extLst>
          </p:cNvPr>
          <p:cNvSpPr>
            <a:spLocks noGrp="1"/>
          </p:cNvSpPr>
          <p:nvPr>
            <p:ph type="pic" sz="quarter" idx="13"/>
          </p:nvPr>
        </p:nvSpPr>
        <p:spPr>
          <a:xfrm>
            <a:off x="-1" y="4603203"/>
            <a:ext cx="12192001" cy="2277374"/>
          </a:xfrm>
          <a:solidFill>
            <a:schemeClr val="bg1">
              <a:lumMod val="85000"/>
            </a:schemeClr>
          </a:solidFill>
        </p:spPr>
        <p:txBody>
          <a:bodyPr>
            <a:normAutofit/>
          </a:bodyPr>
          <a:lstStyle>
            <a:lvl1pPr marL="0" indent="0">
              <a:buNone/>
              <a:defRPr sz="100">
                <a:solidFill>
                  <a:schemeClr val="bg1">
                    <a:lumMod val="85000"/>
                  </a:schemeClr>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5" name="Slide Number Placeholder 5">
            <a:extLst>
              <a:ext uri="{FF2B5EF4-FFF2-40B4-BE49-F238E27FC236}">
                <a16:creationId xmlns:a16="http://schemas.microsoft.com/office/drawing/2014/main" id="{2062458D-EA6E-FF05-0976-E6DBBF898993}"/>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Arial" panose="020B0604020202020204" pitchFamily="34" charset="0"/>
                <a:cs typeface="Arial" panose="020B0604020202020204" pitchFamily="34" charset="0"/>
              </a:defRPr>
            </a:lvl1pPr>
          </a:lstStyle>
          <a:p>
            <a:fld id="{73490A59-D3E2-A64D-A2FA-D689A8266F0F}" type="slidenum">
              <a:rPr lang="en-US" smtClean="0"/>
              <a:pPr/>
              <a:t>‹#›</a:t>
            </a:fld>
            <a:endParaRPr lang="en-US" dirty="0"/>
          </a:p>
        </p:txBody>
      </p:sp>
      <p:sp>
        <p:nvSpPr>
          <p:cNvPr id="6" name="Picture Placeholder 5">
            <a:extLst>
              <a:ext uri="{FF2B5EF4-FFF2-40B4-BE49-F238E27FC236}">
                <a16:creationId xmlns:a16="http://schemas.microsoft.com/office/drawing/2014/main" id="{6263011F-C7AE-D540-7987-150C128E9495}"/>
              </a:ext>
            </a:extLst>
          </p:cNvPr>
          <p:cNvSpPr>
            <a:spLocks noGrp="1"/>
          </p:cNvSpPr>
          <p:nvPr>
            <p:ph type="pic" sz="quarter" idx="18"/>
          </p:nvPr>
        </p:nvSpPr>
        <p:spPr>
          <a:xfrm>
            <a:off x="0" y="6293610"/>
            <a:ext cx="468000" cy="7200"/>
          </a:xfrm>
          <a:solidFill>
            <a:schemeClr val="bg1"/>
          </a:solidFill>
        </p:spPr>
        <p:txBody>
          <a:bodyPr/>
          <a:lstStyle>
            <a:lvl1pPr marL="0" indent="0">
              <a:buNone/>
              <a:defRPr>
                <a:noFill/>
              </a:defRPr>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6EAA8B67-BD9A-691D-225E-38140A2B059C}"/>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4067676013"/>
      </p:ext>
    </p:extLst>
  </p:cSld>
  <p:clrMapOvr>
    <a:masterClrMapping/>
  </p:clrMapOvr>
  <p:transition spd="slow">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ark_Copy_1/2_Hori_Image_V1">
    <p:bg>
      <p:bgPr>
        <a:solidFill>
          <a:schemeClr val="tx1"/>
        </a:solidFill>
        <a:effectLst/>
      </p:bgPr>
    </p:bg>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D9855CDD-ED83-31C6-9E9A-75C05D0CC95A}"/>
              </a:ext>
            </a:extLst>
          </p:cNvPr>
          <p:cNvSpPr>
            <a:spLocks noGrp="1"/>
          </p:cNvSpPr>
          <p:nvPr>
            <p:ph type="body" sz="quarter" idx="10" hasCustomPrompt="1"/>
          </p:nvPr>
        </p:nvSpPr>
        <p:spPr>
          <a:xfrm>
            <a:off x="661975" y="525188"/>
            <a:ext cx="6379387"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6" name="Text Placeholder 4">
            <a:extLst>
              <a:ext uri="{FF2B5EF4-FFF2-40B4-BE49-F238E27FC236}">
                <a16:creationId xmlns:a16="http://schemas.microsoft.com/office/drawing/2014/main" id="{AAB36665-0497-B72F-A182-D4C8F8EEA253}"/>
              </a:ext>
            </a:extLst>
          </p:cNvPr>
          <p:cNvSpPr>
            <a:spLocks noGrp="1"/>
          </p:cNvSpPr>
          <p:nvPr>
            <p:ph type="body" sz="quarter" idx="11" hasCustomPrompt="1"/>
          </p:nvPr>
        </p:nvSpPr>
        <p:spPr>
          <a:xfrm>
            <a:off x="661975" y="903702"/>
            <a:ext cx="6379387"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17" name="Text Placeholder 4">
            <a:extLst>
              <a:ext uri="{FF2B5EF4-FFF2-40B4-BE49-F238E27FC236}">
                <a16:creationId xmlns:a16="http://schemas.microsoft.com/office/drawing/2014/main" id="{8F6F1962-4F42-46C8-F54C-26CAE7DA2613}"/>
              </a:ext>
            </a:extLst>
          </p:cNvPr>
          <p:cNvSpPr>
            <a:spLocks noGrp="1"/>
          </p:cNvSpPr>
          <p:nvPr>
            <p:ph type="body" sz="quarter" idx="15"/>
          </p:nvPr>
        </p:nvSpPr>
        <p:spPr>
          <a:xfrm>
            <a:off x="661975" y="2048647"/>
            <a:ext cx="10900651" cy="1264824"/>
          </a:xfrm>
        </p:spPr>
        <p:txBody>
          <a:bodyPr wrap="square" lIns="0" tIns="0" rIns="0" bIns="0">
            <a:noAutofit/>
          </a:bodyPr>
          <a:lstStyle>
            <a:lvl1pPr marL="285750" indent="-285750">
              <a:buClr>
                <a:schemeClr val="accent2"/>
              </a:buClr>
              <a:buFont typeface="System Font Regular"/>
              <a:buChar char="&gt;"/>
              <a:defRPr sz="2300" b="0" i="0" cap="none" baseline="0">
                <a:solidFill>
                  <a:schemeClr val="bg1"/>
                </a:solidFill>
                <a:latin typeface="+mn-lt"/>
                <a:ea typeface="Red Hat Display" panose="02010303040201060303" pitchFamily="2" charset="0"/>
                <a:cs typeface="Arial" panose="020B0604020202020204" pitchFamily="34" charset="0"/>
              </a:defRPr>
            </a:lvl1pPr>
            <a:lvl2pPr marL="628650" indent="-285750">
              <a:buClr>
                <a:schemeClr val="accent2"/>
              </a:buClr>
              <a:buFont typeface="Arial" panose="020B0604020202020204" pitchFamily="34" charset="0"/>
              <a:buChar char="•"/>
              <a:defRPr sz="2000" b="0" i="0" cap="none" baseline="0">
                <a:solidFill>
                  <a:schemeClr val="bg1"/>
                </a:solidFill>
                <a:latin typeface="+mn-lt"/>
                <a:ea typeface="Red Hat Display" panose="02010303040201060303" pitchFamily="2" charset="0"/>
                <a:cs typeface="Arial" panose="020B0604020202020204" pitchFamily="34" charset="0"/>
              </a:defRPr>
            </a:lvl2pPr>
            <a:lvl3pPr marL="1069975" indent="-384175">
              <a:buClr>
                <a:schemeClr val="accent2"/>
              </a:buClr>
              <a:buFont typeface="System Font Regular"/>
              <a:buChar char="–"/>
              <a:tabLst/>
              <a:defRPr sz="1800" b="0" i="0" cap="none" baseline="0">
                <a:solidFill>
                  <a:schemeClr val="bg1"/>
                </a:solidFill>
                <a:latin typeface="+mn-lt"/>
                <a:ea typeface="Red Hat Display" panose="02010303040201060303" pitchFamily="2" charset="0"/>
                <a:cs typeface="Arial" panose="020B0604020202020204" pitchFamily="34" charset="0"/>
              </a:defRPr>
            </a:lvl3pPr>
            <a:lvl4pPr marL="1430338" indent="-285750">
              <a:buClr>
                <a:schemeClr val="accent2"/>
              </a:buClr>
              <a:buFont typeface="System Font Regular"/>
              <a:buChar char="–"/>
              <a:tabLst/>
              <a:defRPr sz="23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916113" indent="-273050">
              <a:buClr>
                <a:schemeClr val="accent2"/>
              </a:buClr>
              <a:buFont typeface="System Font Regular"/>
              <a:buChar char="–"/>
              <a:tabLst/>
              <a:defRPr sz="23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US"/>
              <a:t>Click to edit Master text styles</a:t>
            </a:r>
          </a:p>
          <a:p>
            <a:pPr lvl="1"/>
            <a:r>
              <a:rPr lang="en-US"/>
              <a:t>Second level</a:t>
            </a:r>
          </a:p>
          <a:p>
            <a:pPr lvl="2"/>
            <a:r>
              <a:rPr lang="en-US"/>
              <a:t>Third level</a:t>
            </a:r>
          </a:p>
        </p:txBody>
      </p:sp>
      <p:sp>
        <p:nvSpPr>
          <p:cNvPr id="2" name="Picture Placeholder 19">
            <a:extLst>
              <a:ext uri="{FF2B5EF4-FFF2-40B4-BE49-F238E27FC236}">
                <a16:creationId xmlns:a16="http://schemas.microsoft.com/office/drawing/2014/main" id="{CB57E121-BF01-946A-BA5A-A9169D363BE4}"/>
              </a:ext>
            </a:extLst>
          </p:cNvPr>
          <p:cNvSpPr>
            <a:spLocks noGrp="1"/>
          </p:cNvSpPr>
          <p:nvPr>
            <p:ph type="pic" sz="quarter" idx="13"/>
          </p:nvPr>
        </p:nvSpPr>
        <p:spPr>
          <a:xfrm>
            <a:off x="-1" y="3468720"/>
            <a:ext cx="12192001" cy="3428999"/>
          </a:xfrm>
          <a:solidFill>
            <a:schemeClr val="bg1">
              <a:lumMod val="85000"/>
            </a:schemeClr>
          </a:solidFill>
        </p:spPr>
        <p:txBody>
          <a:bodyPr>
            <a:normAutofit/>
          </a:bodyPr>
          <a:lstStyle>
            <a:lvl1pPr marL="0" indent="0">
              <a:buNone/>
              <a:defRPr sz="100">
                <a:solidFill>
                  <a:schemeClr val="bg1">
                    <a:lumMod val="85000"/>
                  </a:schemeClr>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Slide Number Placeholder 5">
            <a:extLst>
              <a:ext uri="{FF2B5EF4-FFF2-40B4-BE49-F238E27FC236}">
                <a16:creationId xmlns:a16="http://schemas.microsoft.com/office/drawing/2014/main" id="{EC2160AC-9E1D-395A-41BA-E258BA3130C8}"/>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Arial" panose="020B0604020202020204" pitchFamily="34" charset="0"/>
                <a:cs typeface="Arial" panose="020B0604020202020204" pitchFamily="34" charset="0"/>
              </a:defRPr>
            </a:lvl1pPr>
          </a:lstStyle>
          <a:p>
            <a:fld id="{73490A59-D3E2-A64D-A2FA-D689A8266F0F}" type="slidenum">
              <a:rPr lang="en-US" smtClean="0"/>
              <a:pPr/>
              <a:t>‹#›</a:t>
            </a:fld>
            <a:endParaRPr lang="en-US" dirty="0"/>
          </a:p>
        </p:txBody>
      </p:sp>
      <p:sp>
        <p:nvSpPr>
          <p:cNvPr id="8" name="Picture Placeholder 5">
            <a:extLst>
              <a:ext uri="{FF2B5EF4-FFF2-40B4-BE49-F238E27FC236}">
                <a16:creationId xmlns:a16="http://schemas.microsoft.com/office/drawing/2014/main" id="{529CB5A6-89E0-4B3F-5CDC-A66A01CE0B5E}"/>
              </a:ext>
            </a:extLst>
          </p:cNvPr>
          <p:cNvSpPr>
            <a:spLocks noGrp="1"/>
          </p:cNvSpPr>
          <p:nvPr>
            <p:ph type="pic" sz="quarter" idx="17"/>
          </p:nvPr>
        </p:nvSpPr>
        <p:spPr>
          <a:xfrm>
            <a:off x="0" y="6293610"/>
            <a:ext cx="468000" cy="7200"/>
          </a:xfrm>
          <a:solidFill>
            <a:schemeClr val="bg1"/>
          </a:solidFill>
        </p:spPr>
        <p:txBody>
          <a:bodyPr/>
          <a:lstStyle>
            <a:lvl1pPr marL="0" indent="0">
              <a:buNone/>
              <a:defRPr>
                <a:noFill/>
              </a:defRPr>
            </a:lvl1pPr>
          </a:lstStyle>
          <a:p>
            <a:r>
              <a:rPr lang="en-US"/>
              <a:t>Click icon to add picture</a:t>
            </a:r>
            <a:endParaRPr lang="en-US" dirty="0"/>
          </a:p>
        </p:txBody>
      </p:sp>
      <p:sp>
        <p:nvSpPr>
          <p:cNvPr id="9" name="Picture Placeholder 8">
            <a:extLst>
              <a:ext uri="{FF2B5EF4-FFF2-40B4-BE49-F238E27FC236}">
                <a16:creationId xmlns:a16="http://schemas.microsoft.com/office/drawing/2014/main" id="{83F613FC-F9BF-6754-81C5-7BCF05C1B1AF}"/>
              </a:ext>
            </a:extLst>
          </p:cNvPr>
          <p:cNvSpPr>
            <a:spLocks noGrp="1"/>
          </p:cNvSpPr>
          <p:nvPr>
            <p:ph type="pic" sz="quarter" idx="20"/>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2323013322"/>
      </p:ext>
    </p:extLst>
  </p:cSld>
  <p:clrMapOvr>
    <a:masterClrMapping/>
  </p:clrMapOvr>
  <p:transition spd="slow">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ark_Copy_1/2_Hori_Image_V2">
    <p:bg>
      <p:bgPr>
        <a:solidFill>
          <a:schemeClr val="tx1"/>
        </a:solidFill>
        <a:effectLst/>
      </p:bgPr>
    </p:bg>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D9855CDD-ED83-31C6-9E9A-75C05D0CC95A}"/>
              </a:ext>
            </a:extLst>
          </p:cNvPr>
          <p:cNvSpPr>
            <a:spLocks noGrp="1"/>
          </p:cNvSpPr>
          <p:nvPr>
            <p:ph type="body" sz="quarter" idx="10" hasCustomPrompt="1"/>
          </p:nvPr>
        </p:nvSpPr>
        <p:spPr>
          <a:xfrm>
            <a:off x="661975" y="525188"/>
            <a:ext cx="6379387"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6" name="Text Placeholder 4">
            <a:extLst>
              <a:ext uri="{FF2B5EF4-FFF2-40B4-BE49-F238E27FC236}">
                <a16:creationId xmlns:a16="http://schemas.microsoft.com/office/drawing/2014/main" id="{AAB36665-0497-B72F-A182-D4C8F8EEA253}"/>
              </a:ext>
            </a:extLst>
          </p:cNvPr>
          <p:cNvSpPr>
            <a:spLocks noGrp="1"/>
          </p:cNvSpPr>
          <p:nvPr>
            <p:ph type="body" sz="quarter" idx="11" hasCustomPrompt="1"/>
          </p:nvPr>
        </p:nvSpPr>
        <p:spPr>
          <a:xfrm>
            <a:off x="661975" y="903702"/>
            <a:ext cx="6379387"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17" name="Text Placeholder 4">
            <a:extLst>
              <a:ext uri="{FF2B5EF4-FFF2-40B4-BE49-F238E27FC236}">
                <a16:creationId xmlns:a16="http://schemas.microsoft.com/office/drawing/2014/main" id="{8F6F1962-4F42-46C8-F54C-26CAE7DA2613}"/>
              </a:ext>
            </a:extLst>
          </p:cNvPr>
          <p:cNvSpPr>
            <a:spLocks noGrp="1"/>
          </p:cNvSpPr>
          <p:nvPr>
            <p:ph type="body" sz="quarter" idx="15"/>
          </p:nvPr>
        </p:nvSpPr>
        <p:spPr>
          <a:xfrm>
            <a:off x="661975" y="2048647"/>
            <a:ext cx="10900651" cy="1254992"/>
          </a:xfrm>
        </p:spPr>
        <p:txBody>
          <a:bodyPr wrap="square" lIns="0" tIns="0" rIns="0" bIns="0">
            <a:noAutofit/>
          </a:bodyPr>
          <a:lstStyle>
            <a:lvl1pPr marL="285750" indent="-285750">
              <a:buClr>
                <a:schemeClr val="accent2"/>
              </a:buClr>
              <a:buFont typeface="System Font Regular"/>
              <a:buChar char="&gt;"/>
              <a:defRPr sz="2300" b="0" i="0" cap="none" baseline="0">
                <a:solidFill>
                  <a:schemeClr val="bg1"/>
                </a:solidFill>
                <a:latin typeface="+mn-lt"/>
                <a:ea typeface="Red Hat Display" panose="02010303040201060303" pitchFamily="2" charset="0"/>
                <a:cs typeface="Arial" panose="020B0604020202020204" pitchFamily="34" charset="0"/>
              </a:defRPr>
            </a:lvl1pPr>
            <a:lvl2pPr marL="628650" indent="-285750">
              <a:buClr>
                <a:schemeClr val="accent2"/>
              </a:buClr>
              <a:buFont typeface="Arial" panose="020B0604020202020204" pitchFamily="34" charset="0"/>
              <a:buChar char="•"/>
              <a:defRPr sz="2000" b="0" i="0" cap="none" baseline="0">
                <a:solidFill>
                  <a:schemeClr val="bg1"/>
                </a:solidFill>
                <a:latin typeface="+mn-lt"/>
                <a:ea typeface="Red Hat Display" panose="02010303040201060303" pitchFamily="2" charset="0"/>
                <a:cs typeface="Arial" panose="020B0604020202020204" pitchFamily="34" charset="0"/>
              </a:defRPr>
            </a:lvl2pPr>
            <a:lvl3pPr marL="1069975" indent="-384175">
              <a:buClr>
                <a:schemeClr val="accent2"/>
              </a:buClr>
              <a:buFont typeface="System Font Regular"/>
              <a:buChar char="–"/>
              <a:tabLst/>
              <a:defRPr sz="1800" b="0" i="0" cap="none" baseline="0">
                <a:solidFill>
                  <a:schemeClr val="bg1"/>
                </a:solidFill>
                <a:latin typeface="+mn-lt"/>
                <a:ea typeface="Red Hat Display" panose="02010303040201060303" pitchFamily="2" charset="0"/>
                <a:cs typeface="Arial" panose="020B0604020202020204" pitchFamily="34" charset="0"/>
              </a:defRPr>
            </a:lvl3pPr>
            <a:lvl4pPr marL="1430338" indent="-285750">
              <a:buClr>
                <a:schemeClr val="accent2"/>
              </a:buClr>
              <a:buFont typeface="System Font Regular"/>
              <a:buChar char="–"/>
              <a:tabLst/>
              <a:defRPr sz="23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916113" indent="-273050">
              <a:buClr>
                <a:schemeClr val="accent2"/>
              </a:buClr>
              <a:buFont typeface="System Font Regular"/>
              <a:buChar char="–"/>
              <a:tabLst/>
              <a:defRPr sz="23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US"/>
              <a:t>Click to edit Master text styles</a:t>
            </a:r>
          </a:p>
          <a:p>
            <a:pPr lvl="1"/>
            <a:r>
              <a:rPr lang="en-US"/>
              <a:t>Second level</a:t>
            </a:r>
          </a:p>
          <a:p>
            <a:pPr lvl="2"/>
            <a:r>
              <a:rPr lang="en-US"/>
              <a:t>Third level</a:t>
            </a:r>
          </a:p>
        </p:txBody>
      </p:sp>
      <p:sp>
        <p:nvSpPr>
          <p:cNvPr id="2" name="Picture Placeholder 19">
            <a:extLst>
              <a:ext uri="{FF2B5EF4-FFF2-40B4-BE49-F238E27FC236}">
                <a16:creationId xmlns:a16="http://schemas.microsoft.com/office/drawing/2014/main" id="{E76AB037-CEBB-F036-D08D-AAEEC5659FBC}"/>
              </a:ext>
            </a:extLst>
          </p:cNvPr>
          <p:cNvSpPr>
            <a:spLocks noGrp="1"/>
          </p:cNvSpPr>
          <p:nvPr>
            <p:ph type="pic" sz="quarter" idx="13"/>
          </p:nvPr>
        </p:nvSpPr>
        <p:spPr>
          <a:xfrm>
            <a:off x="-1" y="3468720"/>
            <a:ext cx="12192001" cy="3428999"/>
          </a:xfrm>
          <a:solidFill>
            <a:schemeClr val="bg1">
              <a:lumMod val="85000"/>
            </a:schemeClr>
          </a:solidFill>
        </p:spPr>
        <p:txBody>
          <a:bodyPr>
            <a:normAutofit/>
          </a:bodyPr>
          <a:lstStyle>
            <a:lvl1pPr marL="0" indent="0">
              <a:buNone/>
              <a:defRPr sz="100">
                <a:solidFill>
                  <a:schemeClr val="bg1">
                    <a:lumMod val="85000"/>
                  </a:schemeClr>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Slide Number Placeholder 5">
            <a:extLst>
              <a:ext uri="{FF2B5EF4-FFF2-40B4-BE49-F238E27FC236}">
                <a16:creationId xmlns:a16="http://schemas.microsoft.com/office/drawing/2014/main" id="{E9C77D83-1742-0693-48E4-8595044F25E8}"/>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Arial" panose="020B0604020202020204" pitchFamily="34" charset="0"/>
                <a:cs typeface="Arial" panose="020B0604020202020204" pitchFamily="34" charset="0"/>
              </a:defRPr>
            </a:lvl1pPr>
          </a:lstStyle>
          <a:p>
            <a:fld id="{73490A59-D3E2-A64D-A2FA-D689A8266F0F}" type="slidenum">
              <a:rPr lang="en-US" smtClean="0"/>
              <a:pPr/>
              <a:t>‹#›</a:t>
            </a:fld>
            <a:endParaRPr lang="en-US" dirty="0"/>
          </a:p>
        </p:txBody>
      </p:sp>
      <p:sp>
        <p:nvSpPr>
          <p:cNvPr id="8" name="Picture Placeholder 5">
            <a:extLst>
              <a:ext uri="{FF2B5EF4-FFF2-40B4-BE49-F238E27FC236}">
                <a16:creationId xmlns:a16="http://schemas.microsoft.com/office/drawing/2014/main" id="{264CC2D2-DBE8-23DF-6431-2E274921FE17}"/>
              </a:ext>
            </a:extLst>
          </p:cNvPr>
          <p:cNvSpPr>
            <a:spLocks noGrp="1"/>
          </p:cNvSpPr>
          <p:nvPr>
            <p:ph type="pic" sz="quarter" idx="17"/>
          </p:nvPr>
        </p:nvSpPr>
        <p:spPr>
          <a:xfrm>
            <a:off x="0" y="6293610"/>
            <a:ext cx="468000" cy="7200"/>
          </a:xfrm>
          <a:solidFill>
            <a:schemeClr val="bg1"/>
          </a:solidFill>
        </p:spPr>
        <p:txBody>
          <a:bodyPr/>
          <a:lstStyle>
            <a:lvl1pPr marL="0" indent="0">
              <a:buNone/>
              <a:defRPr>
                <a:noFill/>
              </a:defRPr>
            </a:lvl1pPr>
          </a:lstStyle>
          <a:p>
            <a:r>
              <a:rPr lang="en-US"/>
              <a:t>Click icon to add picture</a:t>
            </a:r>
            <a:endParaRPr lang="en-US" dirty="0"/>
          </a:p>
        </p:txBody>
      </p:sp>
      <p:sp>
        <p:nvSpPr>
          <p:cNvPr id="9" name="Picture Placeholder 8">
            <a:extLst>
              <a:ext uri="{FF2B5EF4-FFF2-40B4-BE49-F238E27FC236}">
                <a16:creationId xmlns:a16="http://schemas.microsoft.com/office/drawing/2014/main" id="{4CE9097A-C277-0CE0-2180-C58A3C0D4131}"/>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1080442584"/>
      </p:ext>
    </p:extLst>
  </p:cSld>
  <p:clrMapOvr>
    <a:masterClrMapping/>
  </p:clrMapOvr>
  <p:transition spd="slow">
    <p:wipe dir="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ight_Copy_1/2_Hori_Image_V1">
    <p:bg>
      <p:bgPr>
        <a:solidFill>
          <a:schemeClr val="bg1"/>
        </a:solidFill>
        <a:effectLst/>
      </p:bgPr>
    </p:bg>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D9855CDD-ED83-31C6-9E9A-75C05D0CC95A}"/>
              </a:ext>
            </a:extLst>
          </p:cNvPr>
          <p:cNvSpPr>
            <a:spLocks noGrp="1"/>
          </p:cNvSpPr>
          <p:nvPr>
            <p:ph type="body" sz="quarter" idx="10" hasCustomPrompt="1"/>
          </p:nvPr>
        </p:nvSpPr>
        <p:spPr>
          <a:xfrm>
            <a:off x="661975" y="525188"/>
            <a:ext cx="6379387"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6" name="Text Placeholder 4">
            <a:extLst>
              <a:ext uri="{FF2B5EF4-FFF2-40B4-BE49-F238E27FC236}">
                <a16:creationId xmlns:a16="http://schemas.microsoft.com/office/drawing/2014/main" id="{AAB36665-0497-B72F-A182-D4C8F8EEA253}"/>
              </a:ext>
            </a:extLst>
          </p:cNvPr>
          <p:cNvSpPr>
            <a:spLocks noGrp="1"/>
          </p:cNvSpPr>
          <p:nvPr>
            <p:ph type="body" sz="quarter" idx="11" hasCustomPrompt="1"/>
          </p:nvPr>
        </p:nvSpPr>
        <p:spPr>
          <a:xfrm>
            <a:off x="661975" y="903702"/>
            <a:ext cx="6379387"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17" name="Text Placeholder 4">
            <a:extLst>
              <a:ext uri="{FF2B5EF4-FFF2-40B4-BE49-F238E27FC236}">
                <a16:creationId xmlns:a16="http://schemas.microsoft.com/office/drawing/2014/main" id="{8F6F1962-4F42-46C8-F54C-26CAE7DA2613}"/>
              </a:ext>
            </a:extLst>
          </p:cNvPr>
          <p:cNvSpPr>
            <a:spLocks noGrp="1"/>
          </p:cNvSpPr>
          <p:nvPr>
            <p:ph type="body" sz="quarter" idx="15"/>
          </p:nvPr>
        </p:nvSpPr>
        <p:spPr>
          <a:xfrm>
            <a:off x="661975" y="2048647"/>
            <a:ext cx="10900651" cy="1264824"/>
          </a:xfrm>
        </p:spPr>
        <p:txBody>
          <a:bodyPr wrap="square" lIns="0" tIns="0" rIns="0" bIns="0">
            <a:noAutofit/>
          </a:bodyPr>
          <a:lstStyle>
            <a:lvl1pPr marL="285750" indent="-285750">
              <a:buClr>
                <a:schemeClr val="accent2"/>
              </a:buClr>
              <a:buFont typeface="System Font Regular"/>
              <a:buChar char="&gt;"/>
              <a:defRPr sz="2300" b="0" i="0" cap="none" baseline="0">
                <a:solidFill>
                  <a:schemeClr val="tx1"/>
                </a:solidFill>
                <a:latin typeface="+mn-lt"/>
                <a:ea typeface="Red Hat Display" panose="02010303040201060303" pitchFamily="2" charset="0"/>
                <a:cs typeface="Arial" panose="020B0604020202020204" pitchFamily="34" charset="0"/>
              </a:defRPr>
            </a:lvl1pPr>
            <a:lvl2pPr marL="628650" indent="-285750">
              <a:buClr>
                <a:schemeClr val="accent2"/>
              </a:buClr>
              <a:buFont typeface="Arial" panose="020B0604020202020204" pitchFamily="34" charset="0"/>
              <a:buChar char="•"/>
              <a:defRPr sz="2000" b="0" i="0" cap="none" baseline="0">
                <a:solidFill>
                  <a:schemeClr val="tx1"/>
                </a:solidFill>
                <a:latin typeface="+mn-lt"/>
                <a:ea typeface="Red Hat Display" panose="02010303040201060303" pitchFamily="2" charset="0"/>
                <a:cs typeface="Arial" panose="020B0604020202020204" pitchFamily="34" charset="0"/>
              </a:defRPr>
            </a:lvl2pPr>
            <a:lvl3pPr marL="1069975" indent="-384175">
              <a:buClr>
                <a:schemeClr val="accent2"/>
              </a:buClr>
              <a:buFont typeface="System Font Regular"/>
              <a:buChar char="–"/>
              <a:tabLst/>
              <a:defRPr sz="1800" b="0" i="0" cap="none" baseline="0">
                <a:solidFill>
                  <a:schemeClr val="tx1"/>
                </a:solidFill>
                <a:latin typeface="+mn-lt"/>
                <a:ea typeface="Red Hat Display" panose="02010303040201060303" pitchFamily="2" charset="0"/>
                <a:cs typeface="Arial" panose="020B0604020202020204" pitchFamily="34" charset="0"/>
              </a:defRPr>
            </a:lvl3pPr>
            <a:lvl4pPr marL="1430338" indent="-285750">
              <a:buClr>
                <a:schemeClr val="accent2"/>
              </a:buClr>
              <a:buFont typeface="System Font Regular"/>
              <a:buChar char="–"/>
              <a:tabLst/>
              <a:defRPr sz="23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916113" indent="-273050">
              <a:buClr>
                <a:schemeClr val="accent2"/>
              </a:buClr>
              <a:buFont typeface="System Font Regular"/>
              <a:buChar char="–"/>
              <a:tabLst/>
              <a:defRPr sz="23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US"/>
              <a:t>Click to edit Master text styles</a:t>
            </a:r>
          </a:p>
          <a:p>
            <a:pPr lvl="1"/>
            <a:r>
              <a:rPr lang="en-US"/>
              <a:t>Second level</a:t>
            </a:r>
          </a:p>
          <a:p>
            <a:pPr lvl="2"/>
            <a:r>
              <a:rPr lang="en-US"/>
              <a:t>Third level</a:t>
            </a:r>
          </a:p>
        </p:txBody>
      </p:sp>
      <p:sp>
        <p:nvSpPr>
          <p:cNvPr id="4" name="Picture Placeholder 19">
            <a:extLst>
              <a:ext uri="{FF2B5EF4-FFF2-40B4-BE49-F238E27FC236}">
                <a16:creationId xmlns:a16="http://schemas.microsoft.com/office/drawing/2014/main" id="{939A2EA2-50F9-7D96-E408-A22363B25EEF}"/>
              </a:ext>
            </a:extLst>
          </p:cNvPr>
          <p:cNvSpPr>
            <a:spLocks noGrp="1"/>
          </p:cNvSpPr>
          <p:nvPr>
            <p:ph type="pic" sz="quarter" idx="13"/>
          </p:nvPr>
        </p:nvSpPr>
        <p:spPr>
          <a:xfrm>
            <a:off x="-1" y="3468720"/>
            <a:ext cx="12192001" cy="3428999"/>
          </a:xfrm>
          <a:solidFill>
            <a:schemeClr val="bg1">
              <a:lumMod val="85000"/>
            </a:schemeClr>
          </a:solidFill>
        </p:spPr>
        <p:txBody>
          <a:bodyPr>
            <a:normAutofit/>
          </a:bodyPr>
          <a:lstStyle>
            <a:lvl1pPr marL="0" indent="0">
              <a:buNone/>
              <a:defRPr sz="100">
                <a:solidFill>
                  <a:schemeClr val="bg1">
                    <a:lumMod val="85000"/>
                  </a:schemeClr>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Slide Number Placeholder 5">
            <a:extLst>
              <a:ext uri="{FF2B5EF4-FFF2-40B4-BE49-F238E27FC236}">
                <a16:creationId xmlns:a16="http://schemas.microsoft.com/office/drawing/2014/main" id="{552A97EF-288B-314A-0912-5C61508F3FBB}"/>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Arial" panose="020B0604020202020204" pitchFamily="34" charset="0"/>
                <a:cs typeface="Arial" panose="020B0604020202020204" pitchFamily="34" charset="0"/>
              </a:defRPr>
            </a:lvl1pPr>
          </a:lstStyle>
          <a:p>
            <a:fld id="{73490A59-D3E2-A64D-A2FA-D689A8266F0F}" type="slidenum">
              <a:rPr lang="en-US" smtClean="0"/>
              <a:pPr/>
              <a:t>‹#›</a:t>
            </a:fld>
            <a:endParaRPr lang="en-US" dirty="0"/>
          </a:p>
        </p:txBody>
      </p:sp>
      <p:sp>
        <p:nvSpPr>
          <p:cNvPr id="8" name="Picture Placeholder 5">
            <a:extLst>
              <a:ext uri="{FF2B5EF4-FFF2-40B4-BE49-F238E27FC236}">
                <a16:creationId xmlns:a16="http://schemas.microsoft.com/office/drawing/2014/main" id="{3CA7D845-C502-105A-69B7-861DCBD1924E}"/>
              </a:ext>
            </a:extLst>
          </p:cNvPr>
          <p:cNvSpPr>
            <a:spLocks noGrp="1"/>
          </p:cNvSpPr>
          <p:nvPr>
            <p:ph type="pic" sz="quarter" idx="17"/>
          </p:nvPr>
        </p:nvSpPr>
        <p:spPr>
          <a:xfrm>
            <a:off x="0" y="6293610"/>
            <a:ext cx="468000" cy="7200"/>
          </a:xfrm>
          <a:solidFill>
            <a:schemeClr val="bg1"/>
          </a:solidFill>
        </p:spPr>
        <p:txBody>
          <a:bodyPr/>
          <a:lstStyle>
            <a:lvl1pPr marL="0" indent="0">
              <a:buNone/>
              <a:defRPr>
                <a:noFill/>
              </a:defRPr>
            </a:lvl1pPr>
          </a:lstStyle>
          <a:p>
            <a:r>
              <a:rPr lang="en-US"/>
              <a:t>Click icon to add picture</a:t>
            </a:r>
            <a:endParaRPr lang="en-US" dirty="0"/>
          </a:p>
        </p:txBody>
      </p:sp>
      <p:sp>
        <p:nvSpPr>
          <p:cNvPr id="9" name="Picture Placeholder 8">
            <a:extLst>
              <a:ext uri="{FF2B5EF4-FFF2-40B4-BE49-F238E27FC236}">
                <a16:creationId xmlns:a16="http://schemas.microsoft.com/office/drawing/2014/main" id="{9424F0B2-0924-DECB-BAAA-FD1C7492B275}"/>
              </a:ext>
            </a:extLst>
          </p:cNvPr>
          <p:cNvSpPr>
            <a:spLocks noGrp="1"/>
          </p:cNvSpPr>
          <p:nvPr>
            <p:ph type="pic" sz="quarter" idx="20"/>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3563847750"/>
      </p:ext>
    </p:extLst>
  </p:cSld>
  <p:clrMapOvr>
    <a:masterClrMapping/>
  </p:clrMapOvr>
  <p:transition spd="slow">
    <p:wipe dir="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ight_Copy_1/2_Hori_Image_V2">
    <p:bg>
      <p:bgPr>
        <a:solidFill>
          <a:schemeClr val="bg1"/>
        </a:solidFill>
        <a:effectLst/>
      </p:bgPr>
    </p:bg>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D9855CDD-ED83-31C6-9E9A-75C05D0CC95A}"/>
              </a:ext>
            </a:extLst>
          </p:cNvPr>
          <p:cNvSpPr>
            <a:spLocks noGrp="1"/>
          </p:cNvSpPr>
          <p:nvPr>
            <p:ph type="body" sz="quarter" idx="10" hasCustomPrompt="1"/>
          </p:nvPr>
        </p:nvSpPr>
        <p:spPr>
          <a:xfrm>
            <a:off x="661975" y="525188"/>
            <a:ext cx="6379387"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6" name="Text Placeholder 4">
            <a:extLst>
              <a:ext uri="{FF2B5EF4-FFF2-40B4-BE49-F238E27FC236}">
                <a16:creationId xmlns:a16="http://schemas.microsoft.com/office/drawing/2014/main" id="{AAB36665-0497-B72F-A182-D4C8F8EEA253}"/>
              </a:ext>
            </a:extLst>
          </p:cNvPr>
          <p:cNvSpPr>
            <a:spLocks noGrp="1"/>
          </p:cNvSpPr>
          <p:nvPr>
            <p:ph type="body" sz="quarter" idx="11" hasCustomPrompt="1"/>
          </p:nvPr>
        </p:nvSpPr>
        <p:spPr>
          <a:xfrm>
            <a:off x="661975" y="903702"/>
            <a:ext cx="6379387"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17" name="Text Placeholder 4">
            <a:extLst>
              <a:ext uri="{FF2B5EF4-FFF2-40B4-BE49-F238E27FC236}">
                <a16:creationId xmlns:a16="http://schemas.microsoft.com/office/drawing/2014/main" id="{8F6F1962-4F42-46C8-F54C-26CAE7DA2613}"/>
              </a:ext>
            </a:extLst>
          </p:cNvPr>
          <p:cNvSpPr>
            <a:spLocks noGrp="1"/>
          </p:cNvSpPr>
          <p:nvPr>
            <p:ph type="body" sz="quarter" idx="15"/>
          </p:nvPr>
        </p:nvSpPr>
        <p:spPr>
          <a:xfrm>
            <a:off x="661975" y="2048647"/>
            <a:ext cx="10900651" cy="1245159"/>
          </a:xfrm>
        </p:spPr>
        <p:txBody>
          <a:bodyPr wrap="square" lIns="0" tIns="0" rIns="0" bIns="0">
            <a:noAutofit/>
          </a:bodyPr>
          <a:lstStyle>
            <a:lvl1pPr marL="285750" indent="-285750">
              <a:buClr>
                <a:schemeClr val="accent2"/>
              </a:buClr>
              <a:buFont typeface="System Font Regular"/>
              <a:buChar char="&gt;"/>
              <a:defRPr sz="2300" b="0" i="0" cap="none" baseline="0">
                <a:solidFill>
                  <a:schemeClr val="tx1"/>
                </a:solidFill>
                <a:latin typeface="+mn-lt"/>
                <a:ea typeface="Red Hat Display" panose="02010303040201060303" pitchFamily="2" charset="0"/>
                <a:cs typeface="Arial" panose="020B0604020202020204" pitchFamily="34" charset="0"/>
              </a:defRPr>
            </a:lvl1pPr>
            <a:lvl2pPr marL="628650" indent="-285750">
              <a:buClr>
                <a:schemeClr val="accent2"/>
              </a:buClr>
              <a:buFont typeface="Arial" panose="020B0604020202020204" pitchFamily="34" charset="0"/>
              <a:buChar char="•"/>
              <a:defRPr sz="2000" b="0" i="0" cap="none" baseline="0">
                <a:solidFill>
                  <a:schemeClr val="tx1"/>
                </a:solidFill>
                <a:latin typeface="+mn-lt"/>
                <a:ea typeface="Red Hat Display" panose="02010303040201060303" pitchFamily="2" charset="0"/>
                <a:cs typeface="Arial" panose="020B0604020202020204" pitchFamily="34" charset="0"/>
              </a:defRPr>
            </a:lvl2pPr>
            <a:lvl3pPr marL="1069975" indent="-384175">
              <a:buClr>
                <a:schemeClr val="accent2"/>
              </a:buClr>
              <a:buFont typeface="System Font Regular"/>
              <a:buChar char="–"/>
              <a:tabLst/>
              <a:defRPr sz="1800" b="0" i="0" cap="none" baseline="0">
                <a:solidFill>
                  <a:schemeClr val="tx1"/>
                </a:solidFill>
                <a:latin typeface="+mn-lt"/>
                <a:ea typeface="Red Hat Display" panose="02010303040201060303" pitchFamily="2" charset="0"/>
                <a:cs typeface="Arial" panose="020B0604020202020204" pitchFamily="34" charset="0"/>
              </a:defRPr>
            </a:lvl3pPr>
            <a:lvl4pPr marL="1430338" indent="-285750">
              <a:buClr>
                <a:schemeClr val="accent2"/>
              </a:buClr>
              <a:buFont typeface="System Font Regular"/>
              <a:buChar char="–"/>
              <a:tabLst/>
              <a:defRPr sz="23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916113" indent="-273050">
              <a:buClr>
                <a:schemeClr val="accent2"/>
              </a:buClr>
              <a:buFont typeface="System Font Regular"/>
              <a:buChar char="–"/>
              <a:tabLst/>
              <a:defRPr sz="23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US"/>
              <a:t>Click to edit Master text styles</a:t>
            </a:r>
          </a:p>
          <a:p>
            <a:pPr lvl="1"/>
            <a:r>
              <a:rPr lang="en-US"/>
              <a:t>Second level</a:t>
            </a:r>
          </a:p>
          <a:p>
            <a:pPr lvl="2"/>
            <a:r>
              <a:rPr lang="en-US"/>
              <a:t>Third level</a:t>
            </a:r>
          </a:p>
        </p:txBody>
      </p:sp>
      <p:sp>
        <p:nvSpPr>
          <p:cNvPr id="2" name="Picture Placeholder 19">
            <a:extLst>
              <a:ext uri="{FF2B5EF4-FFF2-40B4-BE49-F238E27FC236}">
                <a16:creationId xmlns:a16="http://schemas.microsoft.com/office/drawing/2014/main" id="{6B02DAB9-3981-B67A-A646-E09756F1855A}"/>
              </a:ext>
            </a:extLst>
          </p:cNvPr>
          <p:cNvSpPr>
            <a:spLocks noGrp="1"/>
          </p:cNvSpPr>
          <p:nvPr>
            <p:ph type="pic" sz="quarter" idx="13"/>
          </p:nvPr>
        </p:nvSpPr>
        <p:spPr>
          <a:xfrm>
            <a:off x="-1" y="3468720"/>
            <a:ext cx="12192001" cy="3428999"/>
          </a:xfrm>
          <a:solidFill>
            <a:schemeClr val="bg1">
              <a:lumMod val="85000"/>
            </a:schemeClr>
          </a:solidFill>
        </p:spPr>
        <p:txBody>
          <a:bodyPr>
            <a:normAutofit/>
          </a:bodyPr>
          <a:lstStyle>
            <a:lvl1pPr marL="0" indent="0">
              <a:buNone/>
              <a:defRPr sz="100">
                <a:solidFill>
                  <a:schemeClr val="bg1">
                    <a:lumMod val="85000"/>
                  </a:schemeClr>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4" name="Slide Number Placeholder 5">
            <a:extLst>
              <a:ext uri="{FF2B5EF4-FFF2-40B4-BE49-F238E27FC236}">
                <a16:creationId xmlns:a16="http://schemas.microsoft.com/office/drawing/2014/main" id="{CF4CE536-9D6A-441C-647C-EA3ED201C081}"/>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Arial" panose="020B0604020202020204" pitchFamily="34" charset="0"/>
                <a:cs typeface="Arial" panose="020B0604020202020204" pitchFamily="34" charset="0"/>
              </a:defRPr>
            </a:lvl1pPr>
          </a:lstStyle>
          <a:p>
            <a:fld id="{73490A59-D3E2-A64D-A2FA-D689A8266F0F}" type="slidenum">
              <a:rPr lang="en-US" smtClean="0"/>
              <a:pPr/>
              <a:t>‹#›</a:t>
            </a:fld>
            <a:endParaRPr lang="en-US" dirty="0"/>
          </a:p>
        </p:txBody>
      </p:sp>
      <p:sp>
        <p:nvSpPr>
          <p:cNvPr id="5" name="Picture Placeholder 5">
            <a:extLst>
              <a:ext uri="{FF2B5EF4-FFF2-40B4-BE49-F238E27FC236}">
                <a16:creationId xmlns:a16="http://schemas.microsoft.com/office/drawing/2014/main" id="{533C43C4-4DFD-CA1E-777E-95963919DAFC}"/>
              </a:ext>
            </a:extLst>
          </p:cNvPr>
          <p:cNvSpPr>
            <a:spLocks noGrp="1"/>
          </p:cNvSpPr>
          <p:nvPr>
            <p:ph type="pic" sz="quarter" idx="17"/>
          </p:nvPr>
        </p:nvSpPr>
        <p:spPr>
          <a:xfrm>
            <a:off x="0" y="6293610"/>
            <a:ext cx="468000" cy="7200"/>
          </a:xfrm>
          <a:solidFill>
            <a:schemeClr val="bg1"/>
          </a:solidFill>
        </p:spPr>
        <p:txBody>
          <a:bodyPr/>
          <a:lstStyle>
            <a:lvl1pPr marL="0" indent="0">
              <a:buNone/>
              <a:defRPr>
                <a:noFill/>
              </a:defRPr>
            </a:lvl1pPr>
          </a:lstStyle>
          <a:p>
            <a:r>
              <a:rPr lang="en-US"/>
              <a:t>Click icon to add picture</a:t>
            </a:r>
            <a:endParaRPr lang="en-US" dirty="0"/>
          </a:p>
        </p:txBody>
      </p:sp>
      <p:sp>
        <p:nvSpPr>
          <p:cNvPr id="6" name="Picture Placeholder 8">
            <a:extLst>
              <a:ext uri="{FF2B5EF4-FFF2-40B4-BE49-F238E27FC236}">
                <a16:creationId xmlns:a16="http://schemas.microsoft.com/office/drawing/2014/main" id="{6DBBB44F-7E31-8BDF-6F38-A07F64EA7C0E}"/>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1336572849"/>
      </p:ext>
    </p:extLst>
  </p:cSld>
  <p:clrMapOvr>
    <a:masterClrMapping/>
  </p:clrMapOvr>
  <p:transition spd="slow">
    <p:wipe dir="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ark_Table_1/2_Hori_Image_V1">
    <p:bg>
      <p:bgPr>
        <a:solidFill>
          <a:schemeClr val="tx1"/>
        </a:solidFill>
        <a:effectLst/>
      </p:bgPr>
    </p:bg>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D9855CDD-ED83-31C6-9E9A-75C05D0CC95A}"/>
              </a:ext>
            </a:extLst>
          </p:cNvPr>
          <p:cNvSpPr>
            <a:spLocks noGrp="1"/>
          </p:cNvSpPr>
          <p:nvPr>
            <p:ph type="body" sz="quarter" idx="10" hasCustomPrompt="1"/>
          </p:nvPr>
        </p:nvSpPr>
        <p:spPr>
          <a:xfrm>
            <a:off x="661975" y="525188"/>
            <a:ext cx="6379387"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6" name="Text Placeholder 4">
            <a:extLst>
              <a:ext uri="{FF2B5EF4-FFF2-40B4-BE49-F238E27FC236}">
                <a16:creationId xmlns:a16="http://schemas.microsoft.com/office/drawing/2014/main" id="{AAB36665-0497-B72F-A182-D4C8F8EEA253}"/>
              </a:ext>
            </a:extLst>
          </p:cNvPr>
          <p:cNvSpPr>
            <a:spLocks noGrp="1"/>
          </p:cNvSpPr>
          <p:nvPr>
            <p:ph type="body" sz="quarter" idx="11" hasCustomPrompt="1"/>
          </p:nvPr>
        </p:nvSpPr>
        <p:spPr>
          <a:xfrm>
            <a:off x="661975" y="903702"/>
            <a:ext cx="6379387"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2" name="Text Placeholder 4">
            <a:extLst>
              <a:ext uri="{FF2B5EF4-FFF2-40B4-BE49-F238E27FC236}">
                <a16:creationId xmlns:a16="http://schemas.microsoft.com/office/drawing/2014/main" id="{FF17371A-D84D-A2E0-66BF-D34239F26110}"/>
              </a:ext>
            </a:extLst>
          </p:cNvPr>
          <p:cNvSpPr>
            <a:spLocks noGrp="1"/>
          </p:cNvSpPr>
          <p:nvPr>
            <p:ph type="body" sz="quarter" idx="14" hasCustomPrompt="1"/>
          </p:nvPr>
        </p:nvSpPr>
        <p:spPr>
          <a:xfrm>
            <a:off x="661975" y="3266739"/>
            <a:ext cx="5680092" cy="125419"/>
          </a:xfrm>
        </p:spPr>
        <p:txBody>
          <a:bodyPr wrap="square" lIns="0" tIns="0" rIns="0" bIns="0">
            <a:spAutoFit/>
          </a:bodyPr>
          <a:lstStyle>
            <a:lvl1pPr marL="0" indent="0">
              <a:buClr>
                <a:schemeClr val="bg2"/>
              </a:buClr>
              <a:buFont typeface="System Font Regular"/>
              <a:buNone/>
              <a:defRPr sz="9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3" name="Table Placeholder 2">
            <a:extLst>
              <a:ext uri="{FF2B5EF4-FFF2-40B4-BE49-F238E27FC236}">
                <a16:creationId xmlns:a16="http://schemas.microsoft.com/office/drawing/2014/main" id="{42246A69-F870-67FD-4CFD-9C82FD8594D3}"/>
              </a:ext>
            </a:extLst>
          </p:cNvPr>
          <p:cNvSpPr>
            <a:spLocks noGrp="1"/>
          </p:cNvSpPr>
          <p:nvPr>
            <p:ph type="tbl" sz="quarter" idx="16"/>
          </p:nvPr>
        </p:nvSpPr>
        <p:spPr>
          <a:xfrm>
            <a:off x="647387" y="2031278"/>
            <a:ext cx="11006543" cy="1122165"/>
          </a:xfrm>
        </p:spPr>
        <p:txBody>
          <a:bodyPr>
            <a:normAutofit/>
          </a:bodyPr>
          <a:lstStyle>
            <a:lvl1pPr marL="0" indent="0">
              <a:buNone/>
              <a:defRPr sz="1200">
                <a:solidFill>
                  <a:schemeClr val="bg1"/>
                </a:solidFill>
                <a:latin typeface="+mn-lt"/>
              </a:defRPr>
            </a:lvl1pPr>
          </a:lstStyle>
          <a:p>
            <a:r>
              <a:rPr lang="en-US"/>
              <a:t>Click icon to add table</a:t>
            </a:r>
            <a:endParaRPr lang="en-US" dirty="0"/>
          </a:p>
        </p:txBody>
      </p:sp>
      <p:sp>
        <p:nvSpPr>
          <p:cNvPr id="8" name="Picture Placeholder 19">
            <a:extLst>
              <a:ext uri="{FF2B5EF4-FFF2-40B4-BE49-F238E27FC236}">
                <a16:creationId xmlns:a16="http://schemas.microsoft.com/office/drawing/2014/main" id="{31C062D9-1EEC-1D1C-8106-9CED65636DE7}"/>
              </a:ext>
            </a:extLst>
          </p:cNvPr>
          <p:cNvSpPr>
            <a:spLocks noGrp="1"/>
          </p:cNvSpPr>
          <p:nvPr>
            <p:ph type="pic" sz="quarter" idx="13"/>
          </p:nvPr>
        </p:nvSpPr>
        <p:spPr>
          <a:xfrm>
            <a:off x="-1" y="3468720"/>
            <a:ext cx="12192001" cy="3428999"/>
          </a:xfrm>
          <a:solidFill>
            <a:schemeClr val="bg1">
              <a:lumMod val="85000"/>
            </a:schemeClr>
          </a:solidFill>
        </p:spPr>
        <p:txBody>
          <a:bodyPr>
            <a:normAutofit/>
          </a:bodyPr>
          <a:lstStyle>
            <a:lvl1pPr marL="0" indent="0">
              <a:buNone/>
              <a:defRPr sz="100">
                <a:solidFill>
                  <a:schemeClr val="bg1">
                    <a:lumMod val="85000"/>
                  </a:schemeClr>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9" name="Slide Number Placeholder 5">
            <a:extLst>
              <a:ext uri="{FF2B5EF4-FFF2-40B4-BE49-F238E27FC236}">
                <a16:creationId xmlns:a16="http://schemas.microsoft.com/office/drawing/2014/main" id="{E2471577-1481-D0E7-6A8F-0A0C9F94565A}"/>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Arial" panose="020B0604020202020204" pitchFamily="34" charset="0"/>
                <a:cs typeface="Arial" panose="020B0604020202020204" pitchFamily="34" charset="0"/>
              </a:defRPr>
            </a:lvl1pPr>
          </a:lstStyle>
          <a:p>
            <a:fld id="{73490A59-D3E2-A64D-A2FA-D689A8266F0F}" type="slidenum">
              <a:rPr lang="en-US" smtClean="0"/>
              <a:pPr/>
              <a:t>‹#›</a:t>
            </a:fld>
            <a:endParaRPr lang="en-US" dirty="0"/>
          </a:p>
        </p:txBody>
      </p:sp>
      <p:sp>
        <p:nvSpPr>
          <p:cNvPr id="10" name="Picture Placeholder 5">
            <a:extLst>
              <a:ext uri="{FF2B5EF4-FFF2-40B4-BE49-F238E27FC236}">
                <a16:creationId xmlns:a16="http://schemas.microsoft.com/office/drawing/2014/main" id="{7B4625CD-F971-AA44-B4EB-5E7F4A519AEA}"/>
              </a:ext>
            </a:extLst>
          </p:cNvPr>
          <p:cNvSpPr>
            <a:spLocks noGrp="1"/>
          </p:cNvSpPr>
          <p:nvPr>
            <p:ph type="pic" sz="quarter" idx="17"/>
          </p:nvPr>
        </p:nvSpPr>
        <p:spPr>
          <a:xfrm>
            <a:off x="0" y="6293610"/>
            <a:ext cx="468000" cy="7200"/>
          </a:xfrm>
          <a:solidFill>
            <a:schemeClr val="bg1"/>
          </a:solidFill>
        </p:spPr>
        <p:txBody>
          <a:bodyPr/>
          <a:lstStyle>
            <a:lvl1pPr marL="0" indent="0">
              <a:buNone/>
              <a:defRPr>
                <a:noFill/>
              </a:defRPr>
            </a:lvl1pPr>
          </a:lstStyle>
          <a:p>
            <a:r>
              <a:rPr lang="en-US"/>
              <a:t>Click icon to add picture</a:t>
            </a:r>
            <a:endParaRPr lang="en-US" dirty="0"/>
          </a:p>
        </p:txBody>
      </p:sp>
      <p:sp>
        <p:nvSpPr>
          <p:cNvPr id="11" name="Picture Placeholder 8">
            <a:extLst>
              <a:ext uri="{FF2B5EF4-FFF2-40B4-BE49-F238E27FC236}">
                <a16:creationId xmlns:a16="http://schemas.microsoft.com/office/drawing/2014/main" id="{8324E84F-FBDE-80D7-D540-68FCC265A20B}"/>
              </a:ext>
            </a:extLst>
          </p:cNvPr>
          <p:cNvSpPr>
            <a:spLocks noGrp="1"/>
          </p:cNvSpPr>
          <p:nvPr>
            <p:ph type="pic" sz="quarter" idx="20"/>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3014141800"/>
      </p:ext>
    </p:extLst>
  </p:cSld>
  <p:clrMapOvr>
    <a:masterClrMapping/>
  </p:clrMapOvr>
  <p:transition spd="slow">
    <p:wipe dir="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ark_Table_1/2_Hori_Image_V2">
    <p:bg>
      <p:bgPr>
        <a:solidFill>
          <a:schemeClr val="tx1"/>
        </a:solidFill>
        <a:effectLst/>
      </p:bgPr>
    </p:bg>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D9855CDD-ED83-31C6-9E9A-75C05D0CC95A}"/>
              </a:ext>
            </a:extLst>
          </p:cNvPr>
          <p:cNvSpPr>
            <a:spLocks noGrp="1"/>
          </p:cNvSpPr>
          <p:nvPr>
            <p:ph type="body" sz="quarter" idx="10" hasCustomPrompt="1"/>
          </p:nvPr>
        </p:nvSpPr>
        <p:spPr>
          <a:xfrm>
            <a:off x="661975" y="525188"/>
            <a:ext cx="6379387"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6" name="Text Placeholder 4">
            <a:extLst>
              <a:ext uri="{FF2B5EF4-FFF2-40B4-BE49-F238E27FC236}">
                <a16:creationId xmlns:a16="http://schemas.microsoft.com/office/drawing/2014/main" id="{AAB36665-0497-B72F-A182-D4C8F8EEA253}"/>
              </a:ext>
            </a:extLst>
          </p:cNvPr>
          <p:cNvSpPr>
            <a:spLocks noGrp="1"/>
          </p:cNvSpPr>
          <p:nvPr>
            <p:ph type="body" sz="quarter" idx="11" hasCustomPrompt="1"/>
          </p:nvPr>
        </p:nvSpPr>
        <p:spPr>
          <a:xfrm>
            <a:off x="661975" y="903702"/>
            <a:ext cx="6379387"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3" name="Table Placeholder 2">
            <a:extLst>
              <a:ext uri="{FF2B5EF4-FFF2-40B4-BE49-F238E27FC236}">
                <a16:creationId xmlns:a16="http://schemas.microsoft.com/office/drawing/2014/main" id="{EC35388B-1ADF-8000-60B8-2EF4071A6EBD}"/>
              </a:ext>
            </a:extLst>
          </p:cNvPr>
          <p:cNvSpPr>
            <a:spLocks noGrp="1"/>
          </p:cNvSpPr>
          <p:nvPr>
            <p:ph type="tbl" sz="quarter" idx="16"/>
          </p:nvPr>
        </p:nvSpPr>
        <p:spPr>
          <a:xfrm>
            <a:off x="647387" y="2031278"/>
            <a:ext cx="11006543" cy="1122165"/>
          </a:xfrm>
        </p:spPr>
        <p:txBody>
          <a:bodyPr>
            <a:normAutofit/>
          </a:bodyPr>
          <a:lstStyle>
            <a:lvl1pPr marL="0" indent="0">
              <a:buNone/>
              <a:defRPr sz="1200">
                <a:solidFill>
                  <a:schemeClr val="bg1"/>
                </a:solidFill>
                <a:latin typeface="+mn-lt"/>
              </a:defRPr>
            </a:lvl1pPr>
          </a:lstStyle>
          <a:p>
            <a:r>
              <a:rPr lang="en-US"/>
              <a:t>Click icon to add table</a:t>
            </a:r>
            <a:endParaRPr lang="en-US" dirty="0"/>
          </a:p>
        </p:txBody>
      </p:sp>
      <p:sp>
        <p:nvSpPr>
          <p:cNvPr id="2" name="Text Placeholder 4">
            <a:extLst>
              <a:ext uri="{FF2B5EF4-FFF2-40B4-BE49-F238E27FC236}">
                <a16:creationId xmlns:a16="http://schemas.microsoft.com/office/drawing/2014/main" id="{5ABB5B62-FA40-FA8B-5926-4DAF14A8ED19}"/>
              </a:ext>
            </a:extLst>
          </p:cNvPr>
          <p:cNvSpPr>
            <a:spLocks noGrp="1"/>
          </p:cNvSpPr>
          <p:nvPr>
            <p:ph type="body" sz="quarter" idx="14" hasCustomPrompt="1"/>
          </p:nvPr>
        </p:nvSpPr>
        <p:spPr>
          <a:xfrm>
            <a:off x="661975" y="3266739"/>
            <a:ext cx="5680092" cy="125419"/>
          </a:xfrm>
        </p:spPr>
        <p:txBody>
          <a:bodyPr wrap="square" lIns="0" tIns="0" rIns="0" bIns="0">
            <a:spAutoFit/>
          </a:bodyPr>
          <a:lstStyle>
            <a:lvl1pPr marL="0" indent="0">
              <a:buClr>
                <a:schemeClr val="bg2"/>
              </a:buClr>
              <a:buFont typeface="System Font Regular"/>
              <a:buNone/>
              <a:defRPr sz="9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4" name="Picture Placeholder 19">
            <a:extLst>
              <a:ext uri="{FF2B5EF4-FFF2-40B4-BE49-F238E27FC236}">
                <a16:creationId xmlns:a16="http://schemas.microsoft.com/office/drawing/2014/main" id="{B4E343AB-8AFA-20D4-9D9E-A7910910D096}"/>
              </a:ext>
            </a:extLst>
          </p:cNvPr>
          <p:cNvSpPr>
            <a:spLocks noGrp="1"/>
          </p:cNvSpPr>
          <p:nvPr>
            <p:ph type="pic" sz="quarter" idx="13"/>
          </p:nvPr>
        </p:nvSpPr>
        <p:spPr>
          <a:xfrm>
            <a:off x="-1" y="3468720"/>
            <a:ext cx="12192001" cy="3428999"/>
          </a:xfrm>
          <a:solidFill>
            <a:schemeClr val="bg1">
              <a:lumMod val="85000"/>
            </a:schemeClr>
          </a:solidFill>
        </p:spPr>
        <p:txBody>
          <a:bodyPr>
            <a:normAutofit/>
          </a:bodyPr>
          <a:lstStyle>
            <a:lvl1pPr marL="0" indent="0">
              <a:buNone/>
              <a:defRPr sz="100">
                <a:solidFill>
                  <a:schemeClr val="bg1">
                    <a:lumMod val="85000"/>
                  </a:schemeClr>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370E7D96-1DE5-AF5C-25A2-AF3E7D707FBF}"/>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Arial" panose="020B0604020202020204" pitchFamily="34" charset="0"/>
                <a:cs typeface="Arial" panose="020B0604020202020204" pitchFamily="34" charset="0"/>
              </a:defRPr>
            </a:lvl1pPr>
          </a:lstStyle>
          <a:p>
            <a:fld id="{73490A59-D3E2-A64D-A2FA-D689A8266F0F}" type="slidenum">
              <a:rPr lang="en-US" smtClean="0"/>
              <a:pPr/>
              <a:t>‹#›</a:t>
            </a:fld>
            <a:endParaRPr lang="en-US" dirty="0"/>
          </a:p>
        </p:txBody>
      </p:sp>
      <p:sp>
        <p:nvSpPr>
          <p:cNvPr id="8" name="Picture Placeholder 5">
            <a:extLst>
              <a:ext uri="{FF2B5EF4-FFF2-40B4-BE49-F238E27FC236}">
                <a16:creationId xmlns:a16="http://schemas.microsoft.com/office/drawing/2014/main" id="{54813AAF-A5A2-544C-C2B3-627359A913CE}"/>
              </a:ext>
            </a:extLst>
          </p:cNvPr>
          <p:cNvSpPr>
            <a:spLocks noGrp="1"/>
          </p:cNvSpPr>
          <p:nvPr>
            <p:ph type="pic" sz="quarter" idx="17"/>
          </p:nvPr>
        </p:nvSpPr>
        <p:spPr>
          <a:xfrm>
            <a:off x="0" y="6293610"/>
            <a:ext cx="468000" cy="7200"/>
          </a:xfrm>
          <a:solidFill>
            <a:schemeClr val="bg1"/>
          </a:solidFill>
        </p:spPr>
        <p:txBody>
          <a:bodyPr/>
          <a:lstStyle>
            <a:lvl1pPr marL="0" indent="0">
              <a:buNone/>
              <a:defRPr>
                <a:noFill/>
              </a:defRPr>
            </a:lvl1pPr>
          </a:lstStyle>
          <a:p>
            <a:r>
              <a:rPr lang="en-US"/>
              <a:t>Click icon to add picture</a:t>
            </a:r>
            <a:endParaRPr lang="en-US" dirty="0"/>
          </a:p>
        </p:txBody>
      </p:sp>
      <p:sp>
        <p:nvSpPr>
          <p:cNvPr id="9" name="Picture Placeholder 8">
            <a:extLst>
              <a:ext uri="{FF2B5EF4-FFF2-40B4-BE49-F238E27FC236}">
                <a16:creationId xmlns:a16="http://schemas.microsoft.com/office/drawing/2014/main" id="{3731E1A6-A992-E7B8-8DF2-D7B8A53E8689}"/>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1049032338"/>
      </p:ext>
    </p:extLst>
  </p:cSld>
  <p:clrMapOvr>
    <a:masterClrMapping/>
  </p:clrMapOvr>
  <p:transition spd="slow">
    <p:wipe dir="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Light_Table_1/2_Hori_Image_V1">
    <p:bg>
      <p:bgPr>
        <a:solidFill>
          <a:schemeClr val="bg1"/>
        </a:solidFill>
        <a:effectLst/>
      </p:bgPr>
    </p:bg>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D9855CDD-ED83-31C6-9E9A-75C05D0CC95A}"/>
              </a:ext>
            </a:extLst>
          </p:cNvPr>
          <p:cNvSpPr>
            <a:spLocks noGrp="1"/>
          </p:cNvSpPr>
          <p:nvPr>
            <p:ph type="body" sz="quarter" idx="10" hasCustomPrompt="1"/>
          </p:nvPr>
        </p:nvSpPr>
        <p:spPr>
          <a:xfrm>
            <a:off x="661975" y="525188"/>
            <a:ext cx="6379387"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6" name="Text Placeholder 4">
            <a:extLst>
              <a:ext uri="{FF2B5EF4-FFF2-40B4-BE49-F238E27FC236}">
                <a16:creationId xmlns:a16="http://schemas.microsoft.com/office/drawing/2014/main" id="{AAB36665-0497-B72F-A182-D4C8F8EEA253}"/>
              </a:ext>
            </a:extLst>
          </p:cNvPr>
          <p:cNvSpPr>
            <a:spLocks noGrp="1"/>
          </p:cNvSpPr>
          <p:nvPr>
            <p:ph type="body" sz="quarter" idx="11" hasCustomPrompt="1"/>
          </p:nvPr>
        </p:nvSpPr>
        <p:spPr>
          <a:xfrm>
            <a:off x="661975" y="903702"/>
            <a:ext cx="6379387"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7" name="Table Placeholder 2">
            <a:extLst>
              <a:ext uri="{FF2B5EF4-FFF2-40B4-BE49-F238E27FC236}">
                <a16:creationId xmlns:a16="http://schemas.microsoft.com/office/drawing/2014/main" id="{2D9665FE-5AA5-FCC5-60F2-3DCB2EDC29D2}"/>
              </a:ext>
            </a:extLst>
          </p:cNvPr>
          <p:cNvSpPr>
            <a:spLocks noGrp="1"/>
          </p:cNvSpPr>
          <p:nvPr>
            <p:ph type="tbl" sz="quarter" idx="16"/>
          </p:nvPr>
        </p:nvSpPr>
        <p:spPr>
          <a:xfrm>
            <a:off x="647387" y="2031278"/>
            <a:ext cx="11006543" cy="1122165"/>
          </a:xfrm>
        </p:spPr>
        <p:txBody>
          <a:bodyPr>
            <a:normAutofit/>
          </a:bodyPr>
          <a:lstStyle>
            <a:lvl1pPr marL="0" indent="0">
              <a:buNone/>
              <a:defRPr sz="1200">
                <a:solidFill>
                  <a:schemeClr val="tx1"/>
                </a:solidFill>
                <a:latin typeface="+mn-lt"/>
              </a:defRPr>
            </a:lvl1pPr>
          </a:lstStyle>
          <a:p>
            <a:r>
              <a:rPr lang="en-US"/>
              <a:t>Click icon to add table</a:t>
            </a:r>
            <a:endParaRPr lang="en-US" dirty="0"/>
          </a:p>
        </p:txBody>
      </p:sp>
      <p:sp>
        <p:nvSpPr>
          <p:cNvPr id="2" name="Text Placeholder 4">
            <a:extLst>
              <a:ext uri="{FF2B5EF4-FFF2-40B4-BE49-F238E27FC236}">
                <a16:creationId xmlns:a16="http://schemas.microsoft.com/office/drawing/2014/main" id="{724919DA-6B80-8500-BBF8-5F5511A73DB5}"/>
              </a:ext>
            </a:extLst>
          </p:cNvPr>
          <p:cNvSpPr>
            <a:spLocks noGrp="1"/>
          </p:cNvSpPr>
          <p:nvPr>
            <p:ph type="body" sz="quarter" idx="14" hasCustomPrompt="1"/>
          </p:nvPr>
        </p:nvSpPr>
        <p:spPr>
          <a:xfrm>
            <a:off x="661975" y="3266739"/>
            <a:ext cx="5680092" cy="125419"/>
          </a:xfrm>
        </p:spPr>
        <p:txBody>
          <a:bodyPr wrap="square" lIns="0" tIns="0" rIns="0" bIns="0">
            <a:spAutoFit/>
          </a:bodyPr>
          <a:lstStyle>
            <a:lvl1pPr marL="0" indent="0">
              <a:buClr>
                <a:schemeClr val="bg2"/>
              </a:buClr>
              <a:buFont typeface="System Font Regular"/>
              <a:buNone/>
              <a:defRPr sz="9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3" name="Picture Placeholder 19">
            <a:extLst>
              <a:ext uri="{FF2B5EF4-FFF2-40B4-BE49-F238E27FC236}">
                <a16:creationId xmlns:a16="http://schemas.microsoft.com/office/drawing/2014/main" id="{CB3BF11B-6B39-FC4B-7950-FD77AD9B20F3}"/>
              </a:ext>
            </a:extLst>
          </p:cNvPr>
          <p:cNvSpPr>
            <a:spLocks noGrp="1"/>
          </p:cNvSpPr>
          <p:nvPr>
            <p:ph type="pic" sz="quarter" idx="13"/>
          </p:nvPr>
        </p:nvSpPr>
        <p:spPr>
          <a:xfrm>
            <a:off x="-1" y="3468720"/>
            <a:ext cx="12192001" cy="3428999"/>
          </a:xfrm>
          <a:solidFill>
            <a:schemeClr val="bg1">
              <a:lumMod val="85000"/>
            </a:schemeClr>
          </a:solidFill>
        </p:spPr>
        <p:txBody>
          <a:bodyPr>
            <a:normAutofit/>
          </a:bodyPr>
          <a:lstStyle>
            <a:lvl1pPr marL="0" indent="0">
              <a:buNone/>
              <a:defRPr sz="100">
                <a:solidFill>
                  <a:schemeClr val="bg1">
                    <a:lumMod val="85000"/>
                  </a:schemeClr>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9" name="Slide Number Placeholder 5">
            <a:extLst>
              <a:ext uri="{FF2B5EF4-FFF2-40B4-BE49-F238E27FC236}">
                <a16:creationId xmlns:a16="http://schemas.microsoft.com/office/drawing/2014/main" id="{92370310-3265-9135-46D2-6986800A44A5}"/>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Arial" panose="020B0604020202020204" pitchFamily="34" charset="0"/>
                <a:cs typeface="Arial" panose="020B0604020202020204" pitchFamily="34" charset="0"/>
              </a:defRPr>
            </a:lvl1pPr>
          </a:lstStyle>
          <a:p>
            <a:fld id="{73490A59-D3E2-A64D-A2FA-D689A8266F0F}" type="slidenum">
              <a:rPr lang="en-US" smtClean="0"/>
              <a:pPr/>
              <a:t>‹#›</a:t>
            </a:fld>
            <a:endParaRPr lang="en-US" dirty="0"/>
          </a:p>
        </p:txBody>
      </p:sp>
      <p:sp>
        <p:nvSpPr>
          <p:cNvPr id="10" name="Picture Placeholder 5">
            <a:extLst>
              <a:ext uri="{FF2B5EF4-FFF2-40B4-BE49-F238E27FC236}">
                <a16:creationId xmlns:a16="http://schemas.microsoft.com/office/drawing/2014/main" id="{0D787197-0846-8850-0229-B27A7BC1B1FD}"/>
              </a:ext>
            </a:extLst>
          </p:cNvPr>
          <p:cNvSpPr>
            <a:spLocks noGrp="1"/>
          </p:cNvSpPr>
          <p:nvPr>
            <p:ph type="pic" sz="quarter" idx="17"/>
          </p:nvPr>
        </p:nvSpPr>
        <p:spPr>
          <a:xfrm>
            <a:off x="0" y="6293610"/>
            <a:ext cx="468000" cy="7200"/>
          </a:xfrm>
          <a:solidFill>
            <a:schemeClr val="bg1"/>
          </a:solidFill>
        </p:spPr>
        <p:txBody>
          <a:bodyPr/>
          <a:lstStyle>
            <a:lvl1pPr marL="0" indent="0">
              <a:buNone/>
              <a:defRPr>
                <a:noFill/>
              </a:defRPr>
            </a:lvl1pPr>
          </a:lstStyle>
          <a:p>
            <a:r>
              <a:rPr lang="en-US"/>
              <a:t>Click icon to add picture</a:t>
            </a:r>
            <a:endParaRPr lang="en-US" dirty="0"/>
          </a:p>
        </p:txBody>
      </p:sp>
      <p:sp>
        <p:nvSpPr>
          <p:cNvPr id="11" name="Picture Placeholder 8">
            <a:extLst>
              <a:ext uri="{FF2B5EF4-FFF2-40B4-BE49-F238E27FC236}">
                <a16:creationId xmlns:a16="http://schemas.microsoft.com/office/drawing/2014/main" id="{3EB6AAA3-2A71-B2D6-3BA1-4C1F5DE85F9F}"/>
              </a:ext>
            </a:extLst>
          </p:cNvPr>
          <p:cNvSpPr>
            <a:spLocks noGrp="1"/>
          </p:cNvSpPr>
          <p:nvPr>
            <p:ph type="pic" sz="quarter" idx="20"/>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509393351"/>
      </p:ext>
    </p:extLst>
  </p:cSld>
  <p:clrMapOvr>
    <a:masterClrMapping/>
  </p:clrMapOvr>
  <p:transition spd="slow">
    <p:wipe dir="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Light_Table_1/2_Hori_Image_V2">
    <p:bg>
      <p:bgPr>
        <a:solidFill>
          <a:schemeClr val="bg1"/>
        </a:solidFill>
        <a:effectLst/>
      </p:bgPr>
    </p:bg>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D9855CDD-ED83-31C6-9E9A-75C05D0CC95A}"/>
              </a:ext>
            </a:extLst>
          </p:cNvPr>
          <p:cNvSpPr>
            <a:spLocks noGrp="1"/>
          </p:cNvSpPr>
          <p:nvPr>
            <p:ph type="body" sz="quarter" idx="10" hasCustomPrompt="1"/>
          </p:nvPr>
        </p:nvSpPr>
        <p:spPr>
          <a:xfrm>
            <a:off x="661975" y="525188"/>
            <a:ext cx="6379387"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6" name="Text Placeholder 4">
            <a:extLst>
              <a:ext uri="{FF2B5EF4-FFF2-40B4-BE49-F238E27FC236}">
                <a16:creationId xmlns:a16="http://schemas.microsoft.com/office/drawing/2014/main" id="{AAB36665-0497-B72F-A182-D4C8F8EEA253}"/>
              </a:ext>
            </a:extLst>
          </p:cNvPr>
          <p:cNvSpPr>
            <a:spLocks noGrp="1"/>
          </p:cNvSpPr>
          <p:nvPr>
            <p:ph type="body" sz="quarter" idx="11" hasCustomPrompt="1"/>
          </p:nvPr>
        </p:nvSpPr>
        <p:spPr>
          <a:xfrm>
            <a:off x="661975" y="903702"/>
            <a:ext cx="6379387"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7" name="Table Placeholder 2">
            <a:extLst>
              <a:ext uri="{FF2B5EF4-FFF2-40B4-BE49-F238E27FC236}">
                <a16:creationId xmlns:a16="http://schemas.microsoft.com/office/drawing/2014/main" id="{184116F3-820A-F703-9815-1B40E35D7A4F}"/>
              </a:ext>
            </a:extLst>
          </p:cNvPr>
          <p:cNvSpPr>
            <a:spLocks noGrp="1"/>
          </p:cNvSpPr>
          <p:nvPr>
            <p:ph type="tbl" sz="quarter" idx="16"/>
          </p:nvPr>
        </p:nvSpPr>
        <p:spPr>
          <a:xfrm>
            <a:off x="647387" y="2031278"/>
            <a:ext cx="11006543" cy="1122165"/>
          </a:xfrm>
        </p:spPr>
        <p:txBody>
          <a:bodyPr>
            <a:normAutofit/>
          </a:bodyPr>
          <a:lstStyle>
            <a:lvl1pPr marL="0" indent="0">
              <a:buNone/>
              <a:defRPr sz="1200">
                <a:solidFill>
                  <a:schemeClr val="tx1"/>
                </a:solidFill>
                <a:latin typeface="+mn-lt"/>
              </a:defRPr>
            </a:lvl1pPr>
          </a:lstStyle>
          <a:p>
            <a:r>
              <a:rPr lang="en-US"/>
              <a:t>Click icon to add table</a:t>
            </a:r>
            <a:endParaRPr lang="en-US" dirty="0"/>
          </a:p>
        </p:txBody>
      </p:sp>
      <p:sp>
        <p:nvSpPr>
          <p:cNvPr id="2" name="Text Placeholder 4">
            <a:extLst>
              <a:ext uri="{FF2B5EF4-FFF2-40B4-BE49-F238E27FC236}">
                <a16:creationId xmlns:a16="http://schemas.microsoft.com/office/drawing/2014/main" id="{41899E25-F91B-156A-5D45-CC4F08AE1DB5}"/>
              </a:ext>
            </a:extLst>
          </p:cNvPr>
          <p:cNvSpPr>
            <a:spLocks noGrp="1"/>
          </p:cNvSpPr>
          <p:nvPr>
            <p:ph type="body" sz="quarter" idx="14" hasCustomPrompt="1"/>
          </p:nvPr>
        </p:nvSpPr>
        <p:spPr>
          <a:xfrm>
            <a:off x="661975" y="3266739"/>
            <a:ext cx="5680092" cy="125419"/>
          </a:xfrm>
        </p:spPr>
        <p:txBody>
          <a:bodyPr wrap="square" lIns="0" tIns="0" rIns="0" bIns="0">
            <a:spAutoFit/>
          </a:bodyPr>
          <a:lstStyle>
            <a:lvl1pPr marL="0" indent="0">
              <a:buClr>
                <a:schemeClr val="bg2"/>
              </a:buClr>
              <a:buFont typeface="System Font Regular"/>
              <a:buNone/>
              <a:defRPr sz="9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3" name="Picture Placeholder 19">
            <a:extLst>
              <a:ext uri="{FF2B5EF4-FFF2-40B4-BE49-F238E27FC236}">
                <a16:creationId xmlns:a16="http://schemas.microsoft.com/office/drawing/2014/main" id="{CA6A2C79-0952-0E31-4448-D3EBC019C0CD}"/>
              </a:ext>
            </a:extLst>
          </p:cNvPr>
          <p:cNvSpPr>
            <a:spLocks noGrp="1"/>
          </p:cNvSpPr>
          <p:nvPr>
            <p:ph type="pic" sz="quarter" idx="13"/>
          </p:nvPr>
        </p:nvSpPr>
        <p:spPr>
          <a:xfrm>
            <a:off x="-1" y="3468720"/>
            <a:ext cx="12192001" cy="3428999"/>
          </a:xfrm>
          <a:solidFill>
            <a:schemeClr val="bg1">
              <a:lumMod val="85000"/>
            </a:schemeClr>
          </a:solidFill>
        </p:spPr>
        <p:txBody>
          <a:bodyPr>
            <a:normAutofit/>
          </a:bodyPr>
          <a:lstStyle>
            <a:lvl1pPr marL="0" indent="0">
              <a:buNone/>
              <a:defRPr sz="100">
                <a:solidFill>
                  <a:schemeClr val="bg1">
                    <a:lumMod val="85000"/>
                  </a:schemeClr>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9" name="Slide Number Placeholder 5">
            <a:extLst>
              <a:ext uri="{FF2B5EF4-FFF2-40B4-BE49-F238E27FC236}">
                <a16:creationId xmlns:a16="http://schemas.microsoft.com/office/drawing/2014/main" id="{C467892D-1E34-0064-AFC0-5B60281E1A89}"/>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Arial" panose="020B0604020202020204" pitchFamily="34" charset="0"/>
                <a:cs typeface="Arial" panose="020B0604020202020204" pitchFamily="34" charset="0"/>
              </a:defRPr>
            </a:lvl1pPr>
          </a:lstStyle>
          <a:p>
            <a:fld id="{73490A59-D3E2-A64D-A2FA-D689A8266F0F}" type="slidenum">
              <a:rPr lang="en-US" smtClean="0"/>
              <a:pPr/>
              <a:t>‹#›</a:t>
            </a:fld>
            <a:endParaRPr lang="en-US" dirty="0"/>
          </a:p>
        </p:txBody>
      </p:sp>
      <p:sp>
        <p:nvSpPr>
          <p:cNvPr id="10" name="Picture Placeholder 5">
            <a:extLst>
              <a:ext uri="{FF2B5EF4-FFF2-40B4-BE49-F238E27FC236}">
                <a16:creationId xmlns:a16="http://schemas.microsoft.com/office/drawing/2014/main" id="{31F089DD-C0D6-9ACE-2E3E-9F51CDA96BC8}"/>
              </a:ext>
            </a:extLst>
          </p:cNvPr>
          <p:cNvSpPr>
            <a:spLocks noGrp="1"/>
          </p:cNvSpPr>
          <p:nvPr>
            <p:ph type="pic" sz="quarter" idx="17"/>
          </p:nvPr>
        </p:nvSpPr>
        <p:spPr>
          <a:xfrm>
            <a:off x="0" y="6293610"/>
            <a:ext cx="468000" cy="7200"/>
          </a:xfrm>
          <a:solidFill>
            <a:schemeClr val="bg1"/>
          </a:solidFill>
        </p:spPr>
        <p:txBody>
          <a:bodyPr/>
          <a:lstStyle>
            <a:lvl1pPr marL="0" indent="0">
              <a:buNone/>
              <a:defRPr>
                <a:noFill/>
              </a:defRPr>
            </a:lvl1pPr>
          </a:lstStyle>
          <a:p>
            <a:r>
              <a:rPr lang="en-US"/>
              <a:t>Click icon to add picture</a:t>
            </a:r>
            <a:endParaRPr lang="en-US" dirty="0"/>
          </a:p>
        </p:txBody>
      </p:sp>
      <p:sp>
        <p:nvSpPr>
          <p:cNvPr id="11" name="Picture Placeholder 8">
            <a:extLst>
              <a:ext uri="{FF2B5EF4-FFF2-40B4-BE49-F238E27FC236}">
                <a16:creationId xmlns:a16="http://schemas.microsoft.com/office/drawing/2014/main" id="{12A68C88-B565-B986-B12E-D66A0D2F2742}"/>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1939820195"/>
      </p:ext>
    </p:extLst>
  </p:cSld>
  <p:clrMapOvr>
    <a:masterClrMapping/>
  </p:clrMapOvr>
  <p:transition spd="slow">
    <p:wipe dir="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ark_Chart_1/2_Hori_Image_V1">
    <p:bg>
      <p:bgPr>
        <a:solidFill>
          <a:schemeClr val="tx1"/>
        </a:solidFill>
        <a:effectLst/>
      </p:bgPr>
    </p:bg>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D9855CDD-ED83-31C6-9E9A-75C05D0CC95A}"/>
              </a:ext>
            </a:extLst>
          </p:cNvPr>
          <p:cNvSpPr>
            <a:spLocks noGrp="1"/>
          </p:cNvSpPr>
          <p:nvPr>
            <p:ph type="body" sz="quarter" idx="10" hasCustomPrompt="1"/>
          </p:nvPr>
        </p:nvSpPr>
        <p:spPr>
          <a:xfrm>
            <a:off x="661975" y="525188"/>
            <a:ext cx="6379387"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6" name="Text Placeholder 4">
            <a:extLst>
              <a:ext uri="{FF2B5EF4-FFF2-40B4-BE49-F238E27FC236}">
                <a16:creationId xmlns:a16="http://schemas.microsoft.com/office/drawing/2014/main" id="{AAB36665-0497-B72F-A182-D4C8F8EEA253}"/>
              </a:ext>
            </a:extLst>
          </p:cNvPr>
          <p:cNvSpPr>
            <a:spLocks noGrp="1"/>
          </p:cNvSpPr>
          <p:nvPr>
            <p:ph type="body" sz="quarter" idx="11" hasCustomPrompt="1"/>
          </p:nvPr>
        </p:nvSpPr>
        <p:spPr>
          <a:xfrm>
            <a:off x="661975" y="903702"/>
            <a:ext cx="6379387"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8" name="Chart Placeholder 3">
            <a:extLst>
              <a:ext uri="{FF2B5EF4-FFF2-40B4-BE49-F238E27FC236}">
                <a16:creationId xmlns:a16="http://schemas.microsoft.com/office/drawing/2014/main" id="{103E7A64-1DDB-9AAD-7160-5DAA6BFF7AD1}"/>
              </a:ext>
            </a:extLst>
          </p:cNvPr>
          <p:cNvSpPr>
            <a:spLocks noGrp="1"/>
          </p:cNvSpPr>
          <p:nvPr>
            <p:ph type="chart" sz="quarter" idx="17"/>
          </p:nvPr>
        </p:nvSpPr>
        <p:spPr>
          <a:xfrm>
            <a:off x="661975" y="2050944"/>
            <a:ext cx="10900651" cy="1122165"/>
          </a:xfrm>
        </p:spPr>
        <p:txBody>
          <a:bodyPr>
            <a:normAutofit/>
          </a:bodyPr>
          <a:lstStyle>
            <a:lvl1pPr marL="0" indent="0">
              <a:buNone/>
              <a:defRPr sz="1200" b="0" i="0">
                <a:solidFill>
                  <a:schemeClr val="bg1"/>
                </a:solidFill>
                <a:latin typeface="+mn-lt"/>
                <a:ea typeface="Red Hat Display" panose="02010303040201060303" pitchFamily="2" charset="0"/>
                <a:cs typeface="Arial" panose="020B0604020202020204" pitchFamily="34" charset="0"/>
              </a:defRPr>
            </a:lvl1pPr>
          </a:lstStyle>
          <a:p>
            <a:r>
              <a:rPr lang="en-US"/>
              <a:t>Click icon to add chart</a:t>
            </a:r>
            <a:endParaRPr lang="en-US" dirty="0"/>
          </a:p>
        </p:txBody>
      </p:sp>
      <p:sp>
        <p:nvSpPr>
          <p:cNvPr id="7" name="Text Placeholder 4">
            <a:extLst>
              <a:ext uri="{FF2B5EF4-FFF2-40B4-BE49-F238E27FC236}">
                <a16:creationId xmlns:a16="http://schemas.microsoft.com/office/drawing/2014/main" id="{779EDC6D-4BD7-70E8-9A88-20F2600F83AC}"/>
              </a:ext>
            </a:extLst>
          </p:cNvPr>
          <p:cNvSpPr>
            <a:spLocks noGrp="1"/>
          </p:cNvSpPr>
          <p:nvPr>
            <p:ph type="body" sz="quarter" idx="14" hasCustomPrompt="1"/>
          </p:nvPr>
        </p:nvSpPr>
        <p:spPr>
          <a:xfrm>
            <a:off x="661975" y="3266739"/>
            <a:ext cx="5680092" cy="125419"/>
          </a:xfrm>
        </p:spPr>
        <p:txBody>
          <a:bodyPr wrap="square" lIns="0" tIns="0" rIns="0" bIns="0">
            <a:spAutoFit/>
          </a:bodyPr>
          <a:lstStyle>
            <a:lvl1pPr marL="0" indent="0">
              <a:buClr>
                <a:schemeClr val="bg2"/>
              </a:buClr>
              <a:buFont typeface="System Font Regular"/>
              <a:buNone/>
              <a:defRPr sz="9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2" name="Picture Placeholder 19">
            <a:extLst>
              <a:ext uri="{FF2B5EF4-FFF2-40B4-BE49-F238E27FC236}">
                <a16:creationId xmlns:a16="http://schemas.microsoft.com/office/drawing/2014/main" id="{BF33984F-2ECB-7232-CAE0-6812B07C7E6C}"/>
              </a:ext>
            </a:extLst>
          </p:cNvPr>
          <p:cNvSpPr>
            <a:spLocks noGrp="1"/>
          </p:cNvSpPr>
          <p:nvPr>
            <p:ph type="pic" sz="quarter" idx="13"/>
          </p:nvPr>
        </p:nvSpPr>
        <p:spPr>
          <a:xfrm>
            <a:off x="-1" y="3468720"/>
            <a:ext cx="12192001" cy="3428999"/>
          </a:xfrm>
          <a:solidFill>
            <a:schemeClr val="bg1">
              <a:lumMod val="85000"/>
            </a:schemeClr>
          </a:solidFill>
        </p:spPr>
        <p:txBody>
          <a:bodyPr>
            <a:normAutofit/>
          </a:bodyPr>
          <a:lstStyle>
            <a:lvl1pPr marL="0" indent="0">
              <a:buNone/>
              <a:defRPr sz="100">
                <a:solidFill>
                  <a:schemeClr val="bg1">
                    <a:lumMod val="85000"/>
                  </a:schemeClr>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9" name="Slide Number Placeholder 5">
            <a:extLst>
              <a:ext uri="{FF2B5EF4-FFF2-40B4-BE49-F238E27FC236}">
                <a16:creationId xmlns:a16="http://schemas.microsoft.com/office/drawing/2014/main" id="{BD14FCF3-65D6-6218-2B4F-8E004DE47623}"/>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Arial" panose="020B0604020202020204" pitchFamily="34" charset="0"/>
                <a:cs typeface="Arial" panose="020B0604020202020204" pitchFamily="34" charset="0"/>
              </a:defRPr>
            </a:lvl1pPr>
          </a:lstStyle>
          <a:p>
            <a:fld id="{73490A59-D3E2-A64D-A2FA-D689A8266F0F}" type="slidenum">
              <a:rPr lang="en-US" smtClean="0"/>
              <a:pPr/>
              <a:t>‹#›</a:t>
            </a:fld>
            <a:endParaRPr lang="en-US" dirty="0"/>
          </a:p>
        </p:txBody>
      </p:sp>
      <p:sp>
        <p:nvSpPr>
          <p:cNvPr id="10" name="Picture Placeholder 5">
            <a:extLst>
              <a:ext uri="{FF2B5EF4-FFF2-40B4-BE49-F238E27FC236}">
                <a16:creationId xmlns:a16="http://schemas.microsoft.com/office/drawing/2014/main" id="{3AFD386E-523F-35EE-A147-783EFA403CAC}"/>
              </a:ext>
            </a:extLst>
          </p:cNvPr>
          <p:cNvSpPr>
            <a:spLocks noGrp="1"/>
          </p:cNvSpPr>
          <p:nvPr>
            <p:ph type="pic" sz="quarter" idx="18"/>
          </p:nvPr>
        </p:nvSpPr>
        <p:spPr>
          <a:xfrm>
            <a:off x="0" y="6293610"/>
            <a:ext cx="468000" cy="7200"/>
          </a:xfrm>
          <a:solidFill>
            <a:schemeClr val="bg1"/>
          </a:solidFill>
        </p:spPr>
        <p:txBody>
          <a:bodyPr/>
          <a:lstStyle>
            <a:lvl1pPr marL="0" indent="0">
              <a:buNone/>
              <a:defRPr>
                <a:noFill/>
              </a:defRPr>
            </a:lvl1pPr>
          </a:lstStyle>
          <a:p>
            <a:r>
              <a:rPr lang="en-US"/>
              <a:t>Click icon to add picture</a:t>
            </a:r>
            <a:endParaRPr lang="en-US" dirty="0"/>
          </a:p>
        </p:txBody>
      </p:sp>
      <p:sp>
        <p:nvSpPr>
          <p:cNvPr id="11" name="Picture Placeholder 8">
            <a:extLst>
              <a:ext uri="{FF2B5EF4-FFF2-40B4-BE49-F238E27FC236}">
                <a16:creationId xmlns:a16="http://schemas.microsoft.com/office/drawing/2014/main" id="{72944746-1C7D-7EBC-0ED4-9E738C717BFE}"/>
              </a:ext>
            </a:extLst>
          </p:cNvPr>
          <p:cNvSpPr>
            <a:spLocks noGrp="1"/>
          </p:cNvSpPr>
          <p:nvPr>
            <p:ph type="pic" sz="quarter" idx="20"/>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211758410"/>
      </p:ext>
    </p:extLst>
  </p:cSld>
  <p:clrMapOvr>
    <a:masterClrMapping/>
  </p:clrMapOvr>
  <p:transition spd="slow">
    <p:wipe dir="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ark_Chart_1/2_Hori_Image_V2">
    <p:bg>
      <p:bgPr>
        <a:solidFill>
          <a:schemeClr val="tx1"/>
        </a:solidFill>
        <a:effectLst/>
      </p:bgPr>
    </p:bg>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D9855CDD-ED83-31C6-9E9A-75C05D0CC95A}"/>
              </a:ext>
            </a:extLst>
          </p:cNvPr>
          <p:cNvSpPr>
            <a:spLocks noGrp="1"/>
          </p:cNvSpPr>
          <p:nvPr>
            <p:ph type="body" sz="quarter" idx="10" hasCustomPrompt="1"/>
          </p:nvPr>
        </p:nvSpPr>
        <p:spPr>
          <a:xfrm>
            <a:off x="661975" y="525188"/>
            <a:ext cx="6379387"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6" name="Text Placeholder 4">
            <a:extLst>
              <a:ext uri="{FF2B5EF4-FFF2-40B4-BE49-F238E27FC236}">
                <a16:creationId xmlns:a16="http://schemas.microsoft.com/office/drawing/2014/main" id="{AAB36665-0497-B72F-A182-D4C8F8EEA253}"/>
              </a:ext>
            </a:extLst>
          </p:cNvPr>
          <p:cNvSpPr>
            <a:spLocks noGrp="1"/>
          </p:cNvSpPr>
          <p:nvPr>
            <p:ph type="body" sz="quarter" idx="11" hasCustomPrompt="1"/>
          </p:nvPr>
        </p:nvSpPr>
        <p:spPr>
          <a:xfrm>
            <a:off x="661975" y="903702"/>
            <a:ext cx="6379387"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7" name="Chart Placeholder 3">
            <a:extLst>
              <a:ext uri="{FF2B5EF4-FFF2-40B4-BE49-F238E27FC236}">
                <a16:creationId xmlns:a16="http://schemas.microsoft.com/office/drawing/2014/main" id="{D59AC407-1DC4-D6A0-2DDC-5A24EBAD0C77}"/>
              </a:ext>
            </a:extLst>
          </p:cNvPr>
          <p:cNvSpPr>
            <a:spLocks noGrp="1"/>
          </p:cNvSpPr>
          <p:nvPr>
            <p:ph type="chart" sz="quarter" idx="17"/>
          </p:nvPr>
        </p:nvSpPr>
        <p:spPr>
          <a:xfrm>
            <a:off x="661975" y="2050944"/>
            <a:ext cx="10900651" cy="1122165"/>
          </a:xfrm>
        </p:spPr>
        <p:txBody>
          <a:bodyPr>
            <a:normAutofit/>
          </a:bodyPr>
          <a:lstStyle>
            <a:lvl1pPr marL="0" indent="0">
              <a:buNone/>
              <a:defRPr sz="1200" b="0" i="0">
                <a:solidFill>
                  <a:schemeClr val="bg1"/>
                </a:solidFill>
                <a:latin typeface="+mn-lt"/>
                <a:ea typeface="Red Hat Display" panose="02010303040201060303" pitchFamily="2" charset="0"/>
                <a:cs typeface="Arial" panose="020B0604020202020204" pitchFamily="34" charset="0"/>
              </a:defRPr>
            </a:lvl1pPr>
          </a:lstStyle>
          <a:p>
            <a:r>
              <a:rPr lang="en-US"/>
              <a:t>Click icon to add chart</a:t>
            </a:r>
            <a:endParaRPr lang="en-US" dirty="0"/>
          </a:p>
        </p:txBody>
      </p:sp>
      <p:sp>
        <p:nvSpPr>
          <p:cNvPr id="8" name="Text Placeholder 4">
            <a:extLst>
              <a:ext uri="{FF2B5EF4-FFF2-40B4-BE49-F238E27FC236}">
                <a16:creationId xmlns:a16="http://schemas.microsoft.com/office/drawing/2014/main" id="{AA31B309-56C2-049C-6EA4-C381FF7100A6}"/>
              </a:ext>
            </a:extLst>
          </p:cNvPr>
          <p:cNvSpPr>
            <a:spLocks noGrp="1"/>
          </p:cNvSpPr>
          <p:nvPr>
            <p:ph type="body" sz="quarter" idx="14" hasCustomPrompt="1"/>
          </p:nvPr>
        </p:nvSpPr>
        <p:spPr>
          <a:xfrm>
            <a:off x="661975" y="3266739"/>
            <a:ext cx="5680092" cy="125419"/>
          </a:xfrm>
        </p:spPr>
        <p:txBody>
          <a:bodyPr wrap="square" lIns="0" tIns="0" rIns="0" bIns="0">
            <a:spAutoFit/>
          </a:bodyPr>
          <a:lstStyle>
            <a:lvl1pPr marL="0" indent="0">
              <a:buClr>
                <a:schemeClr val="bg2"/>
              </a:buClr>
              <a:buFont typeface="System Font Regular"/>
              <a:buNone/>
              <a:defRPr sz="9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6" name="Picture Placeholder 19">
            <a:extLst>
              <a:ext uri="{FF2B5EF4-FFF2-40B4-BE49-F238E27FC236}">
                <a16:creationId xmlns:a16="http://schemas.microsoft.com/office/drawing/2014/main" id="{FAEAF329-EF4C-1D9F-0811-DACDCC615860}"/>
              </a:ext>
            </a:extLst>
          </p:cNvPr>
          <p:cNvSpPr>
            <a:spLocks noGrp="1"/>
          </p:cNvSpPr>
          <p:nvPr>
            <p:ph type="pic" sz="quarter" idx="13"/>
          </p:nvPr>
        </p:nvSpPr>
        <p:spPr>
          <a:xfrm>
            <a:off x="-1" y="3468720"/>
            <a:ext cx="12192001" cy="3428999"/>
          </a:xfrm>
          <a:solidFill>
            <a:schemeClr val="bg1">
              <a:lumMod val="85000"/>
            </a:schemeClr>
          </a:solidFill>
        </p:spPr>
        <p:txBody>
          <a:bodyPr>
            <a:normAutofit/>
          </a:bodyPr>
          <a:lstStyle>
            <a:lvl1pPr marL="0" indent="0">
              <a:buNone/>
              <a:defRPr sz="100">
                <a:solidFill>
                  <a:schemeClr val="bg1">
                    <a:lumMod val="85000"/>
                  </a:schemeClr>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9" name="Slide Number Placeholder 5">
            <a:extLst>
              <a:ext uri="{FF2B5EF4-FFF2-40B4-BE49-F238E27FC236}">
                <a16:creationId xmlns:a16="http://schemas.microsoft.com/office/drawing/2014/main" id="{7D57DC96-6113-6EE3-1EA7-112D35796E62}"/>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Arial" panose="020B0604020202020204" pitchFamily="34" charset="0"/>
                <a:cs typeface="Arial" panose="020B0604020202020204" pitchFamily="34" charset="0"/>
              </a:defRPr>
            </a:lvl1pPr>
          </a:lstStyle>
          <a:p>
            <a:fld id="{73490A59-D3E2-A64D-A2FA-D689A8266F0F}" type="slidenum">
              <a:rPr lang="en-US" smtClean="0"/>
              <a:pPr/>
              <a:t>‹#›</a:t>
            </a:fld>
            <a:endParaRPr lang="en-US" dirty="0"/>
          </a:p>
        </p:txBody>
      </p:sp>
      <p:sp>
        <p:nvSpPr>
          <p:cNvPr id="10" name="Picture Placeholder 5">
            <a:extLst>
              <a:ext uri="{FF2B5EF4-FFF2-40B4-BE49-F238E27FC236}">
                <a16:creationId xmlns:a16="http://schemas.microsoft.com/office/drawing/2014/main" id="{38E4E17D-5D74-2BFA-EDE9-114909ADBC5E}"/>
              </a:ext>
            </a:extLst>
          </p:cNvPr>
          <p:cNvSpPr>
            <a:spLocks noGrp="1"/>
          </p:cNvSpPr>
          <p:nvPr>
            <p:ph type="pic" sz="quarter" idx="18"/>
          </p:nvPr>
        </p:nvSpPr>
        <p:spPr>
          <a:xfrm>
            <a:off x="0" y="6293610"/>
            <a:ext cx="468000" cy="7200"/>
          </a:xfrm>
          <a:solidFill>
            <a:schemeClr val="bg1"/>
          </a:solidFill>
        </p:spPr>
        <p:txBody>
          <a:bodyPr/>
          <a:lstStyle>
            <a:lvl1pPr marL="0" indent="0">
              <a:buNone/>
              <a:defRPr>
                <a:noFill/>
              </a:defRPr>
            </a:lvl1pPr>
          </a:lstStyle>
          <a:p>
            <a:r>
              <a:rPr lang="en-US"/>
              <a:t>Click icon to add picture</a:t>
            </a:r>
            <a:endParaRPr lang="en-US" dirty="0"/>
          </a:p>
        </p:txBody>
      </p:sp>
      <p:sp>
        <p:nvSpPr>
          <p:cNvPr id="11" name="Picture Placeholder 8">
            <a:extLst>
              <a:ext uri="{FF2B5EF4-FFF2-40B4-BE49-F238E27FC236}">
                <a16:creationId xmlns:a16="http://schemas.microsoft.com/office/drawing/2014/main" id="{CC283341-9E97-5569-C4B6-3940C71574F1}"/>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2657499302"/>
      </p:ext>
    </p:extLst>
  </p:cSld>
  <p:clrMapOvr>
    <a:masterClrMapping/>
  </p:clrMapOvr>
  <p:transition spd="slow">
    <p:wipe dir="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Light_Chart_1/2_Hori_Image_V1">
    <p:bg>
      <p:bgPr>
        <a:solidFill>
          <a:schemeClr val="bg1"/>
        </a:solidFill>
        <a:effectLst/>
      </p:bgPr>
    </p:bg>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D9855CDD-ED83-31C6-9E9A-75C05D0CC95A}"/>
              </a:ext>
            </a:extLst>
          </p:cNvPr>
          <p:cNvSpPr>
            <a:spLocks noGrp="1"/>
          </p:cNvSpPr>
          <p:nvPr>
            <p:ph type="body" sz="quarter" idx="10" hasCustomPrompt="1"/>
          </p:nvPr>
        </p:nvSpPr>
        <p:spPr>
          <a:xfrm>
            <a:off x="661975" y="525188"/>
            <a:ext cx="6379387"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6" name="Text Placeholder 4">
            <a:extLst>
              <a:ext uri="{FF2B5EF4-FFF2-40B4-BE49-F238E27FC236}">
                <a16:creationId xmlns:a16="http://schemas.microsoft.com/office/drawing/2014/main" id="{AAB36665-0497-B72F-A182-D4C8F8EEA253}"/>
              </a:ext>
            </a:extLst>
          </p:cNvPr>
          <p:cNvSpPr>
            <a:spLocks noGrp="1"/>
          </p:cNvSpPr>
          <p:nvPr>
            <p:ph type="body" sz="quarter" idx="11" hasCustomPrompt="1"/>
          </p:nvPr>
        </p:nvSpPr>
        <p:spPr>
          <a:xfrm>
            <a:off x="661975" y="903702"/>
            <a:ext cx="6379387"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8" name="Chart Placeholder 3">
            <a:extLst>
              <a:ext uri="{FF2B5EF4-FFF2-40B4-BE49-F238E27FC236}">
                <a16:creationId xmlns:a16="http://schemas.microsoft.com/office/drawing/2014/main" id="{59A6BBEF-4C7F-D2F4-C613-7DCE2B22EBFA}"/>
              </a:ext>
            </a:extLst>
          </p:cNvPr>
          <p:cNvSpPr>
            <a:spLocks noGrp="1"/>
          </p:cNvSpPr>
          <p:nvPr>
            <p:ph type="chart" sz="quarter" idx="17"/>
          </p:nvPr>
        </p:nvSpPr>
        <p:spPr>
          <a:xfrm>
            <a:off x="661975" y="2050944"/>
            <a:ext cx="10900651" cy="1122165"/>
          </a:xfrm>
        </p:spPr>
        <p:txBody>
          <a:bodyPr>
            <a:normAutofit/>
          </a:bodyPr>
          <a:lstStyle>
            <a:lvl1pPr marL="0" indent="0">
              <a:buNone/>
              <a:defRPr sz="1200" b="0" i="0">
                <a:solidFill>
                  <a:schemeClr val="tx1"/>
                </a:solidFill>
                <a:latin typeface="+mn-lt"/>
                <a:ea typeface="Red Hat Display" panose="02010303040201060303" pitchFamily="2" charset="0"/>
                <a:cs typeface="Arial" panose="020B0604020202020204" pitchFamily="34" charset="0"/>
              </a:defRPr>
            </a:lvl1pPr>
          </a:lstStyle>
          <a:p>
            <a:r>
              <a:rPr lang="en-US"/>
              <a:t>Click icon to add chart</a:t>
            </a:r>
            <a:endParaRPr lang="en-US" dirty="0"/>
          </a:p>
        </p:txBody>
      </p:sp>
      <p:sp>
        <p:nvSpPr>
          <p:cNvPr id="2" name="Text Placeholder 4">
            <a:extLst>
              <a:ext uri="{FF2B5EF4-FFF2-40B4-BE49-F238E27FC236}">
                <a16:creationId xmlns:a16="http://schemas.microsoft.com/office/drawing/2014/main" id="{760400C2-9A06-2E82-9FAE-1FBA0AED80DD}"/>
              </a:ext>
            </a:extLst>
          </p:cNvPr>
          <p:cNvSpPr>
            <a:spLocks noGrp="1"/>
          </p:cNvSpPr>
          <p:nvPr>
            <p:ph type="body" sz="quarter" idx="14" hasCustomPrompt="1"/>
          </p:nvPr>
        </p:nvSpPr>
        <p:spPr>
          <a:xfrm>
            <a:off x="661975" y="3266739"/>
            <a:ext cx="5680092" cy="125419"/>
          </a:xfrm>
        </p:spPr>
        <p:txBody>
          <a:bodyPr wrap="square" lIns="0" tIns="0" rIns="0" bIns="0">
            <a:spAutoFit/>
          </a:bodyPr>
          <a:lstStyle>
            <a:lvl1pPr marL="0" indent="0">
              <a:buClr>
                <a:schemeClr val="bg2"/>
              </a:buClr>
              <a:buFont typeface="System Font Regular"/>
              <a:buNone/>
              <a:defRPr sz="9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3" name="Picture Placeholder 19">
            <a:extLst>
              <a:ext uri="{FF2B5EF4-FFF2-40B4-BE49-F238E27FC236}">
                <a16:creationId xmlns:a16="http://schemas.microsoft.com/office/drawing/2014/main" id="{E46A717E-B8CC-F525-D3C5-D41270C4A8F8}"/>
              </a:ext>
            </a:extLst>
          </p:cNvPr>
          <p:cNvSpPr>
            <a:spLocks noGrp="1"/>
          </p:cNvSpPr>
          <p:nvPr>
            <p:ph type="pic" sz="quarter" idx="13"/>
          </p:nvPr>
        </p:nvSpPr>
        <p:spPr>
          <a:xfrm>
            <a:off x="-1" y="3468720"/>
            <a:ext cx="12192001" cy="3428999"/>
          </a:xfrm>
          <a:solidFill>
            <a:schemeClr val="bg1">
              <a:lumMod val="85000"/>
            </a:schemeClr>
          </a:solidFill>
        </p:spPr>
        <p:txBody>
          <a:bodyPr>
            <a:normAutofit/>
          </a:bodyPr>
          <a:lstStyle>
            <a:lvl1pPr marL="0" indent="0">
              <a:buNone/>
              <a:defRPr sz="100">
                <a:solidFill>
                  <a:schemeClr val="bg1">
                    <a:lumMod val="85000"/>
                  </a:schemeClr>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4" name="Slide Number Placeholder 5">
            <a:extLst>
              <a:ext uri="{FF2B5EF4-FFF2-40B4-BE49-F238E27FC236}">
                <a16:creationId xmlns:a16="http://schemas.microsoft.com/office/drawing/2014/main" id="{3F8573CC-6204-8EE5-1CA3-A8AD395E20CB}"/>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Arial" panose="020B0604020202020204" pitchFamily="34" charset="0"/>
                <a:cs typeface="Arial" panose="020B0604020202020204" pitchFamily="34" charset="0"/>
              </a:defRPr>
            </a:lvl1pPr>
          </a:lstStyle>
          <a:p>
            <a:fld id="{73490A59-D3E2-A64D-A2FA-D689A8266F0F}" type="slidenum">
              <a:rPr lang="en-US" smtClean="0"/>
              <a:pPr/>
              <a:t>‹#›</a:t>
            </a:fld>
            <a:endParaRPr lang="en-US" dirty="0"/>
          </a:p>
        </p:txBody>
      </p:sp>
      <p:sp>
        <p:nvSpPr>
          <p:cNvPr id="10" name="Picture Placeholder 5">
            <a:extLst>
              <a:ext uri="{FF2B5EF4-FFF2-40B4-BE49-F238E27FC236}">
                <a16:creationId xmlns:a16="http://schemas.microsoft.com/office/drawing/2014/main" id="{2B11AC67-4800-8FDB-B29C-E6B8552253C4}"/>
              </a:ext>
            </a:extLst>
          </p:cNvPr>
          <p:cNvSpPr>
            <a:spLocks noGrp="1"/>
          </p:cNvSpPr>
          <p:nvPr>
            <p:ph type="pic" sz="quarter" idx="18"/>
          </p:nvPr>
        </p:nvSpPr>
        <p:spPr>
          <a:xfrm>
            <a:off x="0" y="6293610"/>
            <a:ext cx="468000" cy="7200"/>
          </a:xfrm>
          <a:solidFill>
            <a:schemeClr val="bg1"/>
          </a:solidFill>
        </p:spPr>
        <p:txBody>
          <a:bodyPr/>
          <a:lstStyle>
            <a:lvl1pPr marL="0" indent="0">
              <a:buNone/>
              <a:defRPr>
                <a:noFill/>
              </a:defRPr>
            </a:lvl1pPr>
          </a:lstStyle>
          <a:p>
            <a:r>
              <a:rPr lang="en-US"/>
              <a:t>Click icon to add picture</a:t>
            </a:r>
            <a:endParaRPr lang="en-US" dirty="0"/>
          </a:p>
        </p:txBody>
      </p:sp>
      <p:sp>
        <p:nvSpPr>
          <p:cNvPr id="11" name="Picture Placeholder 8">
            <a:extLst>
              <a:ext uri="{FF2B5EF4-FFF2-40B4-BE49-F238E27FC236}">
                <a16:creationId xmlns:a16="http://schemas.microsoft.com/office/drawing/2014/main" id="{CA8BC140-9AFD-D305-B80B-DDAE98F0E1E4}"/>
              </a:ext>
            </a:extLst>
          </p:cNvPr>
          <p:cNvSpPr>
            <a:spLocks noGrp="1"/>
          </p:cNvSpPr>
          <p:nvPr>
            <p:ph type="pic" sz="quarter" idx="20"/>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2525106323"/>
      </p:ext>
    </p:extLst>
  </p:cSld>
  <p:clrMapOvr>
    <a:masterClrMapping/>
  </p:clrMapOvr>
  <p:transition spd="slow">
    <p:wipe dir="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Light_Chart_1/2_Hori_Image_V2">
    <p:bg>
      <p:bgPr>
        <a:solidFill>
          <a:schemeClr val="bg1"/>
        </a:solidFill>
        <a:effectLst/>
      </p:bgPr>
    </p:bg>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D9855CDD-ED83-31C6-9E9A-75C05D0CC95A}"/>
              </a:ext>
            </a:extLst>
          </p:cNvPr>
          <p:cNvSpPr>
            <a:spLocks noGrp="1"/>
          </p:cNvSpPr>
          <p:nvPr>
            <p:ph type="body" sz="quarter" idx="10" hasCustomPrompt="1"/>
          </p:nvPr>
        </p:nvSpPr>
        <p:spPr>
          <a:xfrm>
            <a:off x="661975" y="525188"/>
            <a:ext cx="6379387"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6" name="Text Placeholder 4">
            <a:extLst>
              <a:ext uri="{FF2B5EF4-FFF2-40B4-BE49-F238E27FC236}">
                <a16:creationId xmlns:a16="http://schemas.microsoft.com/office/drawing/2014/main" id="{AAB36665-0497-B72F-A182-D4C8F8EEA253}"/>
              </a:ext>
            </a:extLst>
          </p:cNvPr>
          <p:cNvSpPr>
            <a:spLocks noGrp="1"/>
          </p:cNvSpPr>
          <p:nvPr>
            <p:ph type="body" sz="quarter" idx="11" hasCustomPrompt="1"/>
          </p:nvPr>
        </p:nvSpPr>
        <p:spPr>
          <a:xfrm>
            <a:off x="661975" y="903702"/>
            <a:ext cx="6379387"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8" name="Chart Placeholder 3">
            <a:extLst>
              <a:ext uri="{FF2B5EF4-FFF2-40B4-BE49-F238E27FC236}">
                <a16:creationId xmlns:a16="http://schemas.microsoft.com/office/drawing/2014/main" id="{B64C2601-B5F0-CF0C-57E0-2501828CE759}"/>
              </a:ext>
            </a:extLst>
          </p:cNvPr>
          <p:cNvSpPr>
            <a:spLocks noGrp="1"/>
          </p:cNvSpPr>
          <p:nvPr>
            <p:ph type="chart" sz="quarter" idx="17"/>
          </p:nvPr>
        </p:nvSpPr>
        <p:spPr>
          <a:xfrm>
            <a:off x="661975" y="2050944"/>
            <a:ext cx="10900651" cy="1122165"/>
          </a:xfrm>
        </p:spPr>
        <p:txBody>
          <a:bodyPr>
            <a:normAutofit/>
          </a:bodyPr>
          <a:lstStyle>
            <a:lvl1pPr marL="0" indent="0">
              <a:buNone/>
              <a:defRPr sz="1200" b="0" i="0">
                <a:solidFill>
                  <a:schemeClr val="tx1"/>
                </a:solidFill>
                <a:latin typeface="+mn-lt"/>
                <a:ea typeface="Red Hat Display" panose="02010303040201060303" pitchFamily="2" charset="0"/>
                <a:cs typeface="Arial" panose="020B0604020202020204" pitchFamily="34" charset="0"/>
              </a:defRPr>
            </a:lvl1pPr>
          </a:lstStyle>
          <a:p>
            <a:r>
              <a:rPr lang="en-US"/>
              <a:t>Click icon to add chart</a:t>
            </a:r>
            <a:endParaRPr lang="en-US" dirty="0"/>
          </a:p>
        </p:txBody>
      </p:sp>
      <p:sp>
        <p:nvSpPr>
          <p:cNvPr id="2" name="Text Placeholder 4">
            <a:extLst>
              <a:ext uri="{FF2B5EF4-FFF2-40B4-BE49-F238E27FC236}">
                <a16:creationId xmlns:a16="http://schemas.microsoft.com/office/drawing/2014/main" id="{E306DC47-4E9C-7E7F-F0CE-EBCAEC0E7989}"/>
              </a:ext>
            </a:extLst>
          </p:cNvPr>
          <p:cNvSpPr>
            <a:spLocks noGrp="1"/>
          </p:cNvSpPr>
          <p:nvPr>
            <p:ph type="body" sz="quarter" idx="14" hasCustomPrompt="1"/>
          </p:nvPr>
        </p:nvSpPr>
        <p:spPr>
          <a:xfrm>
            <a:off x="661975" y="3266739"/>
            <a:ext cx="5680092" cy="125419"/>
          </a:xfrm>
        </p:spPr>
        <p:txBody>
          <a:bodyPr wrap="square" lIns="0" tIns="0" rIns="0" bIns="0">
            <a:spAutoFit/>
          </a:bodyPr>
          <a:lstStyle>
            <a:lvl1pPr marL="0" indent="0">
              <a:buClr>
                <a:schemeClr val="bg2"/>
              </a:buClr>
              <a:buFont typeface="System Font Regular"/>
              <a:buNone/>
              <a:defRPr sz="9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7" name="Picture Placeholder 19">
            <a:extLst>
              <a:ext uri="{FF2B5EF4-FFF2-40B4-BE49-F238E27FC236}">
                <a16:creationId xmlns:a16="http://schemas.microsoft.com/office/drawing/2014/main" id="{8AD80349-2512-6780-D11D-C38367CD508D}"/>
              </a:ext>
            </a:extLst>
          </p:cNvPr>
          <p:cNvSpPr>
            <a:spLocks noGrp="1"/>
          </p:cNvSpPr>
          <p:nvPr>
            <p:ph type="pic" sz="quarter" idx="13"/>
          </p:nvPr>
        </p:nvSpPr>
        <p:spPr>
          <a:xfrm>
            <a:off x="-1" y="3468720"/>
            <a:ext cx="12192001" cy="3428999"/>
          </a:xfrm>
          <a:solidFill>
            <a:schemeClr val="bg1">
              <a:lumMod val="85000"/>
            </a:schemeClr>
          </a:solidFill>
        </p:spPr>
        <p:txBody>
          <a:bodyPr>
            <a:normAutofit/>
          </a:bodyPr>
          <a:lstStyle>
            <a:lvl1pPr marL="0" indent="0">
              <a:buNone/>
              <a:defRPr sz="100">
                <a:solidFill>
                  <a:schemeClr val="bg1">
                    <a:lumMod val="85000"/>
                  </a:schemeClr>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9" name="Slide Number Placeholder 5">
            <a:extLst>
              <a:ext uri="{FF2B5EF4-FFF2-40B4-BE49-F238E27FC236}">
                <a16:creationId xmlns:a16="http://schemas.microsoft.com/office/drawing/2014/main" id="{A2D041F8-3F26-41D4-7D3D-DA1005244B35}"/>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Arial" panose="020B0604020202020204" pitchFamily="34" charset="0"/>
                <a:cs typeface="Arial" panose="020B0604020202020204" pitchFamily="34" charset="0"/>
              </a:defRPr>
            </a:lvl1pPr>
          </a:lstStyle>
          <a:p>
            <a:fld id="{73490A59-D3E2-A64D-A2FA-D689A8266F0F}" type="slidenum">
              <a:rPr lang="en-US" smtClean="0"/>
              <a:pPr/>
              <a:t>‹#›</a:t>
            </a:fld>
            <a:endParaRPr lang="en-US" dirty="0"/>
          </a:p>
        </p:txBody>
      </p:sp>
      <p:sp>
        <p:nvSpPr>
          <p:cNvPr id="10" name="Picture Placeholder 5">
            <a:extLst>
              <a:ext uri="{FF2B5EF4-FFF2-40B4-BE49-F238E27FC236}">
                <a16:creationId xmlns:a16="http://schemas.microsoft.com/office/drawing/2014/main" id="{2D89DA0B-F01B-B88F-9292-EE0AE8756F64}"/>
              </a:ext>
            </a:extLst>
          </p:cNvPr>
          <p:cNvSpPr>
            <a:spLocks noGrp="1"/>
          </p:cNvSpPr>
          <p:nvPr>
            <p:ph type="pic" sz="quarter" idx="18"/>
          </p:nvPr>
        </p:nvSpPr>
        <p:spPr>
          <a:xfrm>
            <a:off x="0" y="6293610"/>
            <a:ext cx="468000" cy="7200"/>
          </a:xfrm>
          <a:solidFill>
            <a:schemeClr val="bg1"/>
          </a:solidFill>
        </p:spPr>
        <p:txBody>
          <a:bodyPr/>
          <a:lstStyle>
            <a:lvl1pPr marL="0" indent="0">
              <a:buNone/>
              <a:defRPr>
                <a:noFill/>
              </a:defRPr>
            </a:lvl1pPr>
          </a:lstStyle>
          <a:p>
            <a:r>
              <a:rPr lang="en-US"/>
              <a:t>Click icon to add picture</a:t>
            </a:r>
            <a:endParaRPr lang="en-US" dirty="0"/>
          </a:p>
        </p:txBody>
      </p:sp>
      <p:sp>
        <p:nvSpPr>
          <p:cNvPr id="11" name="Picture Placeholder 8">
            <a:extLst>
              <a:ext uri="{FF2B5EF4-FFF2-40B4-BE49-F238E27FC236}">
                <a16:creationId xmlns:a16="http://schemas.microsoft.com/office/drawing/2014/main" id="{AC9F78B0-CE0F-E15C-8E68-4CFB3E3A6DAE}"/>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3621831419"/>
      </p:ext>
    </p:extLst>
  </p:cSld>
  <p:clrMapOvr>
    <a:masterClrMapping/>
  </p:clrMapOvr>
  <p:transition spd="slow">
    <p:wipe dir="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ark_Copy_1/4_Vert_Image_V1">
    <p:bg>
      <p:bgPr>
        <a:solidFill>
          <a:schemeClr val="tx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FEEC4D5-748C-526C-C78D-3A392DC0309E}"/>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DF1DA272-BA98-C888-DDE1-5838B25703A0}"/>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mn-lt"/>
              </a:defRPr>
            </a:lvl1pPr>
          </a:lstStyle>
          <a:p>
            <a:fld id="{73490A59-D3E2-A64D-A2FA-D689A8266F0F}" type="slidenum">
              <a:rPr lang="en-US" smtClean="0"/>
              <a:pPr/>
              <a:t>‹#›</a:t>
            </a:fld>
            <a:endParaRPr lang="en-US" dirty="0"/>
          </a:p>
        </p:txBody>
      </p:sp>
      <p:sp>
        <p:nvSpPr>
          <p:cNvPr id="15" name="Text Placeholder 4">
            <a:extLst>
              <a:ext uri="{FF2B5EF4-FFF2-40B4-BE49-F238E27FC236}">
                <a16:creationId xmlns:a16="http://schemas.microsoft.com/office/drawing/2014/main" id="{D9855CDD-ED83-31C6-9E9A-75C05D0CC95A}"/>
              </a:ext>
            </a:extLst>
          </p:cNvPr>
          <p:cNvSpPr>
            <a:spLocks noGrp="1"/>
          </p:cNvSpPr>
          <p:nvPr>
            <p:ph type="body" sz="quarter" idx="10" hasCustomPrompt="1"/>
          </p:nvPr>
        </p:nvSpPr>
        <p:spPr>
          <a:xfrm>
            <a:off x="661975" y="525188"/>
            <a:ext cx="7781938"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6" name="Text Placeholder 4">
            <a:extLst>
              <a:ext uri="{FF2B5EF4-FFF2-40B4-BE49-F238E27FC236}">
                <a16:creationId xmlns:a16="http://schemas.microsoft.com/office/drawing/2014/main" id="{AAB36665-0497-B72F-A182-D4C8F8EEA253}"/>
              </a:ext>
            </a:extLst>
          </p:cNvPr>
          <p:cNvSpPr>
            <a:spLocks noGrp="1"/>
          </p:cNvSpPr>
          <p:nvPr>
            <p:ph type="body" sz="quarter" idx="11" hasCustomPrompt="1"/>
          </p:nvPr>
        </p:nvSpPr>
        <p:spPr>
          <a:xfrm>
            <a:off x="661975" y="903702"/>
            <a:ext cx="7781938"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4" name="Text Placeholder 4">
            <a:extLst>
              <a:ext uri="{FF2B5EF4-FFF2-40B4-BE49-F238E27FC236}">
                <a16:creationId xmlns:a16="http://schemas.microsoft.com/office/drawing/2014/main" id="{AF31F377-0EDA-66AC-1221-52FE948E35D9}"/>
              </a:ext>
            </a:extLst>
          </p:cNvPr>
          <p:cNvSpPr>
            <a:spLocks noGrp="1"/>
          </p:cNvSpPr>
          <p:nvPr>
            <p:ph type="body" sz="quarter" idx="14"/>
          </p:nvPr>
        </p:nvSpPr>
        <p:spPr>
          <a:xfrm>
            <a:off x="647387" y="2048646"/>
            <a:ext cx="7796526" cy="4068375"/>
          </a:xfrm>
        </p:spPr>
        <p:txBody>
          <a:bodyPr wrap="square" lIns="0" tIns="0" rIns="0" bIns="0">
            <a:noAutofit/>
          </a:bodyPr>
          <a:lstStyle>
            <a:lvl1pPr marL="285750" indent="-285750">
              <a:buClr>
                <a:schemeClr val="accent2"/>
              </a:buClr>
              <a:buFont typeface="System Font Regular"/>
              <a:buChar char="&gt;"/>
              <a:defRPr sz="2300" b="0" i="0" cap="none" baseline="0">
                <a:solidFill>
                  <a:schemeClr val="bg1"/>
                </a:solidFill>
                <a:latin typeface="+mn-lt"/>
                <a:ea typeface="Red Hat Display" panose="02010303040201060303" pitchFamily="2" charset="0"/>
                <a:cs typeface="Arial" panose="020B0604020202020204" pitchFamily="34" charset="0"/>
              </a:defRPr>
            </a:lvl1pPr>
            <a:lvl2pPr marL="628650" indent="-285750">
              <a:buClr>
                <a:schemeClr val="accent2"/>
              </a:buClr>
              <a:buFont typeface="Arial" panose="020B0604020202020204" pitchFamily="34" charset="0"/>
              <a:buChar char="•"/>
              <a:defRPr sz="2000" b="0" i="0" cap="none" baseline="0">
                <a:solidFill>
                  <a:schemeClr val="bg1"/>
                </a:solidFill>
                <a:latin typeface="+mn-lt"/>
                <a:ea typeface="Red Hat Display" panose="02010303040201060303" pitchFamily="2" charset="0"/>
                <a:cs typeface="Arial" panose="020B0604020202020204" pitchFamily="34" charset="0"/>
              </a:defRPr>
            </a:lvl2pPr>
            <a:lvl3pPr marL="1069975" indent="-384175">
              <a:buClr>
                <a:schemeClr val="accent2"/>
              </a:buClr>
              <a:buFont typeface="System Font Regular"/>
              <a:buChar char="–"/>
              <a:tabLst/>
              <a:defRPr sz="1800" b="0" i="0" cap="none" baseline="0">
                <a:solidFill>
                  <a:schemeClr val="bg1"/>
                </a:solidFill>
                <a:latin typeface="+mn-lt"/>
                <a:ea typeface="Red Hat Display" panose="02010303040201060303" pitchFamily="2" charset="0"/>
                <a:cs typeface="Arial" panose="020B0604020202020204" pitchFamily="34" charset="0"/>
              </a:defRPr>
            </a:lvl3pPr>
            <a:lvl4pPr marL="1430338" indent="-285750">
              <a:buClr>
                <a:schemeClr val="accent2"/>
              </a:buClr>
              <a:buFont typeface="System Font Regular"/>
              <a:buChar char="–"/>
              <a:tabLst/>
              <a:defRPr sz="1600" b="0" i="0" cap="none" baseline="0">
                <a:solidFill>
                  <a:schemeClr val="bg1"/>
                </a:solidFill>
                <a:latin typeface="+mn-lt"/>
                <a:ea typeface="Red Hat Display" panose="02010303040201060303" pitchFamily="2" charset="0"/>
                <a:cs typeface="Arial" panose="020B0604020202020204" pitchFamily="34" charset="0"/>
              </a:defRPr>
            </a:lvl4pPr>
            <a:lvl5pPr marL="1916113" indent="-273050">
              <a:buClr>
                <a:schemeClr val="accent2"/>
              </a:buClr>
              <a:buFont typeface="System Font Regular"/>
              <a:buChar char="–"/>
              <a:tabLst/>
              <a:defRPr sz="1400" b="0" i="0" cap="none" baseline="0">
                <a:solidFill>
                  <a:schemeClr val="bg1"/>
                </a:solidFill>
                <a:latin typeface="+mn-lt"/>
                <a:ea typeface="Red Hat Display" panose="02010303040201060303" pitchFamily="2"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ight Triangle 7">
            <a:extLst>
              <a:ext uri="{FF2B5EF4-FFF2-40B4-BE49-F238E27FC236}">
                <a16:creationId xmlns:a16="http://schemas.microsoft.com/office/drawing/2014/main" id="{7B6158C3-4F2C-C23E-D935-549F5A287FDD}"/>
              </a:ext>
            </a:extLst>
          </p:cNvPr>
          <p:cNvSpPr/>
          <p:nvPr userDrawn="1"/>
        </p:nvSpPr>
        <p:spPr>
          <a:xfrm rot="5400000">
            <a:off x="8923997" y="461212"/>
            <a:ext cx="735146" cy="72851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9" name="Picture Placeholder 19">
            <a:extLst>
              <a:ext uri="{FF2B5EF4-FFF2-40B4-BE49-F238E27FC236}">
                <a16:creationId xmlns:a16="http://schemas.microsoft.com/office/drawing/2014/main" id="{5943E63A-A72D-5545-143C-BC1CA994FF75}"/>
              </a:ext>
            </a:extLst>
          </p:cNvPr>
          <p:cNvSpPr>
            <a:spLocks noGrp="1"/>
          </p:cNvSpPr>
          <p:nvPr>
            <p:ph type="pic" sz="quarter" idx="13"/>
          </p:nvPr>
        </p:nvSpPr>
        <p:spPr>
          <a:xfrm>
            <a:off x="9087438" y="536475"/>
            <a:ext cx="3104562" cy="6332813"/>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0" name="Picture Placeholder 5">
            <a:extLst>
              <a:ext uri="{FF2B5EF4-FFF2-40B4-BE49-F238E27FC236}">
                <a16:creationId xmlns:a16="http://schemas.microsoft.com/office/drawing/2014/main" id="{68ADBE6E-1FE6-FAAD-18BF-8F5B47B155E5}"/>
              </a:ext>
            </a:extLst>
          </p:cNvPr>
          <p:cNvSpPr>
            <a:spLocks noGrp="1"/>
          </p:cNvSpPr>
          <p:nvPr>
            <p:ph type="pic" sz="quarter" idx="20"/>
          </p:nvPr>
        </p:nvSpPr>
        <p:spPr>
          <a:xfrm rot="5400000">
            <a:off x="9074103" y="387577"/>
            <a:ext cx="758645" cy="759961"/>
          </a:xfrm>
          <a:prstGeom prst="rtTriangle">
            <a:avLst/>
          </a:prstGeom>
          <a:solidFill>
            <a:schemeClr val="tx2"/>
          </a:solidFill>
        </p:spPr>
        <p:txBody>
          <a:bodyPr/>
          <a:lstStyle>
            <a:lvl1pPr marL="0" indent="0">
              <a:buNone/>
              <a:defRPr>
                <a:solidFill>
                  <a:schemeClr val="tx1">
                    <a:alpha val="0"/>
                  </a:schemeClr>
                </a:solidFill>
              </a:defRPr>
            </a:lvl1pPr>
          </a:lstStyle>
          <a:p>
            <a:r>
              <a:rPr lang="en-US"/>
              <a:t>Click icon to add picture</a:t>
            </a:r>
            <a:endParaRPr lang="en-US" dirty="0"/>
          </a:p>
        </p:txBody>
      </p:sp>
      <p:sp>
        <p:nvSpPr>
          <p:cNvPr id="11" name="Picture Placeholder 8">
            <a:extLst>
              <a:ext uri="{FF2B5EF4-FFF2-40B4-BE49-F238E27FC236}">
                <a16:creationId xmlns:a16="http://schemas.microsoft.com/office/drawing/2014/main" id="{AB5EE41D-77B2-E6C1-A067-B366D1ECA8C4}"/>
              </a:ext>
            </a:extLst>
          </p:cNvPr>
          <p:cNvSpPr>
            <a:spLocks noGrp="1"/>
          </p:cNvSpPr>
          <p:nvPr>
            <p:ph type="pic" sz="quarter" idx="21"/>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3373942068"/>
      </p:ext>
    </p:extLst>
  </p:cSld>
  <p:clrMapOvr>
    <a:masterClrMapping/>
  </p:clrMapOvr>
  <p:transition spd="slow">
    <p:wipe dir="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Dark_Copy_1/4_Vert_Image_V2">
    <p:bg>
      <p:bgPr>
        <a:solidFill>
          <a:schemeClr val="tx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FEEC4D5-748C-526C-C78D-3A392DC0309E}"/>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DF1DA272-BA98-C888-DDE1-5838B25703A0}"/>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mn-lt"/>
              </a:defRPr>
            </a:lvl1pPr>
          </a:lstStyle>
          <a:p>
            <a:fld id="{73490A59-D3E2-A64D-A2FA-D689A8266F0F}" type="slidenum">
              <a:rPr lang="en-US" smtClean="0"/>
              <a:pPr/>
              <a:t>‹#›</a:t>
            </a:fld>
            <a:endParaRPr lang="en-US" dirty="0"/>
          </a:p>
        </p:txBody>
      </p:sp>
      <p:sp>
        <p:nvSpPr>
          <p:cNvPr id="15" name="Text Placeholder 4">
            <a:extLst>
              <a:ext uri="{FF2B5EF4-FFF2-40B4-BE49-F238E27FC236}">
                <a16:creationId xmlns:a16="http://schemas.microsoft.com/office/drawing/2014/main" id="{D9855CDD-ED83-31C6-9E9A-75C05D0CC95A}"/>
              </a:ext>
            </a:extLst>
          </p:cNvPr>
          <p:cNvSpPr>
            <a:spLocks noGrp="1"/>
          </p:cNvSpPr>
          <p:nvPr>
            <p:ph type="body" sz="quarter" idx="10" hasCustomPrompt="1"/>
          </p:nvPr>
        </p:nvSpPr>
        <p:spPr>
          <a:xfrm>
            <a:off x="661975" y="525188"/>
            <a:ext cx="7781938"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6" name="Text Placeholder 4">
            <a:extLst>
              <a:ext uri="{FF2B5EF4-FFF2-40B4-BE49-F238E27FC236}">
                <a16:creationId xmlns:a16="http://schemas.microsoft.com/office/drawing/2014/main" id="{AAB36665-0497-B72F-A182-D4C8F8EEA253}"/>
              </a:ext>
            </a:extLst>
          </p:cNvPr>
          <p:cNvSpPr>
            <a:spLocks noGrp="1"/>
          </p:cNvSpPr>
          <p:nvPr>
            <p:ph type="body" sz="quarter" idx="11" hasCustomPrompt="1"/>
          </p:nvPr>
        </p:nvSpPr>
        <p:spPr>
          <a:xfrm>
            <a:off x="661975" y="903702"/>
            <a:ext cx="7781938"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2" name="Text Placeholder 4">
            <a:extLst>
              <a:ext uri="{FF2B5EF4-FFF2-40B4-BE49-F238E27FC236}">
                <a16:creationId xmlns:a16="http://schemas.microsoft.com/office/drawing/2014/main" id="{2BD8A8A3-9594-DB1D-3866-0C943E5978C4}"/>
              </a:ext>
            </a:extLst>
          </p:cNvPr>
          <p:cNvSpPr>
            <a:spLocks noGrp="1"/>
          </p:cNvSpPr>
          <p:nvPr>
            <p:ph type="body" sz="quarter" idx="14"/>
          </p:nvPr>
        </p:nvSpPr>
        <p:spPr>
          <a:xfrm>
            <a:off x="647387" y="2048646"/>
            <a:ext cx="7796526" cy="4068375"/>
          </a:xfrm>
        </p:spPr>
        <p:txBody>
          <a:bodyPr wrap="square" lIns="0" tIns="0" rIns="0" bIns="0">
            <a:noAutofit/>
          </a:bodyPr>
          <a:lstStyle>
            <a:lvl1pPr marL="285750" indent="-285750">
              <a:buClr>
                <a:schemeClr val="accent2"/>
              </a:buClr>
              <a:buFont typeface="System Font Regular"/>
              <a:buChar char="&gt;"/>
              <a:defRPr sz="2300" b="0" i="0" cap="none" baseline="0">
                <a:solidFill>
                  <a:schemeClr val="bg1"/>
                </a:solidFill>
                <a:latin typeface="+mn-lt"/>
                <a:ea typeface="Red Hat Display" panose="02010303040201060303" pitchFamily="2" charset="0"/>
                <a:cs typeface="Arial" panose="020B0604020202020204" pitchFamily="34" charset="0"/>
              </a:defRPr>
            </a:lvl1pPr>
            <a:lvl2pPr marL="628650" indent="-285750">
              <a:buClr>
                <a:schemeClr val="accent2"/>
              </a:buClr>
              <a:buFont typeface="Arial" panose="020B0604020202020204" pitchFamily="34" charset="0"/>
              <a:buChar char="•"/>
              <a:defRPr sz="2000" b="0" i="0" cap="none" baseline="0">
                <a:solidFill>
                  <a:schemeClr val="bg1"/>
                </a:solidFill>
                <a:latin typeface="+mn-lt"/>
                <a:ea typeface="Red Hat Display" panose="02010303040201060303" pitchFamily="2" charset="0"/>
                <a:cs typeface="Arial" panose="020B0604020202020204" pitchFamily="34" charset="0"/>
              </a:defRPr>
            </a:lvl2pPr>
            <a:lvl3pPr marL="1069975" indent="-384175">
              <a:buClr>
                <a:schemeClr val="accent2"/>
              </a:buClr>
              <a:buFont typeface="System Font Regular"/>
              <a:buChar char="–"/>
              <a:tabLst/>
              <a:defRPr sz="1800" b="0" i="0" cap="none" baseline="0">
                <a:solidFill>
                  <a:schemeClr val="bg1"/>
                </a:solidFill>
                <a:latin typeface="+mn-lt"/>
                <a:ea typeface="Red Hat Display" panose="02010303040201060303" pitchFamily="2" charset="0"/>
                <a:cs typeface="Arial" panose="020B0604020202020204" pitchFamily="34" charset="0"/>
              </a:defRPr>
            </a:lvl3pPr>
            <a:lvl4pPr marL="1430338" indent="-285750">
              <a:buClr>
                <a:schemeClr val="accent2"/>
              </a:buClr>
              <a:buFont typeface="System Font Regular"/>
              <a:buChar char="–"/>
              <a:tabLst/>
              <a:defRPr sz="1600" b="0" i="0" cap="none" baseline="0">
                <a:solidFill>
                  <a:schemeClr val="bg1"/>
                </a:solidFill>
                <a:latin typeface="+mn-lt"/>
                <a:ea typeface="Red Hat Display" panose="02010303040201060303" pitchFamily="2" charset="0"/>
                <a:cs typeface="Arial" panose="020B0604020202020204" pitchFamily="34" charset="0"/>
              </a:defRPr>
            </a:lvl4pPr>
            <a:lvl5pPr marL="1916113" indent="-273050">
              <a:buClr>
                <a:schemeClr val="accent2"/>
              </a:buClr>
              <a:buFont typeface="System Font Regular"/>
              <a:buChar char="–"/>
              <a:tabLst/>
              <a:defRPr sz="1400" b="0" i="0" cap="none" baseline="0">
                <a:solidFill>
                  <a:schemeClr val="bg1"/>
                </a:solidFill>
                <a:latin typeface="+mn-lt"/>
                <a:ea typeface="Red Hat Display" panose="02010303040201060303" pitchFamily="2"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Right Triangle 2">
            <a:extLst>
              <a:ext uri="{FF2B5EF4-FFF2-40B4-BE49-F238E27FC236}">
                <a16:creationId xmlns:a16="http://schemas.microsoft.com/office/drawing/2014/main" id="{186FA9AD-492B-A108-FFC9-2D0F6248848A}"/>
              </a:ext>
            </a:extLst>
          </p:cNvPr>
          <p:cNvSpPr/>
          <p:nvPr userDrawn="1"/>
        </p:nvSpPr>
        <p:spPr>
          <a:xfrm rot="5400000">
            <a:off x="8923997" y="461212"/>
            <a:ext cx="735146" cy="72851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9" name="Picture Placeholder 19">
            <a:extLst>
              <a:ext uri="{FF2B5EF4-FFF2-40B4-BE49-F238E27FC236}">
                <a16:creationId xmlns:a16="http://schemas.microsoft.com/office/drawing/2014/main" id="{F53F5386-5453-B971-3E46-44A31E2B6DD7}"/>
              </a:ext>
            </a:extLst>
          </p:cNvPr>
          <p:cNvSpPr>
            <a:spLocks noGrp="1"/>
          </p:cNvSpPr>
          <p:nvPr>
            <p:ph type="pic" sz="quarter" idx="13"/>
          </p:nvPr>
        </p:nvSpPr>
        <p:spPr>
          <a:xfrm>
            <a:off x="9087438" y="536475"/>
            <a:ext cx="3104562" cy="6332813"/>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0" name="Picture Placeholder 5">
            <a:extLst>
              <a:ext uri="{FF2B5EF4-FFF2-40B4-BE49-F238E27FC236}">
                <a16:creationId xmlns:a16="http://schemas.microsoft.com/office/drawing/2014/main" id="{76EDE889-FD25-1283-0F9E-2E9F8CF0E199}"/>
              </a:ext>
            </a:extLst>
          </p:cNvPr>
          <p:cNvSpPr>
            <a:spLocks noGrp="1"/>
          </p:cNvSpPr>
          <p:nvPr>
            <p:ph type="pic" sz="quarter" idx="20"/>
          </p:nvPr>
        </p:nvSpPr>
        <p:spPr>
          <a:xfrm rot="5400000">
            <a:off x="9074103" y="387577"/>
            <a:ext cx="758645" cy="759961"/>
          </a:xfrm>
          <a:prstGeom prst="rtTriangle">
            <a:avLst/>
          </a:prstGeom>
          <a:solidFill>
            <a:schemeClr val="tx2"/>
          </a:solidFill>
        </p:spPr>
        <p:txBody>
          <a:bodyPr/>
          <a:lstStyle>
            <a:lvl1pPr marL="0" indent="0">
              <a:buNone/>
              <a:defRPr>
                <a:solidFill>
                  <a:schemeClr val="tx1">
                    <a:alpha val="0"/>
                  </a:schemeClr>
                </a:solidFill>
              </a:defRPr>
            </a:lvl1pPr>
          </a:lstStyle>
          <a:p>
            <a:r>
              <a:rPr lang="en-US"/>
              <a:t>Click icon to add picture</a:t>
            </a:r>
            <a:endParaRPr lang="en-US" dirty="0"/>
          </a:p>
        </p:txBody>
      </p:sp>
      <p:sp>
        <p:nvSpPr>
          <p:cNvPr id="11" name="Picture Placeholder 8">
            <a:extLst>
              <a:ext uri="{FF2B5EF4-FFF2-40B4-BE49-F238E27FC236}">
                <a16:creationId xmlns:a16="http://schemas.microsoft.com/office/drawing/2014/main" id="{E8A48718-CDE1-AE70-9503-51304AD424DF}"/>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1380216014"/>
      </p:ext>
    </p:extLst>
  </p:cSld>
  <p:clrMapOvr>
    <a:masterClrMapping/>
  </p:clrMapOvr>
  <p:transition spd="slow">
    <p:wipe dir="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Light_Copy_1/4_Vert_Image_V1">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FEEC4D5-748C-526C-C78D-3A392DC0309E}"/>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DF1DA272-BA98-C888-DDE1-5838B25703A0}"/>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mn-lt"/>
              </a:defRPr>
            </a:lvl1pPr>
          </a:lstStyle>
          <a:p>
            <a:fld id="{73490A59-D3E2-A64D-A2FA-D689A8266F0F}" type="slidenum">
              <a:rPr lang="en-US" smtClean="0"/>
              <a:pPr/>
              <a:t>‹#›</a:t>
            </a:fld>
            <a:endParaRPr lang="en-US" dirty="0"/>
          </a:p>
        </p:txBody>
      </p:sp>
      <p:sp>
        <p:nvSpPr>
          <p:cNvPr id="15" name="Text Placeholder 4">
            <a:extLst>
              <a:ext uri="{FF2B5EF4-FFF2-40B4-BE49-F238E27FC236}">
                <a16:creationId xmlns:a16="http://schemas.microsoft.com/office/drawing/2014/main" id="{D9855CDD-ED83-31C6-9E9A-75C05D0CC95A}"/>
              </a:ext>
            </a:extLst>
          </p:cNvPr>
          <p:cNvSpPr>
            <a:spLocks noGrp="1"/>
          </p:cNvSpPr>
          <p:nvPr>
            <p:ph type="body" sz="quarter" idx="10" hasCustomPrompt="1"/>
          </p:nvPr>
        </p:nvSpPr>
        <p:spPr>
          <a:xfrm>
            <a:off x="661975" y="525188"/>
            <a:ext cx="7781938"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6" name="Text Placeholder 4">
            <a:extLst>
              <a:ext uri="{FF2B5EF4-FFF2-40B4-BE49-F238E27FC236}">
                <a16:creationId xmlns:a16="http://schemas.microsoft.com/office/drawing/2014/main" id="{AAB36665-0497-B72F-A182-D4C8F8EEA253}"/>
              </a:ext>
            </a:extLst>
          </p:cNvPr>
          <p:cNvSpPr>
            <a:spLocks noGrp="1"/>
          </p:cNvSpPr>
          <p:nvPr>
            <p:ph type="body" sz="quarter" idx="11" hasCustomPrompt="1"/>
          </p:nvPr>
        </p:nvSpPr>
        <p:spPr>
          <a:xfrm>
            <a:off x="661975" y="903702"/>
            <a:ext cx="7781938"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3" name="Text Placeholder 4">
            <a:extLst>
              <a:ext uri="{FF2B5EF4-FFF2-40B4-BE49-F238E27FC236}">
                <a16:creationId xmlns:a16="http://schemas.microsoft.com/office/drawing/2014/main" id="{7BFF9D4B-01A6-FD29-1FD8-98DCB8A958D5}"/>
              </a:ext>
            </a:extLst>
          </p:cNvPr>
          <p:cNvSpPr>
            <a:spLocks noGrp="1"/>
          </p:cNvSpPr>
          <p:nvPr>
            <p:ph type="body" sz="quarter" idx="14"/>
          </p:nvPr>
        </p:nvSpPr>
        <p:spPr>
          <a:xfrm>
            <a:off x="647387" y="2048646"/>
            <a:ext cx="7796526" cy="4173477"/>
          </a:xfrm>
        </p:spPr>
        <p:txBody>
          <a:bodyPr wrap="square" lIns="0" tIns="0" rIns="0" bIns="0">
            <a:noAutofit/>
          </a:bodyPr>
          <a:lstStyle>
            <a:lvl1pPr marL="285750" indent="-285750">
              <a:buClr>
                <a:schemeClr val="accent2"/>
              </a:buClr>
              <a:buFont typeface="System Font Regular"/>
              <a:buChar char="&gt;"/>
              <a:defRPr sz="2300" b="0" i="0" cap="none" baseline="0">
                <a:solidFill>
                  <a:schemeClr val="tx1"/>
                </a:solidFill>
                <a:latin typeface="+mn-lt"/>
                <a:ea typeface="Red Hat Display" panose="02010303040201060303" pitchFamily="2" charset="0"/>
                <a:cs typeface="Arial" panose="020B0604020202020204" pitchFamily="34" charset="0"/>
              </a:defRPr>
            </a:lvl1pPr>
            <a:lvl2pPr marL="628650" indent="-285750">
              <a:buClr>
                <a:schemeClr val="accent2"/>
              </a:buClr>
              <a:buFont typeface="Arial" panose="020B0604020202020204" pitchFamily="34" charset="0"/>
              <a:buChar char="•"/>
              <a:defRPr sz="2000" b="0" i="0" cap="none" baseline="0">
                <a:solidFill>
                  <a:schemeClr val="tx1"/>
                </a:solidFill>
                <a:latin typeface="+mn-lt"/>
                <a:ea typeface="Red Hat Display" panose="02010303040201060303" pitchFamily="2" charset="0"/>
                <a:cs typeface="Arial" panose="020B0604020202020204" pitchFamily="34" charset="0"/>
              </a:defRPr>
            </a:lvl2pPr>
            <a:lvl3pPr marL="1069975" indent="-384175">
              <a:buClr>
                <a:schemeClr val="accent2"/>
              </a:buClr>
              <a:buFont typeface="System Font Regular"/>
              <a:buChar char="–"/>
              <a:tabLst/>
              <a:defRPr sz="1800" b="0" i="0" cap="none" baseline="0">
                <a:solidFill>
                  <a:schemeClr val="tx1"/>
                </a:solidFill>
                <a:latin typeface="+mn-lt"/>
                <a:ea typeface="Red Hat Display" panose="02010303040201060303" pitchFamily="2" charset="0"/>
                <a:cs typeface="Arial" panose="020B0604020202020204" pitchFamily="34" charset="0"/>
              </a:defRPr>
            </a:lvl3pPr>
            <a:lvl4pPr marL="1430338" indent="-285750">
              <a:buClr>
                <a:schemeClr val="accent2"/>
              </a:buClr>
              <a:buFont typeface="System Font Regular"/>
              <a:buChar char="–"/>
              <a:tabLst/>
              <a:defRPr sz="1600" b="0" i="0" cap="none" baseline="0">
                <a:solidFill>
                  <a:schemeClr val="tx1"/>
                </a:solidFill>
                <a:latin typeface="+mn-lt"/>
                <a:ea typeface="Red Hat Display" panose="02010303040201060303" pitchFamily="2" charset="0"/>
                <a:cs typeface="Arial" panose="020B0604020202020204" pitchFamily="34" charset="0"/>
              </a:defRPr>
            </a:lvl4pPr>
            <a:lvl5pPr marL="1916113" indent="-273050">
              <a:buClr>
                <a:schemeClr val="accent2"/>
              </a:buClr>
              <a:buFont typeface="System Font Regular"/>
              <a:buChar char="–"/>
              <a:tabLst/>
              <a:defRPr sz="1400" b="0" i="0" cap="none" baseline="0">
                <a:solidFill>
                  <a:schemeClr val="tx1"/>
                </a:solidFill>
                <a:latin typeface="+mn-lt"/>
                <a:ea typeface="Red Hat Display" panose="02010303040201060303" pitchFamily="2"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19">
            <a:extLst>
              <a:ext uri="{FF2B5EF4-FFF2-40B4-BE49-F238E27FC236}">
                <a16:creationId xmlns:a16="http://schemas.microsoft.com/office/drawing/2014/main" id="{5DEEF97D-E320-7FBD-48F9-599C16F231C8}"/>
              </a:ext>
            </a:extLst>
          </p:cNvPr>
          <p:cNvSpPr>
            <a:spLocks noGrp="1"/>
          </p:cNvSpPr>
          <p:nvPr>
            <p:ph type="pic" sz="quarter" idx="13"/>
          </p:nvPr>
        </p:nvSpPr>
        <p:spPr>
          <a:xfrm>
            <a:off x="9087438" y="536475"/>
            <a:ext cx="3104562" cy="6332813"/>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9" name="Picture Placeholder 5">
            <a:extLst>
              <a:ext uri="{FF2B5EF4-FFF2-40B4-BE49-F238E27FC236}">
                <a16:creationId xmlns:a16="http://schemas.microsoft.com/office/drawing/2014/main" id="{72D2B014-F8E7-4CB6-8D12-EB3F709A8DBE}"/>
              </a:ext>
            </a:extLst>
          </p:cNvPr>
          <p:cNvSpPr>
            <a:spLocks noGrp="1"/>
          </p:cNvSpPr>
          <p:nvPr>
            <p:ph type="pic" sz="quarter" idx="20"/>
          </p:nvPr>
        </p:nvSpPr>
        <p:spPr>
          <a:xfrm rot="5400000">
            <a:off x="9074103" y="387577"/>
            <a:ext cx="758645" cy="759961"/>
          </a:xfrm>
          <a:prstGeom prst="rtTriangle">
            <a:avLst/>
          </a:prstGeom>
          <a:solidFill>
            <a:schemeClr val="bg2"/>
          </a:solidFill>
        </p:spPr>
        <p:txBody>
          <a:bodyPr/>
          <a:lstStyle>
            <a:lvl1pPr marL="0" indent="0">
              <a:buNone/>
              <a:defRPr>
                <a:solidFill>
                  <a:schemeClr val="tx1">
                    <a:alpha val="0"/>
                  </a:schemeClr>
                </a:solidFill>
              </a:defRPr>
            </a:lvl1pPr>
          </a:lstStyle>
          <a:p>
            <a:r>
              <a:rPr lang="en-US"/>
              <a:t>Click icon to add picture</a:t>
            </a:r>
            <a:endParaRPr lang="en-US" dirty="0"/>
          </a:p>
        </p:txBody>
      </p:sp>
      <p:sp>
        <p:nvSpPr>
          <p:cNvPr id="10" name="Picture Placeholder 8">
            <a:extLst>
              <a:ext uri="{FF2B5EF4-FFF2-40B4-BE49-F238E27FC236}">
                <a16:creationId xmlns:a16="http://schemas.microsoft.com/office/drawing/2014/main" id="{FA19411E-EE87-1A98-F1BC-271B49EEF5CD}"/>
              </a:ext>
            </a:extLst>
          </p:cNvPr>
          <p:cNvSpPr>
            <a:spLocks noGrp="1"/>
          </p:cNvSpPr>
          <p:nvPr>
            <p:ph type="pic" sz="quarter" idx="21"/>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501615767"/>
      </p:ext>
    </p:extLst>
  </p:cSld>
  <p:clrMapOvr>
    <a:masterClrMapping/>
  </p:clrMapOvr>
  <p:transition spd="slow">
    <p:wipe dir="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Light_Copy_1/4_Vert_Image_V2">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FEEC4D5-748C-526C-C78D-3A392DC0309E}"/>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DF1DA272-BA98-C888-DDE1-5838B25703A0}"/>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mn-lt"/>
              </a:defRPr>
            </a:lvl1pPr>
          </a:lstStyle>
          <a:p>
            <a:fld id="{73490A59-D3E2-A64D-A2FA-D689A8266F0F}" type="slidenum">
              <a:rPr lang="en-US" smtClean="0"/>
              <a:pPr/>
              <a:t>‹#›</a:t>
            </a:fld>
            <a:endParaRPr lang="en-US" dirty="0"/>
          </a:p>
        </p:txBody>
      </p:sp>
      <p:sp>
        <p:nvSpPr>
          <p:cNvPr id="15" name="Text Placeholder 4">
            <a:extLst>
              <a:ext uri="{FF2B5EF4-FFF2-40B4-BE49-F238E27FC236}">
                <a16:creationId xmlns:a16="http://schemas.microsoft.com/office/drawing/2014/main" id="{D9855CDD-ED83-31C6-9E9A-75C05D0CC95A}"/>
              </a:ext>
            </a:extLst>
          </p:cNvPr>
          <p:cNvSpPr>
            <a:spLocks noGrp="1"/>
          </p:cNvSpPr>
          <p:nvPr>
            <p:ph type="body" sz="quarter" idx="10" hasCustomPrompt="1"/>
          </p:nvPr>
        </p:nvSpPr>
        <p:spPr>
          <a:xfrm>
            <a:off x="661975" y="525188"/>
            <a:ext cx="7781938"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6" name="Text Placeholder 4">
            <a:extLst>
              <a:ext uri="{FF2B5EF4-FFF2-40B4-BE49-F238E27FC236}">
                <a16:creationId xmlns:a16="http://schemas.microsoft.com/office/drawing/2014/main" id="{AAB36665-0497-B72F-A182-D4C8F8EEA253}"/>
              </a:ext>
            </a:extLst>
          </p:cNvPr>
          <p:cNvSpPr>
            <a:spLocks noGrp="1"/>
          </p:cNvSpPr>
          <p:nvPr>
            <p:ph type="body" sz="quarter" idx="11" hasCustomPrompt="1"/>
          </p:nvPr>
        </p:nvSpPr>
        <p:spPr>
          <a:xfrm>
            <a:off x="661975" y="903702"/>
            <a:ext cx="7781938"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3" name="Text Placeholder 4">
            <a:extLst>
              <a:ext uri="{FF2B5EF4-FFF2-40B4-BE49-F238E27FC236}">
                <a16:creationId xmlns:a16="http://schemas.microsoft.com/office/drawing/2014/main" id="{C6496DA8-A79C-6547-8192-E4E832948534}"/>
              </a:ext>
            </a:extLst>
          </p:cNvPr>
          <p:cNvSpPr>
            <a:spLocks noGrp="1"/>
          </p:cNvSpPr>
          <p:nvPr>
            <p:ph type="body" sz="quarter" idx="14"/>
          </p:nvPr>
        </p:nvSpPr>
        <p:spPr>
          <a:xfrm>
            <a:off x="647387" y="2048646"/>
            <a:ext cx="7796526" cy="4173477"/>
          </a:xfrm>
        </p:spPr>
        <p:txBody>
          <a:bodyPr wrap="square" lIns="0" tIns="0" rIns="0" bIns="0">
            <a:noAutofit/>
          </a:bodyPr>
          <a:lstStyle>
            <a:lvl1pPr marL="285750" indent="-285750">
              <a:buClr>
                <a:schemeClr val="accent2"/>
              </a:buClr>
              <a:buFont typeface="System Font Regular"/>
              <a:buChar char="&gt;"/>
              <a:defRPr sz="2300" b="0" i="0" cap="none" baseline="0">
                <a:solidFill>
                  <a:schemeClr val="tx1"/>
                </a:solidFill>
                <a:latin typeface="+mn-lt"/>
                <a:ea typeface="Red Hat Display" panose="02010303040201060303" pitchFamily="2" charset="0"/>
                <a:cs typeface="Arial" panose="020B0604020202020204" pitchFamily="34" charset="0"/>
              </a:defRPr>
            </a:lvl1pPr>
            <a:lvl2pPr marL="628650" indent="-285750">
              <a:buClr>
                <a:schemeClr val="accent2"/>
              </a:buClr>
              <a:buFont typeface="Arial" panose="020B0604020202020204" pitchFamily="34" charset="0"/>
              <a:buChar char="•"/>
              <a:defRPr sz="2000" b="0" i="0" cap="none" baseline="0">
                <a:solidFill>
                  <a:schemeClr val="tx1"/>
                </a:solidFill>
                <a:latin typeface="+mn-lt"/>
                <a:ea typeface="Red Hat Display" panose="02010303040201060303" pitchFamily="2" charset="0"/>
                <a:cs typeface="Arial" panose="020B0604020202020204" pitchFamily="34" charset="0"/>
              </a:defRPr>
            </a:lvl2pPr>
            <a:lvl3pPr marL="1069975" indent="-384175">
              <a:buClr>
                <a:schemeClr val="accent2"/>
              </a:buClr>
              <a:buFont typeface="System Font Regular"/>
              <a:buChar char="–"/>
              <a:tabLst/>
              <a:defRPr sz="1800" b="0" i="0" cap="none" baseline="0">
                <a:solidFill>
                  <a:schemeClr val="tx1"/>
                </a:solidFill>
                <a:latin typeface="+mn-lt"/>
                <a:ea typeface="Red Hat Display" panose="02010303040201060303" pitchFamily="2" charset="0"/>
                <a:cs typeface="Arial" panose="020B0604020202020204" pitchFamily="34" charset="0"/>
              </a:defRPr>
            </a:lvl3pPr>
            <a:lvl4pPr marL="1430338" indent="-285750">
              <a:buClr>
                <a:schemeClr val="accent2"/>
              </a:buClr>
              <a:buFont typeface="System Font Regular"/>
              <a:buChar char="–"/>
              <a:tabLst/>
              <a:defRPr sz="1600" b="0" i="0" cap="none" baseline="0">
                <a:solidFill>
                  <a:schemeClr val="tx1"/>
                </a:solidFill>
                <a:latin typeface="+mn-lt"/>
                <a:ea typeface="Red Hat Display" panose="02010303040201060303" pitchFamily="2" charset="0"/>
                <a:cs typeface="Arial" panose="020B0604020202020204" pitchFamily="34" charset="0"/>
              </a:defRPr>
            </a:lvl4pPr>
            <a:lvl5pPr marL="1916113" indent="-273050">
              <a:buClr>
                <a:schemeClr val="accent2"/>
              </a:buClr>
              <a:buFont typeface="System Font Regular"/>
              <a:buChar char="–"/>
              <a:tabLst/>
              <a:defRPr sz="1400" b="0" i="0" cap="none" baseline="0">
                <a:solidFill>
                  <a:schemeClr val="tx1"/>
                </a:solidFill>
                <a:latin typeface="+mn-lt"/>
                <a:ea typeface="Red Hat Display" panose="02010303040201060303" pitchFamily="2"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ight Triangle 7">
            <a:extLst>
              <a:ext uri="{FF2B5EF4-FFF2-40B4-BE49-F238E27FC236}">
                <a16:creationId xmlns:a16="http://schemas.microsoft.com/office/drawing/2014/main" id="{B658C75F-9FD6-8369-7E8F-6CA2E3432450}"/>
              </a:ext>
            </a:extLst>
          </p:cNvPr>
          <p:cNvSpPr/>
          <p:nvPr userDrawn="1"/>
        </p:nvSpPr>
        <p:spPr>
          <a:xfrm rot="5400000">
            <a:off x="8923997" y="461212"/>
            <a:ext cx="735146" cy="728518"/>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9" name="Picture Placeholder 19">
            <a:extLst>
              <a:ext uri="{FF2B5EF4-FFF2-40B4-BE49-F238E27FC236}">
                <a16:creationId xmlns:a16="http://schemas.microsoft.com/office/drawing/2014/main" id="{A543AFF5-E59B-D607-16C6-CBB07E848B63}"/>
              </a:ext>
            </a:extLst>
          </p:cNvPr>
          <p:cNvSpPr>
            <a:spLocks noGrp="1"/>
          </p:cNvSpPr>
          <p:nvPr>
            <p:ph type="pic" sz="quarter" idx="13"/>
          </p:nvPr>
        </p:nvSpPr>
        <p:spPr>
          <a:xfrm>
            <a:off x="9087438" y="536475"/>
            <a:ext cx="3104562" cy="6332813"/>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0" name="Picture Placeholder 5">
            <a:extLst>
              <a:ext uri="{FF2B5EF4-FFF2-40B4-BE49-F238E27FC236}">
                <a16:creationId xmlns:a16="http://schemas.microsoft.com/office/drawing/2014/main" id="{C6529433-5A42-AA93-F652-D4EDFF89085C}"/>
              </a:ext>
            </a:extLst>
          </p:cNvPr>
          <p:cNvSpPr>
            <a:spLocks noGrp="1"/>
          </p:cNvSpPr>
          <p:nvPr>
            <p:ph type="pic" sz="quarter" idx="20"/>
          </p:nvPr>
        </p:nvSpPr>
        <p:spPr>
          <a:xfrm rot="5400000">
            <a:off x="9074103" y="387577"/>
            <a:ext cx="758645" cy="759961"/>
          </a:xfrm>
          <a:prstGeom prst="rtTriangle">
            <a:avLst/>
          </a:prstGeom>
          <a:solidFill>
            <a:schemeClr val="bg2"/>
          </a:solidFill>
        </p:spPr>
        <p:txBody>
          <a:bodyPr/>
          <a:lstStyle>
            <a:lvl1pPr marL="0" indent="0">
              <a:buNone/>
              <a:defRPr>
                <a:solidFill>
                  <a:schemeClr val="tx1">
                    <a:alpha val="0"/>
                  </a:schemeClr>
                </a:solidFill>
              </a:defRPr>
            </a:lvl1pPr>
          </a:lstStyle>
          <a:p>
            <a:r>
              <a:rPr lang="en-US"/>
              <a:t>Click icon to add picture</a:t>
            </a:r>
            <a:endParaRPr lang="en-US" dirty="0"/>
          </a:p>
        </p:txBody>
      </p:sp>
      <p:sp>
        <p:nvSpPr>
          <p:cNvPr id="11" name="Picture Placeholder 8">
            <a:extLst>
              <a:ext uri="{FF2B5EF4-FFF2-40B4-BE49-F238E27FC236}">
                <a16:creationId xmlns:a16="http://schemas.microsoft.com/office/drawing/2014/main" id="{5AE01623-F588-477A-9CE8-C32B0571798F}"/>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3476323841"/>
      </p:ext>
    </p:extLst>
  </p:cSld>
  <p:clrMapOvr>
    <a:masterClrMapping/>
  </p:clrMapOvr>
  <p:transition spd="slow">
    <p:wipe dir="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Dark_Table_1/4_Vert_Image_V1">
    <p:bg>
      <p:bgPr>
        <a:solidFill>
          <a:schemeClr val="tx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FEEC4D5-748C-526C-C78D-3A392DC0309E}"/>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DF1DA272-BA98-C888-DDE1-5838B25703A0}"/>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mn-lt"/>
              </a:defRPr>
            </a:lvl1pPr>
          </a:lstStyle>
          <a:p>
            <a:fld id="{73490A59-D3E2-A64D-A2FA-D689A8266F0F}" type="slidenum">
              <a:rPr lang="en-US" smtClean="0"/>
              <a:pPr/>
              <a:t>‹#›</a:t>
            </a:fld>
            <a:endParaRPr lang="en-US" dirty="0"/>
          </a:p>
        </p:txBody>
      </p:sp>
      <p:sp>
        <p:nvSpPr>
          <p:cNvPr id="15" name="Text Placeholder 4">
            <a:extLst>
              <a:ext uri="{FF2B5EF4-FFF2-40B4-BE49-F238E27FC236}">
                <a16:creationId xmlns:a16="http://schemas.microsoft.com/office/drawing/2014/main" id="{D9855CDD-ED83-31C6-9E9A-75C05D0CC95A}"/>
              </a:ext>
            </a:extLst>
          </p:cNvPr>
          <p:cNvSpPr>
            <a:spLocks noGrp="1"/>
          </p:cNvSpPr>
          <p:nvPr>
            <p:ph type="body" sz="quarter" idx="10" hasCustomPrompt="1"/>
          </p:nvPr>
        </p:nvSpPr>
        <p:spPr>
          <a:xfrm>
            <a:off x="661975" y="525188"/>
            <a:ext cx="7781938"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6" name="Text Placeholder 4">
            <a:extLst>
              <a:ext uri="{FF2B5EF4-FFF2-40B4-BE49-F238E27FC236}">
                <a16:creationId xmlns:a16="http://schemas.microsoft.com/office/drawing/2014/main" id="{AAB36665-0497-B72F-A182-D4C8F8EEA253}"/>
              </a:ext>
            </a:extLst>
          </p:cNvPr>
          <p:cNvSpPr>
            <a:spLocks noGrp="1"/>
          </p:cNvSpPr>
          <p:nvPr>
            <p:ph type="body" sz="quarter" idx="11" hasCustomPrompt="1"/>
          </p:nvPr>
        </p:nvSpPr>
        <p:spPr>
          <a:xfrm>
            <a:off x="661975" y="903702"/>
            <a:ext cx="7781938"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8" name="Table Placeholder 2">
            <a:extLst>
              <a:ext uri="{FF2B5EF4-FFF2-40B4-BE49-F238E27FC236}">
                <a16:creationId xmlns:a16="http://schemas.microsoft.com/office/drawing/2014/main" id="{58710AF5-3A2F-69BE-9E5B-533ADE0B3183}"/>
              </a:ext>
            </a:extLst>
          </p:cNvPr>
          <p:cNvSpPr>
            <a:spLocks noGrp="1"/>
          </p:cNvSpPr>
          <p:nvPr>
            <p:ph type="tbl" sz="quarter" idx="16"/>
          </p:nvPr>
        </p:nvSpPr>
        <p:spPr>
          <a:xfrm>
            <a:off x="661975" y="2048646"/>
            <a:ext cx="7781938" cy="4121335"/>
          </a:xfrm>
        </p:spPr>
        <p:txBody>
          <a:bodyPr>
            <a:normAutofit/>
          </a:bodyPr>
          <a:lstStyle>
            <a:lvl1pPr marL="0" indent="0">
              <a:buNone/>
              <a:defRPr sz="1200">
                <a:solidFill>
                  <a:schemeClr val="bg1"/>
                </a:solidFill>
                <a:latin typeface="+mn-lt"/>
              </a:defRPr>
            </a:lvl1pPr>
          </a:lstStyle>
          <a:p>
            <a:r>
              <a:rPr lang="en-US"/>
              <a:t>Click icon to add table</a:t>
            </a:r>
            <a:endParaRPr lang="en-US" dirty="0"/>
          </a:p>
        </p:txBody>
      </p:sp>
      <p:sp>
        <p:nvSpPr>
          <p:cNvPr id="3" name="Text Placeholder 4">
            <a:extLst>
              <a:ext uri="{FF2B5EF4-FFF2-40B4-BE49-F238E27FC236}">
                <a16:creationId xmlns:a16="http://schemas.microsoft.com/office/drawing/2014/main" id="{67C99130-A2DB-33FC-E0CE-CE17A680D0B4}"/>
              </a:ext>
            </a:extLst>
          </p:cNvPr>
          <p:cNvSpPr>
            <a:spLocks noGrp="1"/>
          </p:cNvSpPr>
          <p:nvPr>
            <p:ph type="body" sz="quarter" idx="14" hasCustomPrompt="1"/>
          </p:nvPr>
        </p:nvSpPr>
        <p:spPr>
          <a:xfrm>
            <a:off x="624622" y="6450812"/>
            <a:ext cx="5791760" cy="125419"/>
          </a:xfrm>
        </p:spPr>
        <p:txBody>
          <a:bodyPr wrap="square" lIns="0" tIns="0" rIns="0" bIns="0">
            <a:spAutoFit/>
          </a:bodyPr>
          <a:lstStyle>
            <a:lvl1pPr marL="0" indent="0">
              <a:buClr>
                <a:schemeClr val="bg2"/>
              </a:buClr>
              <a:buFont typeface="System Font Regular"/>
              <a:buNone/>
              <a:defRPr sz="9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4" name="Right Triangle 3">
            <a:extLst>
              <a:ext uri="{FF2B5EF4-FFF2-40B4-BE49-F238E27FC236}">
                <a16:creationId xmlns:a16="http://schemas.microsoft.com/office/drawing/2014/main" id="{A7159B80-9FC7-34F8-B586-2194128C0A71}"/>
              </a:ext>
            </a:extLst>
          </p:cNvPr>
          <p:cNvSpPr/>
          <p:nvPr userDrawn="1"/>
        </p:nvSpPr>
        <p:spPr>
          <a:xfrm rot="5400000">
            <a:off x="8923997" y="461212"/>
            <a:ext cx="735146" cy="72851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0" name="Picture Placeholder 19">
            <a:extLst>
              <a:ext uri="{FF2B5EF4-FFF2-40B4-BE49-F238E27FC236}">
                <a16:creationId xmlns:a16="http://schemas.microsoft.com/office/drawing/2014/main" id="{DA853FB6-857C-762F-765D-FABC5F981EFE}"/>
              </a:ext>
            </a:extLst>
          </p:cNvPr>
          <p:cNvSpPr>
            <a:spLocks noGrp="1"/>
          </p:cNvSpPr>
          <p:nvPr>
            <p:ph type="pic" sz="quarter" idx="13"/>
          </p:nvPr>
        </p:nvSpPr>
        <p:spPr>
          <a:xfrm>
            <a:off x="9087438" y="536475"/>
            <a:ext cx="3104562" cy="6332813"/>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1" name="Picture Placeholder 5">
            <a:extLst>
              <a:ext uri="{FF2B5EF4-FFF2-40B4-BE49-F238E27FC236}">
                <a16:creationId xmlns:a16="http://schemas.microsoft.com/office/drawing/2014/main" id="{8C2FEE46-E4B9-313B-9164-888226E2E179}"/>
              </a:ext>
            </a:extLst>
          </p:cNvPr>
          <p:cNvSpPr>
            <a:spLocks noGrp="1"/>
          </p:cNvSpPr>
          <p:nvPr>
            <p:ph type="pic" sz="quarter" idx="20"/>
          </p:nvPr>
        </p:nvSpPr>
        <p:spPr>
          <a:xfrm rot="5400000">
            <a:off x="9074103" y="387577"/>
            <a:ext cx="758645" cy="759961"/>
          </a:xfrm>
          <a:prstGeom prst="rtTriangle">
            <a:avLst/>
          </a:prstGeom>
          <a:solidFill>
            <a:schemeClr val="tx2"/>
          </a:solidFill>
        </p:spPr>
        <p:txBody>
          <a:bodyPr/>
          <a:lstStyle>
            <a:lvl1pPr marL="0" indent="0">
              <a:buNone/>
              <a:defRPr>
                <a:solidFill>
                  <a:schemeClr val="tx1">
                    <a:alpha val="0"/>
                  </a:schemeClr>
                </a:solidFill>
              </a:defRPr>
            </a:lvl1pPr>
          </a:lstStyle>
          <a:p>
            <a:r>
              <a:rPr lang="en-US"/>
              <a:t>Click icon to add picture</a:t>
            </a:r>
            <a:endParaRPr lang="en-US" dirty="0"/>
          </a:p>
        </p:txBody>
      </p:sp>
      <p:sp>
        <p:nvSpPr>
          <p:cNvPr id="12" name="Picture Placeholder 8">
            <a:extLst>
              <a:ext uri="{FF2B5EF4-FFF2-40B4-BE49-F238E27FC236}">
                <a16:creationId xmlns:a16="http://schemas.microsoft.com/office/drawing/2014/main" id="{B7A6051D-4115-B5AA-9B0C-253C6D57F62A}"/>
              </a:ext>
            </a:extLst>
          </p:cNvPr>
          <p:cNvSpPr>
            <a:spLocks noGrp="1"/>
          </p:cNvSpPr>
          <p:nvPr>
            <p:ph type="pic" sz="quarter" idx="21"/>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3765514704"/>
      </p:ext>
    </p:extLst>
  </p:cSld>
  <p:clrMapOvr>
    <a:masterClrMapping/>
  </p:clrMapOvr>
  <p:transition spd="slow">
    <p:wipe dir="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Dark_Table_1/4_Vert_Image_V3">
    <p:bg>
      <p:bgPr>
        <a:solidFill>
          <a:schemeClr val="tx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FEEC4D5-748C-526C-C78D-3A392DC0309E}"/>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DF1DA272-BA98-C888-DDE1-5838B25703A0}"/>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mn-lt"/>
              </a:defRPr>
            </a:lvl1pPr>
          </a:lstStyle>
          <a:p>
            <a:fld id="{73490A59-D3E2-A64D-A2FA-D689A8266F0F}" type="slidenum">
              <a:rPr lang="en-US" smtClean="0"/>
              <a:pPr/>
              <a:t>‹#›</a:t>
            </a:fld>
            <a:endParaRPr lang="en-US" dirty="0"/>
          </a:p>
        </p:txBody>
      </p:sp>
      <p:sp>
        <p:nvSpPr>
          <p:cNvPr id="15" name="Text Placeholder 4">
            <a:extLst>
              <a:ext uri="{FF2B5EF4-FFF2-40B4-BE49-F238E27FC236}">
                <a16:creationId xmlns:a16="http://schemas.microsoft.com/office/drawing/2014/main" id="{D9855CDD-ED83-31C6-9E9A-75C05D0CC95A}"/>
              </a:ext>
            </a:extLst>
          </p:cNvPr>
          <p:cNvSpPr>
            <a:spLocks noGrp="1"/>
          </p:cNvSpPr>
          <p:nvPr>
            <p:ph type="body" sz="quarter" idx="10" hasCustomPrompt="1"/>
          </p:nvPr>
        </p:nvSpPr>
        <p:spPr>
          <a:xfrm>
            <a:off x="661975" y="525188"/>
            <a:ext cx="7781938"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6" name="Text Placeholder 4">
            <a:extLst>
              <a:ext uri="{FF2B5EF4-FFF2-40B4-BE49-F238E27FC236}">
                <a16:creationId xmlns:a16="http://schemas.microsoft.com/office/drawing/2014/main" id="{AAB36665-0497-B72F-A182-D4C8F8EEA253}"/>
              </a:ext>
            </a:extLst>
          </p:cNvPr>
          <p:cNvSpPr>
            <a:spLocks noGrp="1"/>
          </p:cNvSpPr>
          <p:nvPr>
            <p:ph type="body" sz="quarter" idx="11" hasCustomPrompt="1"/>
          </p:nvPr>
        </p:nvSpPr>
        <p:spPr>
          <a:xfrm>
            <a:off x="661975" y="903702"/>
            <a:ext cx="7781938"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2" name="Table Placeholder 2">
            <a:extLst>
              <a:ext uri="{FF2B5EF4-FFF2-40B4-BE49-F238E27FC236}">
                <a16:creationId xmlns:a16="http://schemas.microsoft.com/office/drawing/2014/main" id="{5F489E55-276D-C77F-9284-B027426BBF81}"/>
              </a:ext>
            </a:extLst>
          </p:cNvPr>
          <p:cNvSpPr>
            <a:spLocks noGrp="1"/>
          </p:cNvSpPr>
          <p:nvPr>
            <p:ph type="tbl" sz="quarter" idx="16"/>
          </p:nvPr>
        </p:nvSpPr>
        <p:spPr>
          <a:xfrm>
            <a:off x="661975" y="2048646"/>
            <a:ext cx="7781938" cy="4130212"/>
          </a:xfrm>
        </p:spPr>
        <p:txBody>
          <a:bodyPr>
            <a:normAutofit/>
          </a:bodyPr>
          <a:lstStyle>
            <a:lvl1pPr marL="0" indent="0">
              <a:buNone/>
              <a:defRPr sz="1200">
                <a:solidFill>
                  <a:schemeClr val="bg1"/>
                </a:solidFill>
                <a:latin typeface="+mn-lt"/>
              </a:defRPr>
            </a:lvl1pPr>
          </a:lstStyle>
          <a:p>
            <a:r>
              <a:rPr lang="en-US"/>
              <a:t>Click icon to add table</a:t>
            </a:r>
            <a:endParaRPr lang="en-US" dirty="0"/>
          </a:p>
        </p:txBody>
      </p:sp>
      <p:sp>
        <p:nvSpPr>
          <p:cNvPr id="11" name="Text Placeholder 4">
            <a:extLst>
              <a:ext uri="{FF2B5EF4-FFF2-40B4-BE49-F238E27FC236}">
                <a16:creationId xmlns:a16="http://schemas.microsoft.com/office/drawing/2014/main" id="{CB3EB4C0-FF42-AF96-B577-6DC4435B676C}"/>
              </a:ext>
            </a:extLst>
          </p:cNvPr>
          <p:cNvSpPr>
            <a:spLocks noGrp="1"/>
          </p:cNvSpPr>
          <p:nvPr>
            <p:ph type="body" sz="quarter" idx="14" hasCustomPrompt="1"/>
          </p:nvPr>
        </p:nvSpPr>
        <p:spPr>
          <a:xfrm>
            <a:off x="642378" y="6450812"/>
            <a:ext cx="5791760" cy="125419"/>
          </a:xfrm>
        </p:spPr>
        <p:txBody>
          <a:bodyPr wrap="square" lIns="0" tIns="0" rIns="0" bIns="0">
            <a:spAutoFit/>
          </a:bodyPr>
          <a:lstStyle>
            <a:lvl1pPr marL="0" indent="0">
              <a:buClr>
                <a:schemeClr val="bg2"/>
              </a:buClr>
              <a:buFont typeface="System Font Regular"/>
              <a:buNone/>
              <a:defRPr sz="9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3" name="Right Triangle 2">
            <a:extLst>
              <a:ext uri="{FF2B5EF4-FFF2-40B4-BE49-F238E27FC236}">
                <a16:creationId xmlns:a16="http://schemas.microsoft.com/office/drawing/2014/main" id="{D9F6495E-4244-BFBC-A411-C034D6CD4A69}"/>
              </a:ext>
            </a:extLst>
          </p:cNvPr>
          <p:cNvSpPr/>
          <p:nvPr userDrawn="1"/>
        </p:nvSpPr>
        <p:spPr>
          <a:xfrm rot="5400000">
            <a:off x="8923997" y="461212"/>
            <a:ext cx="735146" cy="72851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8" name="Picture Placeholder 19">
            <a:extLst>
              <a:ext uri="{FF2B5EF4-FFF2-40B4-BE49-F238E27FC236}">
                <a16:creationId xmlns:a16="http://schemas.microsoft.com/office/drawing/2014/main" id="{78358DBD-A3F5-1023-4C1D-5916B30BE387}"/>
              </a:ext>
            </a:extLst>
          </p:cNvPr>
          <p:cNvSpPr>
            <a:spLocks noGrp="1"/>
          </p:cNvSpPr>
          <p:nvPr>
            <p:ph type="pic" sz="quarter" idx="13"/>
          </p:nvPr>
        </p:nvSpPr>
        <p:spPr>
          <a:xfrm>
            <a:off x="9087438" y="536475"/>
            <a:ext cx="3104562" cy="6332813"/>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0" name="Picture Placeholder 5">
            <a:extLst>
              <a:ext uri="{FF2B5EF4-FFF2-40B4-BE49-F238E27FC236}">
                <a16:creationId xmlns:a16="http://schemas.microsoft.com/office/drawing/2014/main" id="{36B95E49-A236-77C4-1582-0CCC20A4DA0E}"/>
              </a:ext>
            </a:extLst>
          </p:cNvPr>
          <p:cNvSpPr>
            <a:spLocks noGrp="1"/>
          </p:cNvSpPr>
          <p:nvPr>
            <p:ph type="pic" sz="quarter" idx="20"/>
          </p:nvPr>
        </p:nvSpPr>
        <p:spPr>
          <a:xfrm rot="5400000">
            <a:off x="9074103" y="387577"/>
            <a:ext cx="758645" cy="759961"/>
          </a:xfrm>
          <a:prstGeom prst="rtTriangle">
            <a:avLst/>
          </a:prstGeom>
          <a:solidFill>
            <a:schemeClr val="tx2"/>
          </a:solidFill>
        </p:spPr>
        <p:txBody>
          <a:bodyPr/>
          <a:lstStyle>
            <a:lvl1pPr marL="0" indent="0">
              <a:buNone/>
              <a:defRPr>
                <a:solidFill>
                  <a:schemeClr val="tx1">
                    <a:alpha val="0"/>
                  </a:schemeClr>
                </a:solidFill>
              </a:defRPr>
            </a:lvl1pPr>
          </a:lstStyle>
          <a:p>
            <a:r>
              <a:rPr lang="en-US"/>
              <a:t>Click icon to add picture</a:t>
            </a:r>
            <a:endParaRPr lang="en-US" dirty="0"/>
          </a:p>
        </p:txBody>
      </p:sp>
      <p:sp>
        <p:nvSpPr>
          <p:cNvPr id="12" name="Picture Placeholder 8">
            <a:extLst>
              <a:ext uri="{FF2B5EF4-FFF2-40B4-BE49-F238E27FC236}">
                <a16:creationId xmlns:a16="http://schemas.microsoft.com/office/drawing/2014/main" id="{3515951C-494C-32CC-30AC-D0C04A8C7427}"/>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3389395317"/>
      </p:ext>
    </p:extLst>
  </p:cSld>
  <p:clrMapOvr>
    <a:masterClrMapping/>
  </p:clrMapOvr>
  <p:transition spd="slow">
    <p:wipe dir="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Light_Table_1/4_Vert_Image_V1">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FEEC4D5-748C-526C-C78D-3A392DC0309E}"/>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DF1DA272-BA98-C888-DDE1-5838B25703A0}"/>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mn-lt"/>
              </a:defRPr>
            </a:lvl1pPr>
          </a:lstStyle>
          <a:p>
            <a:fld id="{73490A59-D3E2-A64D-A2FA-D689A8266F0F}" type="slidenum">
              <a:rPr lang="en-US" smtClean="0"/>
              <a:pPr/>
              <a:t>‹#›</a:t>
            </a:fld>
            <a:endParaRPr lang="en-US" dirty="0"/>
          </a:p>
        </p:txBody>
      </p:sp>
      <p:sp>
        <p:nvSpPr>
          <p:cNvPr id="15" name="Text Placeholder 4">
            <a:extLst>
              <a:ext uri="{FF2B5EF4-FFF2-40B4-BE49-F238E27FC236}">
                <a16:creationId xmlns:a16="http://schemas.microsoft.com/office/drawing/2014/main" id="{D9855CDD-ED83-31C6-9E9A-75C05D0CC95A}"/>
              </a:ext>
            </a:extLst>
          </p:cNvPr>
          <p:cNvSpPr>
            <a:spLocks noGrp="1"/>
          </p:cNvSpPr>
          <p:nvPr>
            <p:ph type="body" sz="quarter" idx="10" hasCustomPrompt="1"/>
          </p:nvPr>
        </p:nvSpPr>
        <p:spPr>
          <a:xfrm>
            <a:off x="661975" y="525188"/>
            <a:ext cx="7781938"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6" name="Text Placeholder 4">
            <a:extLst>
              <a:ext uri="{FF2B5EF4-FFF2-40B4-BE49-F238E27FC236}">
                <a16:creationId xmlns:a16="http://schemas.microsoft.com/office/drawing/2014/main" id="{AAB36665-0497-B72F-A182-D4C8F8EEA253}"/>
              </a:ext>
            </a:extLst>
          </p:cNvPr>
          <p:cNvSpPr>
            <a:spLocks noGrp="1"/>
          </p:cNvSpPr>
          <p:nvPr>
            <p:ph type="body" sz="quarter" idx="11" hasCustomPrompt="1"/>
          </p:nvPr>
        </p:nvSpPr>
        <p:spPr>
          <a:xfrm>
            <a:off x="661975" y="903702"/>
            <a:ext cx="7781938"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2" name="Table Placeholder 2">
            <a:extLst>
              <a:ext uri="{FF2B5EF4-FFF2-40B4-BE49-F238E27FC236}">
                <a16:creationId xmlns:a16="http://schemas.microsoft.com/office/drawing/2014/main" id="{61D8ED72-7611-6B33-D147-70D7C64FD5E5}"/>
              </a:ext>
            </a:extLst>
          </p:cNvPr>
          <p:cNvSpPr>
            <a:spLocks noGrp="1"/>
          </p:cNvSpPr>
          <p:nvPr>
            <p:ph type="tbl" sz="quarter" idx="16"/>
          </p:nvPr>
        </p:nvSpPr>
        <p:spPr>
          <a:xfrm>
            <a:off x="661975" y="2048646"/>
            <a:ext cx="7781938" cy="4085824"/>
          </a:xfrm>
        </p:spPr>
        <p:txBody>
          <a:bodyPr>
            <a:normAutofit/>
          </a:bodyPr>
          <a:lstStyle>
            <a:lvl1pPr marL="0" indent="0">
              <a:buNone/>
              <a:defRPr sz="1200">
                <a:solidFill>
                  <a:schemeClr val="tx1"/>
                </a:solidFill>
                <a:latin typeface="+mn-lt"/>
              </a:defRPr>
            </a:lvl1pPr>
          </a:lstStyle>
          <a:p>
            <a:r>
              <a:rPr lang="en-US"/>
              <a:t>Click icon to add table</a:t>
            </a:r>
            <a:endParaRPr lang="en-US" dirty="0"/>
          </a:p>
        </p:txBody>
      </p:sp>
      <p:sp>
        <p:nvSpPr>
          <p:cNvPr id="4" name="Text Placeholder 4">
            <a:extLst>
              <a:ext uri="{FF2B5EF4-FFF2-40B4-BE49-F238E27FC236}">
                <a16:creationId xmlns:a16="http://schemas.microsoft.com/office/drawing/2014/main" id="{D7981DB4-A2B1-C7D4-5CC9-6350A1CFBB35}"/>
              </a:ext>
            </a:extLst>
          </p:cNvPr>
          <p:cNvSpPr>
            <a:spLocks noGrp="1"/>
          </p:cNvSpPr>
          <p:nvPr>
            <p:ph type="body" sz="quarter" idx="14" hasCustomPrompt="1"/>
          </p:nvPr>
        </p:nvSpPr>
        <p:spPr>
          <a:xfrm>
            <a:off x="642378" y="6450812"/>
            <a:ext cx="5791760" cy="125419"/>
          </a:xfrm>
        </p:spPr>
        <p:txBody>
          <a:bodyPr wrap="square" lIns="0" tIns="0" rIns="0" bIns="0">
            <a:spAutoFit/>
          </a:bodyPr>
          <a:lstStyle>
            <a:lvl1pPr marL="0" indent="0">
              <a:buClr>
                <a:schemeClr val="bg2"/>
              </a:buClr>
              <a:buFont typeface="System Font Regular"/>
              <a:buNone/>
              <a:defRPr sz="900" b="0" i="0" cap="none" baseline="0">
                <a:solidFill>
                  <a:schemeClr val="tx2"/>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3" name="Picture Placeholder 19">
            <a:extLst>
              <a:ext uri="{FF2B5EF4-FFF2-40B4-BE49-F238E27FC236}">
                <a16:creationId xmlns:a16="http://schemas.microsoft.com/office/drawing/2014/main" id="{8F226E56-2459-509E-E59A-ECD2F3F0A916}"/>
              </a:ext>
            </a:extLst>
          </p:cNvPr>
          <p:cNvSpPr>
            <a:spLocks noGrp="1"/>
          </p:cNvSpPr>
          <p:nvPr>
            <p:ph type="pic" sz="quarter" idx="13"/>
          </p:nvPr>
        </p:nvSpPr>
        <p:spPr>
          <a:xfrm>
            <a:off x="9087438" y="536475"/>
            <a:ext cx="3104562" cy="6332813"/>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0" name="Picture Placeholder 5">
            <a:extLst>
              <a:ext uri="{FF2B5EF4-FFF2-40B4-BE49-F238E27FC236}">
                <a16:creationId xmlns:a16="http://schemas.microsoft.com/office/drawing/2014/main" id="{FEEB3982-C8F6-3EAD-6C1D-221585B43F6A}"/>
              </a:ext>
            </a:extLst>
          </p:cNvPr>
          <p:cNvSpPr>
            <a:spLocks noGrp="1"/>
          </p:cNvSpPr>
          <p:nvPr>
            <p:ph type="pic" sz="quarter" idx="20"/>
          </p:nvPr>
        </p:nvSpPr>
        <p:spPr>
          <a:xfrm rot="5400000">
            <a:off x="9074103" y="387577"/>
            <a:ext cx="758645" cy="759961"/>
          </a:xfrm>
          <a:prstGeom prst="rtTriangle">
            <a:avLst/>
          </a:prstGeom>
          <a:solidFill>
            <a:schemeClr val="bg2"/>
          </a:solidFill>
        </p:spPr>
        <p:txBody>
          <a:bodyPr/>
          <a:lstStyle>
            <a:lvl1pPr marL="0" indent="0">
              <a:buNone/>
              <a:defRPr>
                <a:solidFill>
                  <a:schemeClr val="tx1">
                    <a:alpha val="0"/>
                  </a:schemeClr>
                </a:solidFill>
              </a:defRPr>
            </a:lvl1pPr>
          </a:lstStyle>
          <a:p>
            <a:r>
              <a:rPr lang="en-US"/>
              <a:t>Click icon to add picture</a:t>
            </a:r>
            <a:endParaRPr lang="en-US" dirty="0"/>
          </a:p>
        </p:txBody>
      </p:sp>
      <p:sp>
        <p:nvSpPr>
          <p:cNvPr id="11" name="Picture Placeholder 8">
            <a:extLst>
              <a:ext uri="{FF2B5EF4-FFF2-40B4-BE49-F238E27FC236}">
                <a16:creationId xmlns:a16="http://schemas.microsoft.com/office/drawing/2014/main" id="{6D73CBF0-9DA0-0FD1-C09F-6C33FA1FB294}"/>
              </a:ext>
            </a:extLst>
          </p:cNvPr>
          <p:cNvSpPr>
            <a:spLocks noGrp="1"/>
          </p:cNvSpPr>
          <p:nvPr>
            <p:ph type="pic" sz="quarter" idx="21"/>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235487166"/>
      </p:ext>
    </p:extLst>
  </p:cSld>
  <p:clrMapOvr>
    <a:masterClrMapping/>
  </p:clrMapOvr>
  <p:transition spd="slow">
    <p:wipe dir="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Light_Table_1/4_Vert_Image_V2">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FEEC4D5-748C-526C-C78D-3A392DC0309E}"/>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DF1DA272-BA98-C888-DDE1-5838B25703A0}"/>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mn-lt"/>
              </a:defRPr>
            </a:lvl1pPr>
          </a:lstStyle>
          <a:p>
            <a:fld id="{73490A59-D3E2-A64D-A2FA-D689A8266F0F}" type="slidenum">
              <a:rPr lang="en-US" smtClean="0"/>
              <a:pPr/>
              <a:t>‹#›</a:t>
            </a:fld>
            <a:endParaRPr lang="en-US" dirty="0"/>
          </a:p>
        </p:txBody>
      </p:sp>
      <p:sp>
        <p:nvSpPr>
          <p:cNvPr id="15" name="Text Placeholder 4">
            <a:extLst>
              <a:ext uri="{FF2B5EF4-FFF2-40B4-BE49-F238E27FC236}">
                <a16:creationId xmlns:a16="http://schemas.microsoft.com/office/drawing/2014/main" id="{D9855CDD-ED83-31C6-9E9A-75C05D0CC95A}"/>
              </a:ext>
            </a:extLst>
          </p:cNvPr>
          <p:cNvSpPr>
            <a:spLocks noGrp="1"/>
          </p:cNvSpPr>
          <p:nvPr>
            <p:ph type="body" sz="quarter" idx="10" hasCustomPrompt="1"/>
          </p:nvPr>
        </p:nvSpPr>
        <p:spPr>
          <a:xfrm>
            <a:off x="661975" y="525188"/>
            <a:ext cx="7781938"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6" name="Text Placeholder 4">
            <a:extLst>
              <a:ext uri="{FF2B5EF4-FFF2-40B4-BE49-F238E27FC236}">
                <a16:creationId xmlns:a16="http://schemas.microsoft.com/office/drawing/2014/main" id="{AAB36665-0497-B72F-A182-D4C8F8EEA253}"/>
              </a:ext>
            </a:extLst>
          </p:cNvPr>
          <p:cNvSpPr>
            <a:spLocks noGrp="1"/>
          </p:cNvSpPr>
          <p:nvPr>
            <p:ph type="body" sz="quarter" idx="11" hasCustomPrompt="1"/>
          </p:nvPr>
        </p:nvSpPr>
        <p:spPr>
          <a:xfrm>
            <a:off x="661975" y="903702"/>
            <a:ext cx="7781938"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2" name="Table Placeholder 2">
            <a:extLst>
              <a:ext uri="{FF2B5EF4-FFF2-40B4-BE49-F238E27FC236}">
                <a16:creationId xmlns:a16="http://schemas.microsoft.com/office/drawing/2014/main" id="{06643394-589F-BA0F-BB40-438F2CC24CBD}"/>
              </a:ext>
            </a:extLst>
          </p:cNvPr>
          <p:cNvSpPr>
            <a:spLocks noGrp="1"/>
          </p:cNvSpPr>
          <p:nvPr>
            <p:ph type="tbl" sz="quarter" idx="16"/>
          </p:nvPr>
        </p:nvSpPr>
        <p:spPr>
          <a:xfrm>
            <a:off x="661975" y="2048645"/>
            <a:ext cx="7781938" cy="4174601"/>
          </a:xfrm>
        </p:spPr>
        <p:txBody>
          <a:bodyPr>
            <a:normAutofit/>
          </a:bodyPr>
          <a:lstStyle>
            <a:lvl1pPr marL="0" indent="0">
              <a:buNone/>
              <a:defRPr sz="1200">
                <a:solidFill>
                  <a:schemeClr val="tx1"/>
                </a:solidFill>
                <a:latin typeface="+mn-lt"/>
              </a:defRPr>
            </a:lvl1pPr>
          </a:lstStyle>
          <a:p>
            <a:r>
              <a:rPr lang="en-US"/>
              <a:t>Click icon to add table</a:t>
            </a:r>
            <a:endParaRPr lang="en-US" dirty="0"/>
          </a:p>
        </p:txBody>
      </p:sp>
      <p:sp>
        <p:nvSpPr>
          <p:cNvPr id="10" name="Text Placeholder 4">
            <a:extLst>
              <a:ext uri="{FF2B5EF4-FFF2-40B4-BE49-F238E27FC236}">
                <a16:creationId xmlns:a16="http://schemas.microsoft.com/office/drawing/2014/main" id="{3896778C-A962-2D93-50C1-906D688F17DA}"/>
              </a:ext>
            </a:extLst>
          </p:cNvPr>
          <p:cNvSpPr>
            <a:spLocks noGrp="1"/>
          </p:cNvSpPr>
          <p:nvPr>
            <p:ph type="body" sz="quarter" idx="14" hasCustomPrompt="1"/>
          </p:nvPr>
        </p:nvSpPr>
        <p:spPr>
          <a:xfrm>
            <a:off x="642378" y="6450812"/>
            <a:ext cx="5791760" cy="125419"/>
          </a:xfrm>
        </p:spPr>
        <p:txBody>
          <a:bodyPr wrap="square" lIns="0" tIns="0" rIns="0" bIns="0">
            <a:spAutoFit/>
          </a:bodyPr>
          <a:lstStyle>
            <a:lvl1pPr marL="0" indent="0">
              <a:buClr>
                <a:schemeClr val="bg2"/>
              </a:buClr>
              <a:buFont typeface="System Font Regular"/>
              <a:buNone/>
              <a:defRPr sz="900" b="0" i="0" cap="none" baseline="0">
                <a:solidFill>
                  <a:schemeClr val="tx2"/>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3" name="Right Triangle 2">
            <a:extLst>
              <a:ext uri="{FF2B5EF4-FFF2-40B4-BE49-F238E27FC236}">
                <a16:creationId xmlns:a16="http://schemas.microsoft.com/office/drawing/2014/main" id="{8EDD4F71-374F-A862-AC44-2136F15B3E26}"/>
              </a:ext>
            </a:extLst>
          </p:cNvPr>
          <p:cNvSpPr/>
          <p:nvPr userDrawn="1"/>
        </p:nvSpPr>
        <p:spPr>
          <a:xfrm rot="5400000">
            <a:off x="8923997" y="461212"/>
            <a:ext cx="735146" cy="728518"/>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8" name="Picture Placeholder 19">
            <a:extLst>
              <a:ext uri="{FF2B5EF4-FFF2-40B4-BE49-F238E27FC236}">
                <a16:creationId xmlns:a16="http://schemas.microsoft.com/office/drawing/2014/main" id="{2132385F-B941-1D0F-4BA1-CEF6EBBB04CA}"/>
              </a:ext>
            </a:extLst>
          </p:cNvPr>
          <p:cNvSpPr>
            <a:spLocks noGrp="1"/>
          </p:cNvSpPr>
          <p:nvPr>
            <p:ph type="pic" sz="quarter" idx="13"/>
          </p:nvPr>
        </p:nvSpPr>
        <p:spPr>
          <a:xfrm>
            <a:off x="9087438" y="536475"/>
            <a:ext cx="3104562" cy="6332813"/>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1" name="Picture Placeholder 5">
            <a:extLst>
              <a:ext uri="{FF2B5EF4-FFF2-40B4-BE49-F238E27FC236}">
                <a16:creationId xmlns:a16="http://schemas.microsoft.com/office/drawing/2014/main" id="{D4A95766-8212-9F8F-6A9D-00FA5CDAC882}"/>
              </a:ext>
            </a:extLst>
          </p:cNvPr>
          <p:cNvSpPr>
            <a:spLocks noGrp="1"/>
          </p:cNvSpPr>
          <p:nvPr>
            <p:ph type="pic" sz="quarter" idx="20"/>
          </p:nvPr>
        </p:nvSpPr>
        <p:spPr>
          <a:xfrm rot="5400000">
            <a:off x="9074103" y="387577"/>
            <a:ext cx="758645" cy="759961"/>
          </a:xfrm>
          <a:prstGeom prst="rtTriangle">
            <a:avLst/>
          </a:prstGeom>
          <a:solidFill>
            <a:schemeClr val="bg2"/>
          </a:solidFill>
        </p:spPr>
        <p:txBody>
          <a:bodyPr/>
          <a:lstStyle>
            <a:lvl1pPr marL="0" indent="0">
              <a:buNone/>
              <a:defRPr>
                <a:solidFill>
                  <a:schemeClr val="tx1">
                    <a:alpha val="0"/>
                  </a:schemeClr>
                </a:solidFill>
              </a:defRPr>
            </a:lvl1pPr>
          </a:lstStyle>
          <a:p>
            <a:r>
              <a:rPr lang="en-US"/>
              <a:t>Click icon to add picture</a:t>
            </a:r>
            <a:endParaRPr lang="en-US" dirty="0"/>
          </a:p>
        </p:txBody>
      </p:sp>
      <p:sp>
        <p:nvSpPr>
          <p:cNvPr id="12" name="Picture Placeholder 8">
            <a:extLst>
              <a:ext uri="{FF2B5EF4-FFF2-40B4-BE49-F238E27FC236}">
                <a16:creationId xmlns:a16="http://schemas.microsoft.com/office/drawing/2014/main" id="{5344EEAB-2490-0CC6-F2C0-521149D82444}"/>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1504766357"/>
      </p:ext>
    </p:extLst>
  </p:cSld>
  <p:clrMapOvr>
    <a:masterClrMapping/>
  </p:clrMapOvr>
  <p:transition spd="slow">
    <p:wipe dir="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Dark_Chart_1/4_Vert_Image_V1">
    <p:bg>
      <p:bgPr>
        <a:solidFill>
          <a:schemeClr val="tx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FEEC4D5-748C-526C-C78D-3A392DC0309E}"/>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DF1DA272-BA98-C888-DDE1-5838B25703A0}"/>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mn-lt"/>
              </a:defRPr>
            </a:lvl1pPr>
          </a:lstStyle>
          <a:p>
            <a:fld id="{73490A59-D3E2-A64D-A2FA-D689A8266F0F}" type="slidenum">
              <a:rPr lang="en-US" smtClean="0"/>
              <a:pPr/>
              <a:t>‹#›</a:t>
            </a:fld>
            <a:endParaRPr lang="en-US" dirty="0"/>
          </a:p>
        </p:txBody>
      </p:sp>
      <p:sp>
        <p:nvSpPr>
          <p:cNvPr id="15" name="Text Placeholder 4">
            <a:extLst>
              <a:ext uri="{FF2B5EF4-FFF2-40B4-BE49-F238E27FC236}">
                <a16:creationId xmlns:a16="http://schemas.microsoft.com/office/drawing/2014/main" id="{D9855CDD-ED83-31C6-9E9A-75C05D0CC95A}"/>
              </a:ext>
            </a:extLst>
          </p:cNvPr>
          <p:cNvSpPr>
            <a:spLocks noGrp="1"/>
          </p:cNvSpPr>
          <p:nvPr>
            <p:ph type="body" sz="quarter" idx="10" hasCustomPrompt="1"/>
          </p:nvPr>
        </p:nvSpPr>
        <p:spPr>
          <a:xfrm>
            <a:off x="661975" y="525188"/>
            <a:ext cx="7781938"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6" name="Text Placeholder 4">
            <a:extLst>
              <a:ext uri="{FF2B5EF4-FFF2-40B4-BE49-F238E27FC236}">
                <a16:creationId xmlns:a16="http://schemas.microsoft.com/office/drawing/2014/main" id="{AAB36665-0497-B72F-A182-D4C8F8EEA253}"/>
              </a:ext>
            </a:extLst>
          </p:cNvPr>
          <p:cNvSpPr>
            <a:spLocks noGrp="1"/>
          </p:cNvSpPr>
          <p:nvPr>
            <p:ph type="body" sz="quarter" idx="11" hasCustomPrompt="1"/>
          </p:nvPr>
        </p:nvSpPr>
        <p:spPr>
          <a:xfrm>
            <a:off x="661975" y="903702"/>
            <a:ext cx="7781938"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10" name="Chart Placeholder 3">
            <a:extLst>
              <a:ext uri="{FF2B5EF4-FFF2-40B4-BE49-F238E27FC236}">
                <a16:creationId xmlns:a16="http://schemas.microsoft.com/office/drawing/2014/main" id="{191980B3-4A60-B651-8ABC-4578BD81E655}"/>
              </a:ext>
            </a:extLst>
          </p:cNvPr>
          <p:cNvSpPr>
            <a:spLocks noGrp="1"/>
          </p:cNvSpPr>
          <p:nvPr>
            <p:ph type="chart" sz="quarter" idx="17"/>
          </p:nvPr>
        </p:nvSpPr>
        <p:spPr>
          <a:xfrm>
            <a:off x="661976" y="2050944"/>
            <a:ext cx="7781938" cy="4083526"/>
          </a:xfrm>
        </p:spPr>
        <p:txBody>
          <a:bodyPr>
            <a:normAutofit/>
          </a:bodyPr>
          <a:lstStyle>
            <a:lvl1pPr marL="0" indent="0">
              <a:buNone/>
              <a:defRPr sz="1200" b="0" i="0">
                <a:solidFill>
                  <a:schemeClr val="bg1"/>
                </a:solidFill>
                <a:latin typeface="+mn-lt"/>
                <a:ea typeface="Red Hat Display" panose="02010303040201060303" pitchFamily="2" charset="0"/>
                <a:cs typeface="Arial" panose="020B0604020202020204" pitchFamily="34" charset="0"/>
              </a:defRPr>
            </a:lvl1pPr>
          </a:lstStyle>
          <a:p>
            <a:r>
              <a:rPr lang="en-US"/>
              <a:t>Click icon to add chart</a:t>
            </a:r>
            <a:endParaRPr lang="en-US" dirty="0"/>
          </a:p>
        </p:txBody>
      </p:sp>
      <p:sp>
        <p:nvSpPr>
          <p:cNvPr id="4" name="Text Placeholder 4">
            <a:extLst>
              <a:ext uri="{FF2B5EF4-FFF2-40B4-BE49-F238E27FC236}">
                <a16:creationId xmlns:a16="http://schemas.microsoft.com/office/drawing/2014/main" id="{5079ABDF-B000-AA62-A215-BD3352250DA8}"/>
              </a:ext>
            </a:extLst>
          </p:cNvPr>
          <p:cNvSpPr>
            <a:spLocks noGrp="1"/>
          </p:cNvSpPr>
          <p:nvPr>
            <p:ph type="body" sz="quarter" idx="14" hasCustomPrompt="1"/>
          </p:nvPr>
        </p:nvSpPr>
        <p:spPr>
          <a:xfrm>
            <a:off x="669012" y="6450812"/>
            <a:ext cx="5791760" cy="125419"/>
          </a:xfrm>
        </p:spPr>
        <p:txBody>
          <a:bodyPr wrap="square" lIns="0" tIns="0" rIns="0" bIns="0">
            <a:spAutoFit/>
          </a:bodyPr>
          <a:lstStyle>
            <a:lvl1pPr marL="0" indent="0">
              <a:buClr>
                <a:schemeClr val="bg2"/>
              </a:buClr>
              <a:buFont typeface="System Font Regular"/>
              <a:buNone/>
              <a:defRPr sz="9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3" name="Right Triangle 2">
            <a:extLst>
              <a:ext uri="{FF2B5EF4-FFF2-40B4-BE49-F238E27FC236}">
                <a16:creationId xmlns:a16="http://schemas.microsoft.com/office/drawing/2014/main" id="{253794B8-8811-AB93-87E5-D452DE21F0F1}"/>
              </a:ext>
            </a:extLst>
          </p:cNvPr>
          <p:cNvSpPr/>
          <p:nvPr userDrawn="1"/>
        </p:nvSpPr>
        <p:spPr>
          <a:xfrm rot="5400000">
            <a:off x="8923997" y="461212"/>
            <a:ext cx="735146" cy="72851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9" name="Picture Placeholder 19">
            <a:extLst>
              <a:ext uri="{FF2B5EF4-FFF2-40B4-BE49-F238E27FC236}">
                <a16:creationId xmlns:a16="http://schemas.microsoft.com/office/drawing/2014/main" id="{8D5B5F20-2D66-BAB6-52A6-B4E6A74630E3}"/>
              </a:ext>
            </a:extLst>
          </p:cNvPr>
          <p:cNvSpPr>
            <a:spLocks noGrp="1"/>
          </p:cNvSpPr>
          <p:nvPr>
            <p:ph type="pic" sz="quarter" idx="13"/>
          </p:nvPr>
        </p:nvSpPr>
        <p:spPr>
          <a:xfrm>
            <a:off x="9087438" y="536475"/>
            <a:ext cx="3104562" cy="6332813"/>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1" name="Picture Placeholder 5">
            <a:extLst>
              <a:ext uri="{FF2B5EF4-FFF2-40B4-BE49-F238E27FC236}">
                <a16:creationId xmlns:a16="http://schemas.microsoft.com/office/drawing/2014/main" id="{178839AF-426D-8F0A-F1C3-49B078DA5665}"/>
              </a:ext>
            </a:extLst>
          </p:cNvPr>
          <p:cNvSpPr>
            <a:spLocks noGrp="1"/>
          </p:cNvSpPr>
          <p:nvPr>
            <p:ph type="pic" sz="quarter" idx="20"/>
          </p:nvPr>
        </p:nvSpPr>
        <p:spPr>
          <a:xfrm rot="5400000">
            <a:off x="9074103" y="387577"/>
            <a:ext cx="758645" cy="759961"/>
          </a:xfrm>
          <a:prstGeom prst="rtTriangle">
            <a:avLst/>
          </a:prstGeom>
          <a:solidFill>
            <a:schemeClr val="tx2"/>
          </a:solidFill>
        </p:spPr>
        <p:txBody>
          <a:bodyPr/>
          <a:lstStyle>
            <a:lvl1pPr marL="0" indent="0">
              <a:buNone/>
              <a:defRPr>
                <a:solidFill>
                  <a:schemeClr val="tx1">
                    <a:alpha val="0"/>
                  </a:schemeClr>
                </a:solidFill>
              </a:defRPr>
            </a:lvl1pPr>
          </a:lstStyle>
          <a:p>
            <a:r>
              <a:rPr lang="en-US"/>
              <a:t>Click icon to add picture</a:t>
            </a:r>
            <a:endParaRPr lang="en-US" dirty="0"/>
          </a:p>
        </p:txBody>
      </p:sp>
      <p:sp>
        <p:nvSpPr>
          <p:cNvPr id="12" name="Picture Placeholder 8">
            <a:extLst>
              <a:ext uri="{FF2B5EF4-FFF2-40B4-BE49-F238E27FC236}">
                <a16:creationId xmlns:a16="http://schemas.microsoft.com/office/drawing/2014/main" id="{52E4E535-6E3B-4A29-9C27-AF10FC59960C}"/>
              </a:ext>
            </a:extLst>
          </p:cNvPr>
          <p:cNvSpPr>
            <a:spLocks noGrp="1"/>
          </p:cNvSpPr>
          <p:nvPr>
            <p:ph type="pic" sz="quarter" idx="21"/>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3661342859"/>
      </p:ext>
    </p:extLst>
  </p:cSld>
  <p:clrMapOvr>
    <a:masterClrMapping/>
  </p:clrMapOvr>
  <p:transition spd="slow">
    <p:wipe dir="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Dark_Chart_1/4_Vert_Image_V3">
    <p:bg>
      <p:bgPr>
        <a:solidFill>
          <a:schemeClr val="tx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FEEC4D5-748C-526C-C78D-3A392DC0309E}"/>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DF1DA272-BA98-C888-DDE1-5838B25703A0}"/>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mn-lt"/>
              </a:defRPr>
            </a:lvl1pPr>
          </a:lstStyle>
          <a:p>
            <a:fld id="{73490A59-D3E2-A64D-A2FA-D689A8266F0F}" type="slidenum">
              <a:rPr lang="en-US" smtClean="0"/>
              <a:pPr/>
              <a:t>‹#›</a:t>
            </a:fld>
            <a:endParaRPr lang="en-US" dirty="0"/>
          </a:p>
        </p:txBody>
      </p:sp>
      <p:sp>
        <p:nvSpPr>
          <p:cNvPr id="15" name="Text Placeholder 4">
            <a:extLst>
              <a:ext uri="{FF2B5EF4-FFF2-40B4-BE49-F238E27FC236}">
                <a16:creationId xmlns:a16="http://schemas.microsoft.com/office/drawing/2014/main" id="{D9855CDD-ED83-31C6-9E9A-75C05D0CC95A}"/>
              </a:ext>
            </a:extLst>
          </p:cNvPr>
          <p:cNvSpPr>
            <a:spLocks noGrp="1"/>
          </p:cNvSpPr>
          <p:nvPr>
            <p:ph type="body" sz="quarter" idx="10" hasCustomPrompt="1"/>
          </p:nvPr>
        </p:nvSpPr>
        <p:spPr>
          <a:xfrm>
            <a:off x="661975" y="525188"/>
            <a:ext cx="7781938"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6" name="Text Placeholder 4">
            <a:extLst>
              <a:ext uri="{FF2B5EF4-FFF2-40B4-BE49-F238E27FC236}">
                <a16:creationId xmlns:a16="http://schemas.microsoft.com/office/drawing/2014/main" id="{AAB36665-0497-B72F-A182-D4C8F8EEA253}"/>
              </a:ext>
            </a:extLst>
          </p:cNvPr>
          <p:cNvSpPr>
            <a:spLocks noGrp="1"/>
          </p:cNvSpPr>
          <p:nvPr>
            <p:ph type="body" sz="quarter" idx="11" hasCustomPrompt="1"/>
          </p:nvPr>
        </p:nvSpPr>
        <p:spPr>
          <a:xfrm>
            <a:off x="661975" y="903702"/>
            <a:ext cx="7781938"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9" name="Chart Placeholder 3">
            <a:extLst>
              <a:ext uri="{FF2B5EF4-FFF2-40B4-BE49-F238E27FC236}">
                <a16:creationId xmlns:a16="http://schemas.microsoft.com/office/drawing/2014/main" id="{DBB25181-5E22-CB2C-6B53-FE108E452C2C}"/>
              </a:ext>
            </a:extLst>
          </p:cNvPr>
          <p:cNvSpPr>
            <a:spLocks noGrp="1"/>
          </p:cNvSpPr>
          <p:nvPr>
            <p:ph type="chart" sz="quarter" idx="17"/>
          </p:nvPr>
        </p:nvSpPr>
        <p:spPr>
          <a:xfrm>
            <a:off x="661976" y="2050944"/>
            <a:ext cx="7781938" cy="4074648"/>
          </a:xfrm>
        </p:spPr>
        <p:txBody>
          <a:bodyPr>
            <a:normAutofit/>
          </a:bodyPr>
          <a:lstStyle>
            <a:lvl1pPr marL="0" indent="0">
              <a:buNone/>
              <a:defRPr sz="1200" b="0" i="0">
                <a:solidFill>
                  <a:schemeClr val="bg1"/>
                </a:solidFill>
                <a:latin typeface="+mn-lt"/>
                <a:ea typeface="Red Hat Display" panose="02010303040201060303" pitchFamily="2" charset="0"/>
                <a:cs typeface="Arial" panose="020B0604020202020204" pitchFamily="34" charset="0"/>
              </a:defRPr>
            </a:lvl1pPr>
          </a:lstStyle>
          <a:p>
            <a:r>
              <a:rPr lang="en-US"/>
              <a:t>Click icon to add chart</a:t>
            </a:r>
            <a:endParaRPr lang="en-US" dirty="0"/>
          </a:p>
        </p:txBody>
      </p:sp>
      <p:sp>
        <p:nvSpPr>
          <p:cNvPr id="10" name="Text Placeholder 4">
            <a:extLst>
              <a:ext uri="{FF2B5EF4-FFF2-40B4-BE49-F238E27FC236}">
                <a16:creationId xmlns:a16="http://schemas.microsoft.com/office/drawing/2014/main" id="{D364A232-45DB-FE1F-42F2-B0AFE4FE1625}"/>
              </a:ext>
            </a:extLst>
          </p:cNvPr>
          <p:cNvSpPr>
            <a:spLocks noGrp="1"/>
          </p:cNvSpPr>
          <p:nvPr>
            <p:ph type="body" sz="quarter" idx="14" hasCustomPrompt="1"/>
          </p:nvPr>
        </p:nvSpPr>
        <p:spPr>
          <a:xfrm>
            <a:off x="669012" y="6450812"/>
            <a:ext cx="5791760" cy="125419"/>
          </a:xfrm>
        </p:spPr>
        <p:txBody>
          <a:bodyPr wrap="square" lIns="0" tIns="0" rIns="0" bIns="0">
            <a:spAutoFit/>
          </a:bodyPr>
          <a:lstStyle>
            <a:lvl1pPr marL="0" indent="0">
              <a:buClr>
                <a:schemeClr val="bg2"/>
              </a:buClr>
              <a:buFont typeface="System Font Regular"/>
              <a:buNone/>
              <a:defRPr sz="9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3" name="Right Triangle 2">
            <a:extLst>
              <a:ext uri="{FF2B5EF4-FFF2-40B4-BE49-F238E27FC236}">
                <a16:creationId xmlns:a16="http://schemas.microsoft.com/office/drawing/2014/main" id="{10428C78-7A58-F36F-D395-20B746BD25FC}"/>
              </a:ext>
            </a:extLst>
          </p:cNvPr>
          <p:cNvSpPr/>
          <p:nvPr userDrawn="1"/>
        </p:nvSpPr>
        <p:spPr>
          <a:xfrm rot="5400000">
            <a:off x="8923997" y="461212"/>
            <a:ext cx="735146" cy="72851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8" name="Picture Placeholder 19">
            <a:extLst>
              <a:ext uri="{FF2B5EF4-FFF2-40B4-BE49-F238E27FC236}">
                <a16:creationId xmlns:a16="http://schemas.microsoft.com/office/drawing/2014/main" id="{C0D69463-3BA1-9421-3083-3FC744ABBEA7}"/>
              </a:ext>
            </a:extLst>
          </p:cNvPr>
          <p:cNvSpPr>
            <a:spLocks noGrp="1"/>
          </p:cNvSpPr>
          <p:nvPr>
            <p:ph type="pic" sz="quarter" idx="13"/>
          </p:nvPr>
        </p:nvSpPr>
        <p:spPr>
          <a:xfrm>
            <a:off x="9087438" y="536475"/>
            <a:ext cx="3104562" cy="6332813"/>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1" name="Picture Placeholder 5">
            <a:extLst>
              <a:ext uri="{FF2B5EF4-FFF2-40B4-BE49-F238E27FC236}">
                <a16:creationId xmlns:a16="http://schemas.microsoft.com/office/drawing/2014/main" id="{098DC11A-735F-DEE4-1F11-8AC4EE142B8D}"/>
              </a:ext>
            </a:extLst>
          </p:cNvPr>
          <p:cNvSpPr>
            <a:spLocks noGrp="1"/>
          </p:cNvSpPr>
          <p:nvPr>
            <p:ph type="pic" sz="quarter" idx="20"/>
          </p:nvPr>
        </p:nvSpPr>
        <p:spPr>
          <a:xfrm rot="5400000">
            <a:off x="9074103" y="387577"/>
            <a:ext cx="758645" cy="759961"/>
          </a:xfrm>
          <a:prstGeom prst="rtTriangle">
            <a:avLst/>
          </a:prstGeom>
          <a:solidFill>
            <a:schemeClr val="tx2"/>
          </a:solidFill>
        </p:spPr>
        <p:txBody>
          <a:bodyPr/>
          <a:lstStyle>
            <a:lvl1pPr marL="0" indent="0">
              <a:buNone/>
              <a:defRPr>
                <a:solidFill>
                  <a:schemeClr val="tx1">
                    <a:alpha val="0"/>
                  </a:schemeClr>
                </a:solidFill>
              </a:defRPr>
            </a:lvl1pPr>
          </a:lstStyle>
          <a:p>
            <a:r>
              <a:rPr lang="en-US"/>
              <a:t>Click icon to add picture</a:t>
            </a:r>
            <a:endParaRPr lang="en-US" dirty="0"/>
          </a:p>
        </p:txBody>
      </p:sp>
      <p:sp>
        <p:nvSpPr>
          <p:cNvPr id="12" name="Picture Placeholder 8">
            <a:extLst>
              <a:ext uri="{FF2B5EF4-FFF2-40B4-BE49-F238E27FC236}">
                <a16:creationId xmlns:a16="http://schemas.microsoft.com/office/drawing/2014/main" id="{8B7A7DF6-EE41-9040-3775-46D137C24A0D}"/>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3911003644"/>
      </p:ext>
    </p:extLst>
  </p:cSld>
  <p:clrMapOvr>
    <a:masterClrMapping/>
  </p:clrMapOvr>
  <p:transition spd="slow">
    <p:wipe dir="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Light_Chart_1/4_Vert_Image_V1">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FEEC4D5-748C-526C-C78D-3A392DC0309E}"/>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DF1DA272-BA98-C888-DDE1-5838B25703A0}"/>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mn-lt"/>
              </a:defRPr>
            </a:lvl1pPr>
          </a:lstStyle>
          <a:p>
            <a:fld id="{73490A59-D3E2-A64D-A2FA-D689A8266F0F}" type="slidenum">
              <a:rPr lang="en-US" smtClean="0"/>
              <a:pPr/>
              <a:t>‹#›</a:t>
            </a:fld>
            <a:endParaRPr lang="en-US" dirty="0"/>
          </a:p>
        </p:txBody>
      </p:sp>
      <p:sp>
        <p:nvSpPr>
          <p:cNvPr id="15" name="Text Placeholder 4">
            <a:extLst>
              <a:ext uri="{FF2B5EF4-FFF2-40B4-BE49-F238E27FC236}">
                <a16:creationId xmlns:a16="http://schemas.microsoft.com/office/drawing/2014/main" id="{D9855CDD-ED83-31C6-9E9A-75C05D0CC95A}"/>
              </a:ext>
            </a:extLst>
          </p:cNvPr>
          <p:cNvSpPr>
            <a:spLocks noGrp="1"/>
          </p:cNvSpPr>
          <p:nvPr>
            <p:ph type="body" sz="quarter" idx="10" hasCustomPrompt="1"/>
          </p:nvPr>
        </p:nvSpPr>
        <p:spPr>
          <a:xfrm>
            <a:off x="661975" y="525188"/>
            <a:ext cx="7781938"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6" name="Text Placeholder 4">
            <a:extLst>
              <a:ext uri="{FF2B5EF4-FFF2-40B4-BE49-F238E27FC236}">
                <a16:creationId xmlns:a16="http://schemas.microsoft.com/office/drawing/2014/main" id="{AAB36665-0497-B72F-A182-D4C8F8EEA253}"/>
              </a:ext>
            </a:extLst>
          </p:cNvPr>
          <p:cNvSpPr>
            <a:spLocks noGrp="1"/>
          </p:cNvSpPr>
          <p:nvPr>
            <p:ph type="body" sz="quarter" idx="11" hasCustomPrompt="1"/>
          </p:nvPr>
        </p:nvSpPr>
        <p:spPr>
          <a:xfrm>
            <a:off x="661975" y="903702"/>
            <a:ext cx="7781938"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9" name="Chart Placeholder 3">
            <a:extLst>
              <a:ext uri="{FF2B5EF4-FFF2-40B4-BE49-F238E27FC236}">
                <a16:creationId xmlns:a16="http://schemas.microsoft.com/office/drawing/2014/main" id="{7280247D-1489-A5B2-E394-168853DF26F4}"/>
              </a:ext>
            </a:extLst>
          </p:cNvPr>
          <p:cNvSpPr>
            <a:spLocks noGrp="1"/>
          </p:cNvSpPr>
          <p:nvPr>
            <p:ph type="chart" sz="quarter" idx="17"/>
          </p:nvPr>
        </p:nvSpPr>
        <p:spPr>
          <a:xfrm>
            <a:off x="661976" y="2050944"/>
            <a:ext cx="7781938" cy="4092404"/>
          </a:xfrm>
        </p:spPr>
        <p:txBody>
          <a:bodyPr>
            <a:normAutofit/>
          </a:bodyPr>
          <a:lstStyle>
            <a:lvl1pPr marL="0" indent="0">
              <a:buNone/>
              <a:defRPr sz="1200" b="0" i="0">
                <a:solidFill>
                  <a:schemeClr val="tx1"/>
                </a:solidFill>
                <a:latin typeface="+mn-lt"/>
                <a:ea typeface="Red Hat Display" panose="02010303040201060303" pitchFamily="2" charset="0"/>
                <a:cs typeface="Arial" panose="020B0604020202020204" pitchFamily="34" charset="0"/>
              </a:defRPr>
            </a:lvl1pPr>
          </a:lstStyle>
          <a:p>
            <a:r>
              <a:rPr lang="en-US"/>
              <a:t>Click icon to add chart</a:t>
            </a:r>
            <a:endParaRPr lang="en-US" dirty="0"/>
          </a:p>
        </p:txBody>
      </p:sp>
      <p:sp>
        <p:nvSpPr>
          <p:cNvPr id="4" name="Text Placeholder 4">
            <a:extLst>
              <a:ext uri="{FF2B5EF4-FFF2-40B4-BE49-F238E27FC236}">
                <a16:creationId xmlns:a16="http://schemas.microsoft.com/office/drawing/2014/main" id="{E9127403-DEDE-C3ED-C0F7-2BE84713355F}"/>
              </a:ext>
            </a:extLst>
          </p:cNvPr>
          <p:cNvSpPr>
            <a:spLocks noGrp="1"/>
          </p:cNvSpPr>
          <p:nvPr>
            <p:ph type="body" sz="quarter" idx="14" hasCustomPrompt="1"/>
          </p:nvPr>
        </p:nvSpPr>
        <p:spPr>
          <a:xfrm>
            <a:off x="669012" y="6450812"/>
            <a:ext cx="5791760" cy="125419"/>
          </a:xfrm>
        </p:spPr>
        <p:txBody>
          <a:bodyPr wrap="square" lIns="0" tIns="0" rIns="0" bIns="0">
            <a:spAutoFit/>
          </a:bodyPr>
          <a:lstStyle>
            <a:lvl1pPr marL="0" indent="0">
              <a:buClr>
                <a:schemeClr val="bg2"/>
              </a:buClr>
              <a:buFont typeface="System Font Regular"/>
              <a:buNone/>
              <a:defRPr sz="900" b="0" i="0" cap="none" baseline="0">
                <a:solidFill>
                  <a:schemeClr val="tx2"/>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3" name="Picture Placeholder 19">
            <a:extLst>
              <a:ext uri="{FF2B5EF4-FFF2-40B4-BE49-F238E27FC236}">
                <a16:creationId xmlns:a16="http://schemas.microsoft.com/office/drawing/2014/main" id="{3CF17B67-5D68-BF1A-C38B-D57A3C8D9025}"/>
              </a:ext>
            </a:extLst>
          </p:cNvPr>
          <p:cNvSpPr>
            <a:spLocks noGrp="1"/>
          </p:cNvSpPr>
          <p:nvPr>
            <p:ph type="pic" sz="quarter" idx="13"/>
          </p:nvPr>
        </p:nvSpPr>
        <p:spPr>
          <a:xfrm>
            <a:off x="9087438" y="536475"/>
            <a:ext cx="3104562" cy="6332813"/>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0" name="Picture Placeholder 5">
            <a:extLst>
              <a:ext uri="{FF2B5EF4-FFF2-40B4-BE49-F238E27FC236}">
                <a16:creationId xmlns:a16="http://schemas.microsoft.com/office/drawing/2014/main" id="{F3118196-4D33-2265-17E8-8B95234A05B4}"/>
              </a:ext>
            </a:extLst>
          </p:cNvPr>
          <p:cNvSpPr>
            <a:spLocks noGrp="1"/>
          </p:cNvSpPr>
          <p:nvPr>
            <p:ph type="pic" sz="quarter" idx="20"/>
          </p:nvPr>
        </p:nvSpPr>
        <p:spPr>
          <a:xfrm rot="5400000">
            <a:off x="9074103" y="387577"/>
            <a:ext cx="758645" cy="759961"/>
          </a:xfrm>
          <a:prstGeom prst="rtTriangle">
            <a:avLst/>
          </a:prstGeom>
          <a:solidFill>
            <a:schemeClr val="bg2"/>
          </a:solidFill>
        </p:spPr>
        <p:txBody>
          <a:bodyPr/>
          <a:lstStyle>
            <a:lvl1pPr marL="0" indent="0">
              <a:buNone/>
              <a:defRPr>
                <a:solidFill>
                  <a:schemeClr val="tx1">
                    <a:alpha val="0"/>
                  </a:schemeClr>
                </a:solidFill>
              </a:defRPr>
            </a:lvl1pPr>
          </a:lstStyle>
          <a:p>
            <a:r>
              <a:rPr lang="en-US"/>
              <a:t>Click icon to add picture</a:t>
            </a:r>
            <a:endParaRPr lang="en-US" dirty="0"/>
          </a:p>
        </p:txBody>
      </p:sp>
      <p:sp>
        <p:nvSpPr>
          <p:cNvPr id="11" name="Picture Placeholder 8">
            <a:extLst>
              <a:ext uri="{FF2B5EF4-FFF2-40B4-BE49-F238E27FC236}">
                <a16:creationId xmlns:a16="http://schemas.microsoft.com/office/drawing/2014/main" id="{85F20750-0197-5023-61A7-AEF9344C951E}"/>
              </a:ext>
            </a:extLst>
          </p:cNvPr>
          <p:cNvSpPr>
            <a:spLocks noGrp="1"/>
          </p:cNvSpPr>
          <p:nvPr>
            <p:ph type="pic" sz="quarter" idx="21"/>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3009930348"/>
      </p:ext>
    </p:extLst>
  </p:cSld>
  <p:clrMapOvr>
    <a:masterClrMapping/>
  </p:clrMapOvr>
  <p:transition spd="slow">
    <p:wipe dir="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Light_Chart_1/4_Vert_Image_V2">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FEEC4D5-748C-526C-C78D-3A392DC0309E}"/>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DF1DA272-BA98-C888-DDE1-5838B25703A0}"/>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mn-lt"/>
              </a:defRPr>
            </a:lvl1pPr>
          </a:lstStyle>
          <a:p>
            <a:fld id="{73490A59-D3E2-A64D-A2FA-D689A8266F0F}" type="slidenum">
              <a:rPr lang="en-US" smtClean="0"/>
              <a:pPr/>
              <a:t>‹#›</a:t>
            </a:fld>
            <a:endParaRPr lang="en-US" dirty="0"/>
          </a:p>
        </p:txBody>
      </p:sp>
      <p:sp>
        <p:nvSpPr>
          <p:cNvPr id="15" name="Text Placeholder 4">
            <a:extLst>
              <a:ext uri="{FF2B5EF4-FFF2-40B4-BE49-F238E27FC236}">
                <a16:creationId xmlns:a16="http://schemas.microsoft.com/office/drawing/2014/main" id="{D9855CDD-ED83-31C6-9E9A-75C05D0CC95A}"/>
              </a:ext>
            </a:extLst>
          </p:cNvPr>
          <p:cNvSpPr>
            <a:spLocks noGrp="1"/>
          </p:cNvSpPr>
          <p:nvPr>
            <p:ph type="body" sz="quarter" idx="10" hasCustomPrompt="1"/>
          </p:nvPr>
        </p:nvSpPr>
        <p:spPr>
          <a:xfrm>
            <a:off x="661975" y="525188"/>
            <a:ext cx="7781938"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16" name="Text Placeholder 4">
            <a:extLst>
              <a:ext uri="{FF2B5EF4-FFF2-40B4-BE49-F238E27FC236}">
                <a16:creationId xmlns:a16="http://schemas.microsoft.com/office/drawing/2014/main" id="{AAB36665-0497-B72F-A182-D4C8F8EEA253}"/>
              </a:ext>
            </a:extLst>
          </p:cNvPr>
          <p:cNvSpPr>
            <a:spLocks noGrp="1"/>
          </p:cNvSpPr>
          <p:nvPr>
            <p:ph type="body" sz="quarter" idx="11" hasCustomPrompt="1"/>
          </p:nvPr>
        </p:nvSpPr>
        <p:spPr>
          <a:xfrm>
            <a:off x="661975" y="903702"/>
            <a:ext cx="7781938"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9" name="Chart Placeholder 3">
            <a:extLst>
              <a:ext uri="{FF2B5EF4-FFF2-40B4-BE49-F238E27FC236}">
                <a16:creationId xmlns:a16="http://schemas.microsoft.com/office/drawing/2014/main" id="{4E299B79-BD61-9479-991B-70C464438DDE}"/>
              </a:ext>
            </a:extLst>
          </p:cNvPr>
          <p:cNvSpPr>
            <a:spLocks noGrp="1"/>
          </p:cNvSpPr>
          <p:nvPr>
            <p:ph type="chart" sz="quarter" idx="17"/>
          </p:nvPr>
        </p:nvSpPr>
        <p:spPr>
          <a:xfrm>
            <a:off x="661976" y="2050944"/>
            <a:ext cx="7781938" cy="3903354"/>
          </a:xfrm>
        </p:spPr>
        <p:txBody>
          <a:bodyPr>
            <a:normAutofit/>
          </a:bodyPr>
          <a:lstStyle>
            <a:lvl1pPr marL="0" indent="0">
              <a:buNone/>
              <a:defRPr sz="1200" b="0" i="0">
                <a:solidFill>
                  <a:schemeClr val="tx1"/>
                </a:solidFill>
                <a:latin typeface="+mn-lt"/>
                <a:ea typeface="Red Hat Display" panose="02010303040201060303" pitchFamily="2" charset="0"/>
                <a:cs typeface="Arial" panose="020B0604020202020204" pitchFamily="34" charset="0"/>
              </a:defRPr>
            </a:lvl1pPr>
          </a:lstStyle>
          <a:p>
            <a:r>
              <a:rPr lang="en-US"/>
              <a:t>Click icon to add chart</a:t>
            </a:r>
            <a:endParaRPr lang="en-US" dirty="0"/>
          </a:p>
        </p:txBody>
      </p:sp>
      <p:sp>
        <p:nvSpPr>
          <p:cNvPr id="10" name="Text Placeholder 4">
            <a:extLst>
              <a:ext uri="{FF2B5EF4-FFF2-40B4-BE49-F238E27FC236}">
                <a16:creationId xmlns:a16="http://schemas.microsoft.com/office/drawing/2014/main" id="{A473825E-7AA6-6AF5-A01A-3ACA9DBB7AFC}"/>
              </a:ext>
            </a:extLst>
          </p:cNvPr>
          <p:cNvSpPr>
            <a:spLocks noGrp="1"/>
          </p:cNvSpPr>
          <p:nvPr>
            <p:ph type="body" sz="quarter" idx="14" hasCustomPrompt="1"/>
          </p:nvPr>
        </p:nvSpPr>
        <p:spPr>
          <a:xfrm>
            <a:off x="669012" y="6450812"/>
            <a:ext cx="5791760" cy="125419"/>
          </a:xfrm>
        </p:spPr>
        <p:txBody>
          <a:bodyPr wrap="square" lIns="0" tIns="0" rIns="0" bIns="0">
            <a:spAutoFit/>
          </a:bodyPr>
          <a:lstStyle>
            <a:lvl1pPr marL="0" indent="0">
              <a:buClr>
                <a:schemeClr val="bg2"/>
              </a:buClr>
              <a:buFont typeface="System Font Regular"/>
              <a:buNone/>
              <a:defRPr sz="900" b="0" i="0" cap="none" baseline="0">
                <a:solidFill>
                  <a:schemeClr val="tx2"/>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3" name="Right Triangle 2">
            <a:extLst>
              <a:ext uri="{FF2B5EF4-FFF2-40B4-BE49-F238E27FC236}">
                <a16:creationId xmlns:a16="http://schemas.microsoft.com/office/drawing/2014/main" id="{7211E0F9-0BA5-67BA-9965-5BBFBE17F555}"/>
              </a:ext>
            </a:extLst>
          </p:cNvPr>
          <p:cNvSpPr/>
          <p:nvPr userDrawn="1"/>
        </p:nvSpPr>
        <p:spPr>
          <a:xfrm rot="5400000">
            <a:off x="8923997" y="461212"/>
            <a:ext cx="735146" cy="728518"/>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8" name="Picture Placeholder 19">
            <a:extLst>
              <a:ext uri="{FF2B5EF4-FFF2-40B4-BE49-F238E27FC236}">
                <a16:creationId xmlns:a16="http://schemas.microsoft.com/office/drawing/2014/main" id="{80AB5B31-CE27-7B0B-5481-822DA7473B56}"/>
              </a:ext>
            </a:extLst>
          </p:cNvPr>
          <p:cNvSpPr>
            <a:spLocks noGrp="1"/>
          </p:cNvSpPr>
          <p:nvPr>
            <p:ph type="pic" sz="quarter" idx="13"/>
          </p:nvPr>
        </p:nvSpPr>
        <p:spPr>
          <a:xfrm>
            <a:off x="9087438" y="536475"/>
            <a:ext cx="3104562" cy="6332813"/>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1" name="Picture Placeholder 5">
            <a:extLst>
              <a:ext uri="{FF2B5EF4-FFF2-40B4-BE49-F238E27FC236}">
                <a16:creationId xmlns:a16="http://schemas.microsoft.com/office/drawing/2014/main" id="{1FB79A91-0F2E-C5DA-C563-DCFCB514F4F9}"/>
              </a:ext>
            </a:extLst>
          </p:cNvPr>
          <p:cNvSpPr>
            <a:spLocks noGrp="1"/>
          </p:cNvSpPr>
          <p:nvPr>
            <p:ph type="pic" sz="quarter" idx="20"/>
          </p:nvPr>
        </p:nvSpPr>
        <p:spPr>
          <a:xfrm rot="5400000">
            <a:off x="9074103" y="387577"/>
            <a:ext cx="758645" cy="759961"/>
          </a:xfrm>
          <a:prstGeom prst="rtTriangle">
            <a:avLst/>
          </a:prstGeom>
          <a:solidFill>
            <a:schemeClr val="bg2"/>
          </a:solidFill>
        </p:spPr>
        <p:txBody>
          <a:bodyPr/>
          <a:lstStyle>
            <a:lvl1pPr marL="0" indent="0">
              <a:buNone/>
              <a:defRPr>
                <a:solidFill>
                  <a:schemeClr val="tx1">
                    <a:alpha val="0"/>
                  </a:schemeClr>
                </a:solidFill>
              </a:defRPr>
            </a:lvl1pPr>
          </a:lstStyle>
          <a:p>
            <a:r>
              <a:rPr lang="en-US"/>
              <a:t>Click icon to add picture</a:t>
            </a:r>
            <a:endParaRPr lang="en-US" dirty="0"/>
          </a:p>
        </p:txBody>
      </p:sp>
      <p:sp>
        <p:nvSpPr>
          <p:cNvPr id="12" name="Picture Placeholder 8">
            <a:extLst>
              <a:ext uri="{FF2B5EF4-FFF2-40B4-BE49-F238E27FC236}">
                <a16:creationId xmlns:a16="http://schemas.microsoft.com/office/drawing/2014/main" id="{8DCA7615-72F3-C5B3-0187-FC6DA23A715C}"/>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941427453"/>
      </p:ext>
    </p:extLst>
  </p:cSld>
  <p:clrMapOvr>
    <a:masterClrMapping/>
  </p:clrMapOvr>
  <p:transition spd="slow">
    <p:wipe dir="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Dark_copy_1/3_Vert_Image_V1">
    <p:bg>
      <p:bgPr>
        <a:solidFill>
          <a:schemeClr val="tx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FFD43DD4-1FE9-E560-2FF4-48A0A4E1ED40}"/>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Slide Number Placeholder 5">
            <a:extLst>
              <a:ext uri="{FF2B5EF4-FFF2-40B4-BE49-F238E27FC236}">
                <a16:creationId xmlns:a16="http://schemas.microsoft.com/office/drawing/2014/main" id="{97AFE093-97CE-9C2A-DD3C-BF5BD49509F8}"/>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mn-lt"/>
              </a:defRPr>
            </a:lvl1pPr>
          </a:lstStyle>
          <a:p>
            <a:fld id="{73490A59-D3E2-A64D-A2FA-D689A8266F0F}" type="slidenum">
              <a:rPr lang="en-US" smtClean="0"/>
              <a:pPr/>
              <a:t>‹#›</a:t>
            </a:fld>
            <a:endParaRPr lang="en-US" dirty="0"/>
          </a:p>
        </p:txBody>
      </p:sp>
      <p:sp>
        <p:nvSpPr>
          <p:cNvPr id="22" name="Text Placeholder 4">
            <a:extLst>
              <a:ext uri="{FF2B5EF4-FFF2-40B4-BE49-F238E27FC236}">
                <a16:creationId xmlns:a16="http://schemas.microsoft.com/office/drawing/2014/main" id="{9FE270A3-30F0-3903-3DD7-DBCFF827EC0D}"/>
              </a:ext>
            </a:extLst>
          </p:cNvPr>
          <p:cNvSpPr>
            <a:spLocks noGrp="1"/>
          </p:cNvSpPr>
          <p:nvPr>
            <p:ph type="body" sz="quarter" idx="10" hasCustomPrompt="1"/>
          </p:nvPr>
        </p:nvSpPr>
        <p:spPr>
          <a:xfrm>
            <a:off x="661975" y="525188"/>
            <a:ext cx="6928797"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23" name="Text Placeholder 4">
            <a:extLst>
              <a:ext uri="{FF2B5EF4-FFF2-40B4-BE49-F238E27FC236}">
                <a16:creationId xmlns:a16="http://schemas.microsoft.com/office/drawing/2014/main" id="{54CD56DA-6E1A-2D0B-F710-7742AC5E360A}"/>
              </a:ext>
            </a:extLst>
          </p:cNvPr>
          <p:cNvSpPr>
            <a:spLocks noGrp="1"/>
          </p:cNvSpPr>
          <p:nvPr>
            <p:ph type="body" sz="quarter" idx="11" hasCustomPrompt="1"/>
          </p:nvPr>
        </p:nvSpPr>
        <p:spPr>
          <a:xfrm>
            <a:off x="661975" y="903702"/>
            <a:ext cx="6928797"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2" name="Text Placeholder 4">
            <a:extLst>
              <a:ext uri="{FF2B5EF4-FFF2-40B4-BE49-F238E27FC236}">
                <a16:creationId xmlns:a16="http://schemas.microsoft.com/office/drawing/2014/main" id="{46F44E0F-311D-4472-FD51-61A97E57AA20}"/>
              </a:ext>
            </a:extLst>
          </p:cNvPr>
          <p:cNvSpPr>
            <a:spLocks noGrp="1"/>
          </p:cNvSpPr>
          <p:nvPr>
            <p:ph type="body" sz="quarter" idx="14"/>
          </p:nvPr>
        </p:nvSpPr>
        <p:spPr>
          <a:xfrm>
            <a:off x="647387" y="2048646"/>
            <a:ext cx="6943385" cy="4068375"/>
          </a:xfrm>
        </p:spPr>
        <p:txBody>
          <a:bodyPr wrap="square" lIns="0" tIns="0" rIns="0" bIns="0">
            <a:noAutofit/>
          </a:bodyPr>
          <a:lstStyle>
            <a:lvl1pPr marL="285750" indent="-285750">
              <a:buClr>
                <a:schemeClr val="accent2"/>
              </a:buClr>
              <a:buFont typeface="System Font Regular"/>
              <a:buChar char="&gt;"/>
              <a:defRPr sz="2300" b="0" i="0" cap="none" baseline="0">
                <a:solidFill>
                  <a:schemeClr val="bg1"/>
                </a:solidFill>
                <a:latin typeface="+mn-lt"/>
                <a:ea typeface="Red Hat Display" panose="02010303040201060303" pitchFamily="2" charset="0"/>
                <a:cs typeface="Arial" panose="020B0604020202020204" pitchFamily="34" charset="0"/>
              </a:defRPr>
            </a:lvl1pPr>
            <a:lvl2pPr marL="628650" indent="-285750">
              <a:buClr>
                <a:schemeClr val="accent2"/>
              </a:buClr>
              <a:buFont typeface="Arial" panose="020B0604020202020204" pitchFamily="34" charset="0"/>
              <a:buChar char="•"/>
              <a:defRPr sz="2000" b="0" i="0" cap="none" baseline="0">
                <a:solidFill>
                  <a:schemeClr val="bg1"/>
                </a:solidFill>
                <a:latin typeface="+mn-lt"/>
                <a:ea typeface="Red Hat Display" panose="02010303040201060303" pitchFamily="2" charset="0"/>
                <a:cs typeface="Arial" panose="020B0604020202020204" pitchFamily="34" charset="0"/>
              </a:defRPr>
            </a:lvl2pPr>
            <a:lvl3pPr marL="1069975" indent="-384175">
              <a:buClr>
                <a:schemeClr val="accent2"/>
              </a:buClr>
              <a:buFont typeface="System Font Regular"/>
              <a:buChar char="–"/>
              <a:tabLst/>
              <a:defRPr sz="1800" b="0" i="0" cap="none" baseline="0">
                <a:solidFill>
                  <a:schemeClr val="bg1"/>
                </a:solidFill>
                <a:latin typeface="+mn-lt"/>
                <a:ea typeface="Red Hat Display" panose="02010303040201060303" pitchFamily="2" charset="0"/>
                <a:cs typeface="Arial" panose="020B0604020202020204" pitchFamily="34" charset="0"/>
              </a:defRPr>
            </a:lvl3pPr>
            <a:lvl4pPr marL="1430338" indent="-285750">
              <a:buClr>
                <a:schemeClr val="accent2"/>
              </a:buClr>
              <a:buFont typeface="System Font Regular"/>
              <a:buChar char="–"/>
              <a:tabLst/>
              <a:defRPr sz="1600" b="0" i="0" cap="none" baseline="0">
                <a:solidFill>
                  <a:schemeClr val="bg1"/>
                </a:solidFill>
                <a:latin typeface="+mn-lt"/>
                <a:ea typeface="Red Hat Display" panose="02010303040201060303" pitchFamily="2" charset="0"/>
                <a:cs typeface="Arial" panose="020B0604020202020204" pitchFamily="34" charset="0"/>
              </a:defRPr>
            </a:lvl4pPr>
            <a:lvl5pPr marL="1916113" indent="-273050">
              <a:buClr>
                <a:schemeClr val="accent2"/>
              </a:buClr>
              <a:buFont typeface="System Font Regular"/>
              <a:buChar char="–"/>
              <a:tabLst/>
              <a:defRPr sz="1400" b="0" i="0" cap="none" baseline="0">
                <a:solidFill>
                  <a:schemeClr val="bg1"/>
                </a:solidFill>
                <a:latin typeface="+mn-lt"/>
                <a:ea typeface="Red Hat Display" panose="02010303040201060303" pitchFamily="2"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19">
            <a:extLst>
              <a:ext uri="{FF2B5EF4-FFF2-40B4-BE49-F238E27FC236}">
                <a16:creationId xmlns:a16="http://schemas.microsoft.com/office/drawing/2014/main" id="{12E0793B-4C9E-D438-AC03-7041714D5D80}"/>
              </a:ext>
            </a:extLst>
          </p:cNvPr>
          <p:cNvSpPr>
            <a:spLocks noGrp="1"/>
          </p:cNvSpPr>
          <p:nvPr>
            <p:ph type="pic" sz="quarter" idx="13"/>
          </p:nvPr>
        </p:nvSpPr>
        <p:spPr>
          <a:xfrm>
            <a:off x="8110852" y="525187"/>
            <a:ext cx="4081147" cy="6332813"/>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6" name="Picture Placeholder 5">
            <a:extLst>
              <a:ext uri="{FF2B5EF4-FFF2-40B4-BE49-F238E27FC236}">
                <a16:creationId xmlns:a16="http://schemas.microsoft.com/office/drawing/2014/main" id="{97B13AB9-755F-EF61-B731-16CC090BCAE5}"/>
              </a:ext>
            </a:extLst>
          </p:cNvPr>
          <p:cNvSpPr>
            <a:spLocks noGrp="1"/>
          </p:cNvSpPr>
          <p:nvPr>
            <p:ph type="pic" sz="quarter" idx="20"/>
          </p:nvPr>
        </p:nvSpPr>
        <p:spPr>
          <a:xfrm rot="5400000">
            <a:off x="8100222" y="422453"/>
            <a:ext cx="758645" cy="759961"/>
          </a:xfrm>
          <a:prstGeom prst="rtTriangle">
            <a:avLst/>
          </a:prstGeom>
          <a:solidFill>
            <a:schemeClr val="tx2"/>
          </a:solidFill>
        </p:spPr>
        <p:txBody>
          <a:bodyPr/>
          <a:lstStyle>
            <a:lvl1pPr marL="0" indent="0">
              <a:buNone/>
              <a:defRPr>
                <a:solidFill>
                  <a:schemeClr val="tx1">
                    <a:alpha val="0"/>
                  </a:schemeClr>
                </a:solidFill>
              </a:defRPr>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BFB2A65B-AFEC-A3E3-C361-46E20C966F3E}"/>
              </a:ext>
            </a:extLst>
          </p:cNvPr>
          <p:cNvSpPr>
            <a:spLocks noGrp="1"/>
          </p:cNvSpPr>
          <p:nvPr>
            <p:ph type="pic" sz="quarter" idx="21"/>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3177607303"/>
      </p:ext>
    </p:extLst>
  </p:cSld>
  <p:clrMapOvr>
    <a:masterClrMapping/>
  </p:clrMapOvr>
  <p:transition spd="slow">
    <p:wipe dir="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Dark_copy_1/3_Vert_Image_V2">
    <p:bg>
      <p:bgPr>
        <a:solidFill>
          <a:schemeClr val="tx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FFD43DD4-1FE9-E560-2FF4-48A0A4E1ED40}"/>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Slide Number Placeholder 5">
            <a:extLst>
              <a:ext uri="{FF2B5EF4-FFF2-40B4-BE49-F238E27FC236}">
                <a16:creationId xmlns:a16="http://schemas.microsoft.com/office/drawing/2014/main" id="{97AFE093-97CE-9C2A-DD3C-BF5BD49509F8}"/>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defRPr>
            </a:lvl1pPr>
          </a:lstStyle>
          <a:p>
            <a:fld id="{73490A59-D3E2-A64D-A2FA-D689A8266F0F}" type="slidenum">
              <a:rPr lang="en-US" smtClean="0"/>
              <a:pPr/>
              <a:t>‹#›</a:t>
            </a:fld>
            <a:endParaRPr lang="en-US" dirty="0"/>
          </a:p>
        </p:txBody>
      </p:sp>
      <p:sp>
        <p:nvSpPr>
          <p:cNvPr id="22" name="Text Placeholder 4">
            <a:extLst>
              <a:ext uri="{FF2B5EF4-FFF2-40B4-BE49-F238E27FC236}">
                <a16:creationId xmlns:a16="http://schemas.microsoft.com/office/drawing/2014/main" id="{9FE270A3-30F0-3903-3DD7-DBCFF827EC0D}"/>
              </a:ext>
            </a:extLst>
          </p:cNvPr>
          <p:cNvSpPr>
            <a:spLocks noGrp="1"/>
          </p:cNvSpPr>
          <p:nvPr>
            <p:ph type="body" sz="quarter" idx="10" hasCustomPrompt="1"/>
          </p:nvPr>
        </p:nvSpPr>
        <p:spPr>
          <a:xfrm>
            <a:off x="661975" y="525188"/>
            <a:ext cx="6928797" cy="348365"/>
          </a:xfrm>
        </p:spPr>
        <p:txBody>
          <a:bodyPr wrap="square" lIns="0" tIns="0" rIns="0" bIns="0">
            <a:spAutoFit/>
          </a:bodyPr>
          <a:lstStyle>
            <a:lvl1pPr marL="0" indent="0">
              <a:buNone/>
              <a:defRPr sz="2500" b="0" i="0" cap="all" baseline="0">
                <a:solidFill>
                  <a:schemeClr val="bg1"/>
                </a:solidFill>
                <a:latin typeface="Arial" panose="020B0604020202020204" pitchFamily="34" charset="0"/>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23" name="Text Placeholder 4">
            <a:extLst>
              <a:ext uri="{FF2B5EF4-FFF2-40B4-BE49-F238E27FC236}">
                <a16:creationId xmlns:a16="http://schemas.microsoft.com/office/drawing/2014/main" id="{54CD56DA-6E1A-2D0B-F710-7742AC5E360A}"/>
              </a:ext>
            </a:extLst>
          </p:cNvPr>
          <p:cNvSpPr>
            <a:spLocks noGrp="1"/>
          </p:cNvSpPr>
          <p:nvPr>
            <p:ph type="body" sz="quarter" idx="11" hasCustomPrompt="1"/>
          </p:nvPr>
        </p:nvSpPr>
        <p:spPr>
          <a:xfrm>
            <a:off x="661975" y="903702"/>
            <a:ext cx="6928797" cy="557397"/>
          </a:xfrm>
        </p:spPr>
        <p:txBody>
          <a:bodyPr wrap="square" lIns="0" tIns="0" rIns="0" bIns="0">
            <a:spAutoFit/>
          </a:bodyPr>
          <a:lstStyle>
            <a:lvl1pPr marL="0" indent="0">
              <a:buNone/>
              <a:defRPr sz="4000" b="0" i="0" cap="none" baseline="0">
                <a:solidFill>
                  <a:schemeClr val="bg1"/>
                </a:solidFill>
                <a:latin typeface="Arial" panose="020B0604020202020204" pitchFamily="34" charset="0"/>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2" name="Text Placeholder 4">
            <a:extLst>
              <a:ext uri="{FF2B5EF4-FFF2-40B4-BE49-F238E27FC236}">
                <a16:creationId xmlns:a16="http://schemas.microsoft.com/office/drawing/2014/main" id="{A270C6F7-E947-681D-BB56-FD2D6576BD16}"/>
              </a:ext>
            </a:extLst>
          </p:cNvPr>
          <p:cNvSpPr>
            <a:spLocks noGrp="1"/>
          </p:cNvSpPr>
          <p:nvPr>
            <p:ph type="body" sz="quarter" idx="14"/>
          </p:nvPr>
        </p:nvSpPr>
        <p:spPr>
          <a:xfrm>
            <a:off x="647387" y="2048646"/>
            <a:ext cx="6943385" cy="4068375"/>
          </a:xfrm>
        </p:spPr>
        <p:txBody>
          <a:bodyPr wrap="square" lIns="0" tIns="0" rIns="0" bIns="0">
            <a:noAutofit/>
          </a:bodyPr>
          <a:lstStyle>
            <a:lvl1pPr marL="285750" indent="-285750">
              <a:buClr>
                <a:schemeClr val="accent2"/>
              </a:buClr>
              <a:buFont typeface="System Font Regular"/>
              <a:buChar char="&gt;"/>
              <a:defRPr sz="2300" b="0" i="0" cap="none" baseline="0">
                <a:solidFill>
                  <a:schemeClr val="bg1"/>
                </a:solidFill>
                <a:latin typeface="+mn-lt"/>
                <a:ea typeface="Red Hat Display" panose="02010303040201060303" pitchFamily="2" charset="0"/>
                <a:cs typeface="Arial" panose="020B0604020202020204" pitchFamily="34" charset="0"/>
              </a:defRPr>
            </a:lvl1pPr>
            <a:lvl2pPr marL="628650" indent="-285750">
              <a:buClr>
                <a:schemeClr val="accent2"/>
              </a:buClr>
              <a:buFont typeface="Arial" panose="020B0604020202020204" pitchFamily="34" charset="0"/>
              <a:buChar char="•"/>
              <a:defRPr sz="2000" b="0" i="0" cap="none" baseline="0">
                <a:solidFill>
                  <a:schemeClr val="bg1"/>
                </a:solidFill>
                <a:latin typeface="+mn-lt"/>
                <a:ea typeface="Red Hat Display" panose="02010303040201060303" pitchFamily="2" charset="0"/>
                <a:cs typeface="Arial" panose="020B0604020202020204" pitchFamily="34" charset="0"/>
              </a:defRPr>
            </a:lvl2pPr>
            <a:lvl3pPr marL="1069975" indent="-384175">
              <a:buClr>
                <a:schemeClr val="accent2"/>
              </a:buClr>
              <a:buFont typeface="System Font Regular"/>
              <a:buChar char="–"/>
              <a:tabLst/>
              <a:defRPr sz="1800" b="0" i="0" cap="none" baseline="0">
                <a:solidFill>
                  <a:schemeClr val="bg1"/>
                </a:solidFill>
                <a:latin typeface="+mn-lt"/>
                <a:ea typeface="Red Hat Display" panose="02010303040201060303" pitchFamily="2" charset="0"/>
                <a:cs typeface="Arial" panose="020B0604020202020204" pitchFamily="34" charset="0"/>
              </a:defRPr>
            </a:lvl3pPr>
            <a:lvl4pPr marL="1430338" indent="-285750">
              <a:buClr>
                <a:schemeClr val="accent2"/>
              </a:buClr>
              <a:buFont typeface="System Font Regular"/>
              <a:buChar char="–"/>
              <a:tabLst/>
              <a:defRPr sz="1600" b="0" i="0" cap="none" baseline="0">
                <a:solidFill>
                  <a:schemeClr val="bg1"/>
                </a:solidFill>
                <a:latin typeface="+mn-lt"/>
                <a:ea typeface="Red Hat Display" panose="02010303040201060303" pitchFamily="2" charset="0"/>
                <a:cs typeface="Arial" panose="020B0604020202020204" pitchFamily="34" charset="0"/>
              </a:defRPr>
            </a:lvl4pPr>
            <a:lvl5pPr marL="1916113" indent="-273050">
              <a:buClr>
                <a:schemeClr val="accent2"/>
              </a:buClr>
              <a:buFont typeface="System Font Regular"/>
              <a:buChar char="–"/>
              <a:tabLst/>
              <a:defRPr sz="1400" b="0" i="0" cap="none" baseline="0">
                <a:solidFill>
                  <a:schemeClr val="bg1"/>
                </a:solidFill>
                <a:latin typeface="+mn-lt"/>
                <a:ea typeface="Red Hat Display" panose="02010303040201060303" pitchFamily="2"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19">
            <a:extLst>
              <a:ext uri="{FF2B5EF4-FFF2-40B4-BE49-F238E27FC236}">
                <a16:creationId xmlns:a16="http://schemas.microsoft.com/office/drawing/2014/main" id="{B50BBCFF-F103-D138-51F4-6FE6247CA845}"/>
              </a:ext>
            </a:extLst>
          </p:cNvPr>
          <p:cNvSpPr>
            <a:spLocks noGrp="1"/>
          </p:cNvSpPr>
          <p:nvPr>
            <p:ph type="pic" sz="quarter" idx="13"/>
          </p:nvPr>
        </p:nvSpPr>
        <p:spPr>
          <a:xfrm>
            <a:off x="8110852" y="525187"/>
            <a:ext cx="4081147" cy="6332813"/>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6" name="Picture Placeholder 5">
            <a:extLst>
              <a:ext uri="{FF2B5EF4-FFF2-40B4-BE49-F238E27FC236}">
                <a16:creationId xmlns:a16="http://schemas.microsoft.com/office/drawing/2014/main" id="{D3DA60D4-CB31-AFF4-3B66-FD5BD481CF44}"/>
              </a:ext>
            </a:extLst>
          </p:cNvPr>
          <p:cNvSpPr>
            <a:spLocks noGrp="1"/>
          </p:cNvSpPr>
          <p:nvPr>
            <p:ph type="pic" sz="quarter" idx="20"/>
          </p:nvPr>
        </p:nvSpPr>
        <p:spPr>
          <a:xfrm rot="5400000">
            <a:off x="8100222" y="422453"/>
            <a:ext cx="758645" cy="759961"/>
          </a:xfrm>
          <a:prstGeom prst="rtTriangle">
            <a:avLst/>
          </a:prstGeom>
          <a:solidFill>
            <a:schemeClr val="tx2"/>
          </a:solidFill>
        </p:spPr>
        <p:txBody>
          <a:bodyPr/>
          <a:lstStyle>
            <a:lvl1pPr marL="0" indent="0">
              <a:buNone/>
              <a:defRPr>
                <a:solidFill>
                  <a:schemeClr val="tx1">
                    <a:alpha val="0"/>
                  </a:schemeClr>
                </a:solidFill>
              </a:defRPr>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15B3F1EC-5D37-C98E-E511-814FBFD9E569}"/>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4262543799"/>
      </p:ext>
    </p:extLst>
  </p:cSld>
  <p:clrMapOvr>
    <a:masterClrMapping/>
  </p:clrMapOvr>
  <p:transition spd="slow">
    <p:wipe dir="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Light_copy_1/3_Vert_Image_V1">
    <p:bg>
      <p:bgPr>
        <a:solidFill>
          <a:schemeClr val="bg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FFD43DD4-1FE9-E560-2FF4-48A0A4E1ED40}"/>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Slide Number Placeholder 5">
            <a:extLst>
              <a:ext uri="{FF2B5EF4-FFF2-40B4-BE49-F238E27FC236}">
                <a16:creationId xmlns:a16="http://schemas.microsoft.com/office/drawing/2014/main" id="{97AFE093-97CE-9C2A-DD3C-BF5BD49509F8}"/>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mn-lt"/>
              </a:defRPr>
            </a:lvl1pPr>
          </a:lstStyle>
          <a:p>
            <a:fld id="{73490A59-D3E2-A64D-A2FA-D689A8266F0F}" type="slidenum">
              <a:rPr lang="en-US" smtClean="0"/>
              <a:pPr/>
              <a:t>‹#›</a:t>
            </a:fld>
            <a:endParaRPr lang="en-US" dirty="0"/>
          </a:p>
        </p:txBody>
      </p:sp>
      <p:sp>
        <p:nvSpPr>
          <p:cNvPr id="22" name="Text Placeholder 4">
            <a:extLst>
              <a:ext uri="{FF2B5EF4-FFF2-40B4-BE49-F238E27FC236}">
                <a16:creationId xmlns:a16="http://schemas.microsoft.com/office/drawing/2014/main" id="{9FE270A3-30F0-3903-3DD7-DBCFF827EC0D}"/>
              </a:ext>
            </a:extLst>
          </p:cNvPr>
          <p:cNvSpPr>
            <a:spLocks noGrp="1"/>
          </p:cNvSpPr>
          <p:nvPr>
            <p:ph type="body" sz="quarter" idx="10" hasCustomPrompt="1"/>
          </p:nvPr>
        </p:nvSpPr>
        <p:spPr>
          <a:xfrm>
            <a:off x="661975" y="525188"/>
            <a:ext cx="6928797"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23" name="Text Placeholder 4">
            <a:extLst>
              <a:ext uri="{FF2B5EF4-FFF2-40B4-BE49-F238E27FC236}">
                <a16:creationId xmlns:a16="http://schemas.microsoft.com/office/drawing/2014/main" id="{54CD56DA-6E1A-2D0B-F710-7742AC5E360A}"/>
              </a:ext>
            </a:extLst>
          </p:cNvPr>
          <p:cNvSpPr>
            <a:spLocks noGrp="1"/>
          </p:cNvSpPr>
          <p:nvPr>
            <p:ph type="body" sz="quarter" idx="11" hasCustomPrompt="1"/>
          </p:nvPr>
        </p:nvSpPr>
        <p:spPr>
          <a:xfrm>
            <a:off x="661975" y="903702"/>
            <a:ext cx="6928797"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3" name="Text Placeholder 4">
            <a:extLst>
              <a:ext uri="{FF2B5EF4-FFF2-40B4-BE49-F238E27FC236}">
                <a16:creationId xmlns:a16="http://schemas.microsoft.com/office/drawing/2014/main" id="{5CDCE1C7-EAB3-2DDE-063F-4B2C01E4511B}"/>
              </a:ext>
            </a:extLst>
          </p:cNvPr>
          <p:cNvSpPr>
            <a:spLocks noGrp="1"/>
          </p:cNvSpPr>
          <p:nvPr>
            <p:ph type="body" sz="quarter" idx="14"/>
          </p:nvPr>
        </p:nvSpPr>
        <p:spPr>
          <a:xfrm>
            <a:off x="647387" y="2048646"/>
            <a:ext cx="6943385" cy="4173477"/>
          </a:xfrm>
        </p:spPr>
        <p:txBody>
          <a:bodyPr wrap="square" lIns="0" tIns="0" rIns="0" bIns="0">
            <a:noAutofit/>
          </a:bodyPr>
          <a:lstStyle>
            <a:lvl1pPr marL="285750" indent="-285750">
              <a:buClr>
                <a:schemeClr val="accent2"/>
              </a:buClr>
              <a:buFont typeface="System Font Regular"/>
              <a:buChar char="&gt;"/>
              <a:defRPr sz="2300" b="0" i="0" cap="none" baseline="0">
                <a:solidFill>
                  <a:schemeClr val="tx1"/>
                </a:solidFill>
                <a:latin typeface="+mn-lt"/>
                <a:ea typeface="Red Hat Display" panose="02010303040201060303" pitchFamily="2" charset="0"/>
                <a:cs typeface="Arial" panose="020B0604020202020204" pitchFamily="34" charset="0"/>
              </a:defRPr>
            </a:lvl1pPr>
            <a:lvl2pPr marL="628650" indent="-285750">
              <a:buClr>
                <a:schemeClr val="accent2"/>
              </a:buClr>
              <a:buFont typeface="Arial" panose="020B0604020202020204" pitchFamily="34" charset="0"/>
              <a:buChar char="•"/>
              <a:defRPr sz="2000" b="0" i="0" cap="none" baseline="0">
                <a:solidFill>
                  <a:schemeClr val="tx1"/>
                </a:solidFill>
                <a:latin typeface="+mn-lt"/>
                <a:ea typeface="Red Hat Display" panose="02010303040201060303" pitchFamily="2" charset="0"/>
                <a:cs typeface="Arial" panose="020B0604020202020204" pitchFamily="34" charset="0"/>
              </a:defRPr>
            </a:lvl2pPr>
            <a:lvl3pPr marL="1069975" indent="-384175">
              <a:buClr>
                <a:schemeClr val="accent2"/>
              </a:buClr>
              <a:buFont typeface="System Font Regular"/>
              <a:buChar char="–"/>
              <a:tabLst/>
              <a:defRPr sz="1800" b="0" i="0" cap="none" baseline="0">
                <a:solidFill>
                  <a:schemeClr val="tx1"/>
                </a:solidFill>
                <a:latin typeface="+mn-lt"/>
                <a:ea typeface="Red Hat Display" panose="02010303040201060303" pitchFamily="2" charset="0"/>
                <a:cs typeface="Arial" panose="020B0604020202020204" pitchFamily="34" charset="0"/>
              </a:defRPr>
            </a:lvl3pPr>
            <a:lvl4pPr marL="1430338" indent="-285750">
              <a:buClr>
                <a:schemeClr val="accent2"/>
              </a:buClr>
              <a:buFont typeface="System Font Regular"/>
              <a:buChar char="–"/>
              <a:tabLst/>
              <a:defRPr sz="1600" b="0" i="0" cap="none" baseline="0">
                <a:solidFill>
                  <a:schemeClr val="tx1"/>
                </a:solidFill>
                <a:latin typeface="+mn-lt"/>
                <a:ea typeface="Red Hat Display" panose="02010303040201060303" pitchFamily="2" charset="0"/>
                <a:cs typeface="Arial" panose="020B0604020202020204" pitchFamily="34" charset="0"/>
              </a:defRPr>
            </a:lvl4pPr>
            <a:lvl5pPr marL="1916113" indent="-273050">
              <a:buClr>
                <a:schemeClr val="accent2"/>
              </a:buClr>
              <a:buFont typeface="System Font Regular"/>
              <a:buChar char="–"/>
              <a:tabLst/>
              <a:defRPr sz="1400" b="0" i="0" cap="none" baseline="0">
                <a:solidFill>
                  <a:schemeClr val="tx1"/>
                </a:solidFill>
                <a:latin typeface="+mn-lt"/>
                <a:ea typeface="Red Hat Display" panose="02010303040201060303" pitchFamily="2"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ight Triangle 4">
            <a:extLst>
              <a:ext uri="{FF2B5EF4-FFF2-40B4-BE49-F238E27FC236}">
                <a16:creationId xmlns:a16="http://schemas.microsoft.com/office/drawing/2014/main" id="{147B8728-1C30-169B-A3F1-BE279F85D92A}"/>
              </a:ext>
            </a:extLst>
          </p:cNvPr>
          <p:cNvSpPr/>
          <p:nvPr userDrawn="1"/>
        </p:nvSpPr>
        <p:spPr>
          <a:xfrm rot="5400000">
            <a:off x="7972019" y="461212"/>
            <a:ext cx="735146" cy="728518"/>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6" name="Picture Placeholder 19">
            <a:extLst>
              <a:ext uri="{FF2B5EF4-FFF2-40B4-BE49-F238E27FC236}">
                <a16:creationId xmlns:a16="http://schemas.microsoft.com/office/drawing/2014/main" id="{5C0D6E82-0851-53FB-61C2-556F7AD6FAEB}"/>
              </a:ext>
            </a:extLst>
          </p:cNvPr>
          <p:cNvSpPr>
            <a:spLocks noGrp="1"/>
          </p:cNvSpPr>
          <p:nvPr>
            <p:ph type="pic" sz="quarter" idx="13"/>
          </p:nvPr>
        </p:nvSpPr>
        <p:spPr>
          <a:xfrm>
            <a:off x="8110852" y="525187"/>
            <a:ext cx="4081147" cy="6332813"/>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Picture Placeholder 5">
            <a:extLst>
              <a:ext uri="{FF2B5EF4-FFF2-40B4-BE49-F238E27FC236}">
                <a16:creationId xmlns:a16="http://schemas.microsoft.com/office/drawing/2014/main" id="{33E2B589-E540-9D15-6A68-1D8F77DABF8E}"/>
              </a:ext>
            </a:extLst>
          </p:cNvPr>
          <p:cNvSpPr>
            <a:spLocks noGrp="1"/>
          </p:cNvSpPr>
          <p:nvPr>
            <p:ph type="pic" sz="quarter" idx="20"/>
          </p:nvPr>
        </p:nvSpPr>
        <p:spPr>
          <a:xfrm rot="5400000">
            <a:off x="8100222" y="422453"/>
            <a:ext cx="758645" cy="759961"/>
          </a:xfrm>
          <a:prstGeom prst="rtTriangle">
            <a:avLst/>
          </a:prstGeom>
          <a:solidFill>
            <a:schemeClr val="bg2"/>
          </a:solidFill>
        </p:spPr>
        <p:txBody>
          <a:bodyPr/>
          <a:lstStyle>
            <a:lvl1pPr marL="0" indent="0">
              <a:buNone/>
              <a:defRPr>
                <a:solidFill>
                  <a:schemeClr val="tx1">
                    <a:alpha val="0"/>
                  </a:schemeClr>
                </a:solidFill>
              </a:defRPr>
            </a:lvl1pPr>
          </a:lstStyle>
          <a:p>
            <a:r>
              <a:rPr lang="en-US"/>
              <a:t>Click icon to add picture</a:t>
            </a:r>
            <a:endParaRPr lang="en-US" dirty="0"/>
          </a:p>
        </p:txBody>
      </p:sp>
      <p:sp>
        <p:nvSpPr>
          <p:cNvPr id="8" name="Picture Placeholder 8">
            <a:extLst>
              <a:ext uri="{FF2B5EF4-FFF2-40B4-BE49-F238E27FC236}">
                <a16:creationId xmlns:a16="http://schemas.microsoft.com/office/drawing/2014/main" id="{50BE3FAE-FF8D-73A5-AC54-7DF498C7987F}"/>
              </a:ext>
            </a:extLst>
          </p:cNvPr>
          <p:cNvSpPr>
            <a:spLocks noGrp="1"/>
          </p:cNvSpPr>
          <p:nvPr>
            <p:ph type="pic" sz="quarter" idx="21"/>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229693080"/>
      </p:ext>
    </p:extLst>
  </p:cSld>
  <p:clrMapOvr>
    <a:masterClrMapping/>
  </p:clrMapOvr>
  <p:transition spd="slow">
    <p:wipe dir="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Light_copy_1/3_Vert_Image_V2">
    <p:bg>
      <p:bgPr>
        <a:solidFill>
          <a:schemeClr val="bg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FFD43DD4-1FE9-E560-2FF4-48A0A4E1ED40}"/>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Slide Number Placeholder 5">
            <a:extLst>
              <a:ext uri="{FF2B5EF4-FFF2-40B4-BE49-F238E27FC236}">
                <a16:creationId xmlns:a16="http://schemas.microsoft.com/office/drawing/2014/main" id="{97AFE093-97CE-9C2A-DD3C-BF5BD49509F8}"/>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mn-lt"/>
              </a:defRPr>
            </a:lvl1pPr>
          </a:lstStyle>
          <a:p>
            <a:fld id="{73490A59-D3E2-A64D-A2FA-D689A8266F0F}" type="slidenum">
              <a:rPr lang="en-US" smtClean="0"/>
              <a:pPr/>
              <a:t>‹#›</a:t>
            </a:fld>
            <a:endParaRPr lang="en-US" dirty="0"/>
          </a:p>
        </p:txBody>
      </p:sp>
      <p:sp>
        <p:nvSpPr>
          <p:cNvPr id="22" name="Text Placeholder 4">
            <a:extLst>
              <a:ext uri="{FF2B5EF4-FFF2-40B4-BE49-F238E27FC236}">
                <a16:creationId xmlns:a16="http://schemas.microsoft.com/office/drawing/2014/main" id="{9FE270A3-30F0-3903-3DD7-DBCFF827EC0D}"/>
              </a:ext>
            </a:extLst>
          </p:cNvPr>
          <p:cNvSpPr>
            <a:spLocks noGrp="1"/>
          </p:cNvSpPr>
          <p:nvPr>
            <p:ph type="body" sz="quarter" idx="10" hasCustomPrompt="1"/>
          </p:nvPr>
        </p:nvSpPr>
        <p:spPr>
          <a:xfrm>
            <a:off x="661975" y="525188"/>
            <a:ext cx="6928797"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23" name="Text Placeholder 4">
            <a:extLst>
              <a:ext uri="{FF2B5EF4-FFF2-40B4-BE49-F238E27FC236}">
                <a16:creationId xmlns:a16="http://schemas.microsoft.com/office/drawing/2014/main" id="{54CD56DA-6E1A-2D0B-F710-7742AC5E360A}"/>
              </a:ext>
            </a:extLst>
          </p:cNvPr>
          <p:cNvSpPr>
            <a:spLocks noGrp="1"/>
          </p:cNvSpPr>
          <p:nvPr>
            <p:ph type="body" sz="quarter" idx="11" hasCustomPrompt="1"/>
          </p:nvPr>
        </p:nvSpPr>
        <p:spPr>
          <a:xfrm>
            <a:off x="661975" y="903702"/>
            <a:ext cx="6928797"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2" name="Text Placeholder 4">
            <a:extLst>
              <a:ext uri="{FF2B5EF4-FFF2-40B4-BE49-F238E27FC236}">
                <a16:creationId xmlns:a16="http://schemas.microsoft.com/office/drawing/2014/main" id="{5B0154BD-4026-478A-F615-4B9EBE82102C}"/>
              </a:ext>
            </a:extLst>
          </p:cNvPr>
          <p:cNvSpPr>
            <a:spLocks noGrp="1"/>
          </p:cNvSpPr>
          <p:nvPr>
            <p:ph type="body" sz="quarter" idx="14"/>
          </p:nvPr>
        </p:nvSpPr>
        <p:spPr>
          <a:xfrm>
            <a:off x="647387" y="2048646"/>
            <a:ext cx="6943385" cy="4131437"/>
          </a:xfrm>
        </p:spPr>
        <p:txBody>
          <a:bodyPr wrap="square" lIns="0" tIns="0" rIns="0" bIns="0">
            <a:noAutofit/>
          </a:bodyPr>
          <a:lstStyle>
            <a:lvl1pPr marL="285750" indent="-285750">
              <a:buClr>
                <a:schemeClr val="accent2"/>
              </a:buClr>
              <a:buFont typeface="System Font Regular"/>
              <a:buChar char="&gt;"/>
              <a:defRPr sz="2300" b="0" i="0" cap="none" baseline="0">
                <a:solidFill>
                  <a:schemeClr val="tx1"/>
                </a:solidFill>
                <a:latin typeface="+mn-lt"/>
                <a:ea typeface="Red Hat Display" panose="02010303040201060303" pitchFamily="2" charset="0"/>
                <a:cs typeface="Arial" panose="020B0604020202020204" pitchFamily="34" charset="0"/>
              </a:defRPr>
            </a:lvl1pPr>
            <a:lvl2pPr marL="628650" indent="-285750">
              <a:buClr>
                <a:schemeClr val="accent2"/>
              </a:buClr>
              <a:buFont typeface="Arial" panose="020B0604020202020204" pitchFamily="34" charset="0"/>
              <a:buChar char="•"/>
              <a:defRPr sz="2000" b="0" i="0" cap="none" baseline="0">
                <a:solidFill>
                  <a:schemeClr val="tx1"/>
                </a:solidFill>
                <a:latin typeface="+mn-lt"/>
                <a:ea typeface="Red Hat Display" panose="02010303040201060303" pitchFamily="2" charset="0"/>
                <a:cs typeface="Arial" panose="020B0604020202020204" pitchFamily="34" charset="0"/>
              </a:defRPr>
            </a:lvl2pPr>
            <a:lvl3pPr marL="1069975" indent="-384175">
              <a:buClr>
                <a:schemeClr val="accent2"/>
              </a:buClr>
              <a:buFont typeface="System Font Regular"/>
              <a:buChar char="–"/>
              <a:tabLst/>
              <a:defRPr sz="1800" b="0" i="0" cap="none" baseline="0">
                <a:solidFill>
                  <a:schemeClr val="tx1"/>
                </a:solidFill>
                <a:latin typeface="+mn-lt"/>
                <a:ea typeface="Red Hat Display" panose="02010303040201060303" pitchFamily="2" charset="0"/>
                <a:cs typeface="Arial" panose="020B0604020202020204" pitchFamily="34" charset="0"/>
              </a:defRPr>
            </a:lvl3pPr>
            <a:lvl4pPr marL="1430338" indent="-285750">
              <a:buClr>
                <a:schemeClr val="accent2"/>
              </a:buClr>
              <a:buFont typeface="System Font Regular"/>
              <a:buChar char="–"/>
              <a:tabLst/>
              <a:defRPr sz="1600" b="0" i="0" cap="none" baseline="0">
                <a:solidFill>
                  <a:schemeClr val="tx1"/>
                </a:solidFill>
                <a:latin typeface="+mn-lt"/>
                <a:ea typeface="Red Hat Display" panose="02010303040201060303" pitchFamily="2" charset="0"/>
                <a:cs typeface="Arial" panose="020B0604020202020204" pitchFamily="34" charset="0"/>
              </a:defRPr>
            </a:lvl4pPr>
            <a:lvl5pPr marL="1916113" indent="-273050">
              <a:buClr>
                <a:schemeClr val="accent2"/>
              </a:buClr>
              <a:buFont typeface="System Font Regular"/>
              <a:buChar char="–"/>
              <a:tabLst/>
              <a:defRPr sz="1400" b="0" i="0" cap="none" baseline="0">
                <a:solidFill>
                  <a:schemeClr val="tx1"/>
                </a:solidFill>
                <a:latin typeface="+mn-lt"/>
                <a:ea typeface="Red Hat Display" panose="02010303040201060303" pitchFamily="2"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ight Triangle 3">
            <a:extLst>
              <a:ext uri="{FF2B5EF4-FFF2-40B4-BE49-F238E27FC236}">
                <a16:creationId xmlns:a16="http://schemas.microsoft.com/office/drawing/2014/main" id="{90847165-8CB7-7A29-5229-E7EABDC3394E}"/>
              </a:ext>
            </a:extLst>
          </p:cNvPr>
          <p:cNvSpPr/>
          <p:nvPr userDrawn="1"/>
        </p:nvSpPr>
        <p:spPr>
          <a:xfrm rot="5400000">
            <a:off x="7972019" y="461212"/>
            <a:ext cx="735146" cy="728518"/>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6" name="Picture Placeholder 19">
            <a:extLst>
              <a:ext uri="{FF2B5EF4-FFF2-40B4-BE49-F238E27FC236}">
                <a16:creationId xmlns:a16="http://schemas.microsoft.com/office/drawing/2014/main" id="{F6451147-A471-FCC1-A5AA-2A66153708D7}"/>
              </a:ext>
            </a:extLst>
          </p:cNvPr>
          <p:cNvSpPr>
            <a:spLocks noGrp="1"/>
          </p:cNvSpPr>
          <p:nvPr>
            <p:ph type="pic" sz="quarter" idx="13"/>
          </p:nvPr>
        </p:nvSpPr>
        <p:spPr>
          <a:xfrm>
            <a:off x="8110852" y="525187"/>
            <a:ext cx="4081147" cy="6332813"/>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Picture Placeholder 5">
            <a:extLst>
              <a:ext uri="{FF2B5EF4-FFF2-40B4-BE49-F238E27FC236}">
                <a16:creationId xmlns:a16="http://schemas.microsoft.com/office/drawing/2014/main" id="{94E67BC5-A736-3537-EF1B-7F430D04EEC0}"/>
              </a:ext>
            </a:extLst>
          </p:cNvPr>
          <p:cNvSpPr>
            <a:spLocks noGrp="1"/>
          </p:cNvSpPr>
          <p:nvPr>
            <p:ph type="pic" sz="quarter" idx="20"/>
          </p:nvPr>
        </p:nvSpPr>
        <p:spPr>
          <a:xfrm rot="5400000">
            <a:off x="8100222" y="422453"/>
            <a:ext cx="758645" cy="759961"/>
          </a:xfrm>
          <a:prstGeom prst="rtTriangle">
            <a:avLst/>
          </a:prstGeom>
          <a:solidFill>
            <a:schemeClr val="bg2"/>
          </a:solidFill>
        </p:spPr>
        <p:txBody>
          <a:bodyPr/>
          <a:lstStyle>
            <a:lvl1pPr marL="0" indent="0">
              <a:buNone/>
              <a:defRPr>
                <a:solidFill>
                  <a:schemeClr val="tx1">
                    <a:alpha val="0"/>
                  </a:schemeClr>
                </a:solidFill>
              </a:defRPr>
            </a:lvl1pPr>
          </a:lstStyle>
          <a:p>
            <a:r>
              <a:rPr lang="en-US"/>
              <a:t>Click icon to add picture</a:t>
            </a:r>
            <a:endParaRPr lang="en-US" dirty="0"/>
          </a:p>
        </p:txBody>
      </p:sp>
      <p:sp>
        <p:nvSpPr>
          <p:cNvPr id="9" name="Picture Placeholder 8">
            <a:extLst>
              <a:ext uri="{FF2B5EF4-FFF2-40B4-BE49-F238E27FC236}">
                <a16:creationId xmlns:a16="http://schemas.microsoft.com/office/drawing/2014/main" id="{72997A92-F89C-884F-6257-800C772FF095}"/>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819497091"/>
      </p:ext>
    </p:extLst>
  </p:cSld>
  <p:clrMapOvr>
    <a:masterClrMapping/>
  </p:clrMapOvr>
  <p:transition spd="slow">
    <p:wipe dir="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Dark_Table_1/3_Vert_Image_V1">
    <p:bg>
      <p:bgPr>
        <a:solidFill>
          <a:schemeClr val="tx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FFD43DD4-1FE9-E560-2FF4-48A0A4E1ED40}"/>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Slide Number Placeholder 5">
            <a:extLst>
              <a:ext uri="{FF2B5EF4-FFF2-40B4-BE49-F238E27FC236}">
                <a16:creationId xmlns:a16="http://schemas.microsoft.com/office/drawing/2014/main" id="{97AFE093-97CE-9C2A-DD3C-BF5BD49509F8}"/>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mn-lt"/>
              </a:defRPr>
            </a:lvl1pPr>
          </a:lstStyle>
          <a:p>
            <a:fld id="{73490A59-D3E2-A64D-A2FA-D689A8266F0F}" type="slidenum">
              <a:rPr lang="en-US" smtClean="0"/>
              <a:pPr/>
              <a:t>‹#›</a:t>
            </a:fld>
            <a:endParaRPr lang="en-US" dirty="0"/>
          </a:p>
        </p:txBody>
      </p:sp>
      <p:sp>
        <p:nvSpPr>
          <p:cNvPr id="22" name="Text Placeholder 4">
            <a:extLst>
              <a:ext uri="{FF2B5EF4-FFF2-40B4-BE49-F238E27FC236}">
                <a16:creationId xmlns:a16="http://schemas.microsoft.com/office/drawing/2014/main" id="{9FE270A3-30F0-3903-3DD7-DBCFF827EC0D}"/>
              </a:ext>
            </a:extLst>
          </p:cNvPr>
          <p:cNvSpPr>
            <a:spLocks noGrp="1"/>
          </p:cNvSpPr>
          <p:nvPr>
            <p:ph type="body" sz="quarter" idx="10" hasCustomPrompt="1"/>
          </p:nvPr>
        </p:nvSpPr>
        <p:spPr>
          <a:xfrm>
            <a:off x="661975" y="525188"/>
            <a:ext cx="6928797"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23" name="Text Placeholder 4">
            <a:extLst>
              <a:ext uri="{FF2B5EF4-FFF2-40B4-BE49-F238E27FC236}">
                <a16:creationId xmlns:a16="http://schemas.microsoft.com/office/drawing/2014/main" id="{54CD56DA-6E1A-2D0B-F710-7742AC5E360A}"/>
              </a:ext>
            </a:extLst>
          </p:cNvPr>
          <p:cNvSpPr>
            <a:spLocks noGrp="1"/>
          </p:cNvSpPr>
          <p:nvPr>
            <p:ph type="body" sz="quarter" idx="11" hasCustomPrompt="1"/>
          </p:nvPr>
        </p:nvSpPr>
        <p:spPr>
          <a:xfrm>
            <a:off x="661975" y="903702"/>
            <a:ext cx="6928797"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2" name="Table Placeholder 2">
            <a:extLst>
              <a:ext uri="{FF2B5EF4-FFF2-40B4-BE49-F238E27FC236}">
                <a16:creationId xmlns:a16="http://schemas.microsoft.com/office/drawing/2014/main" id="{270E1503-29B4-7648-8F71-6FF3DCC13B31}"/>
              </a:ext>
            </a:extLst>
          </p:cNvPr>
          <p:cNvSpPr>
            <a:spLocks noGrp="1"/>
          </p:cNvSpPr>
          <p:nvPr>
            <p:ph type="tbl" sz="quarter" idx="16"/>
          </p:nvPr>
        </p:nvSpPr>
        <p:spPr>
          <a:xfrm>
            <a:off x="661975" y="2048645"/>
            <a:ext cx="6928797" cy="4059191"/>
          </a:xfrm>
        </p:spPr>
        <p:txBody>
          <a:bodyPr>
            <a:normAutofit/>
          </a:bodyPr>
          <a:lstStyle>
            <a:lvl1pPr marL="0" indent="0">
              <a:buNone/>
              <a:defRPr sz="1200">
                <a:solidFill>
                  <a:schemeClr val="bg1"/>
                </a:solidFill>
                <a:latin typeface="+mn-lt"/>
              </a:defRPr>
            </a:lvl1pPr>
          </a:lstStyle>
          <a:p>
            <a:r>
              <a:rPr lang="en-US"/>
              <a:t>Click icon to add table</a:t>
            </a:r>
            <a:endParaRPr lang="en-US" dirty="0"/>
          </a:p>
        </p:txBody>
      </p:sp>
      <p:sp>
        <p:nvSpPr>
          <p:cNvPr id="5" name="Text Placeholder 4">
            <a:extLst>
              <a:ext uri="{FF2B5EF4-FFF2-40B4-BE49-F238E27FC236}">
                <a16:creationId xmlns:a16="http://schemas.microsoft.com/office/drawing/2014/main" id="{C19FA507-B50D-BB91-0F20-F87573E9F1A8}"/>
              </a:ext>
            </a:extLst>
          </p:cNvPr>
          <p:cNvSpPr>
            <a:spLocks noGrp="1"/>
          </p:cNvSpPr>
          <p:nvPr>
            <p:ph type="body" sz="quarter" idx="14" hasCustomPrompt="1"/>
          </p:nvPr>
        </p:nvSpPr>
        <p:spPr>
          <a:xfrm>
            <a:off x="669012" y="6450812"/>
            <a:ext cx="5791760" cy="125419"/>
          </a:xfrm>
        </p:spPr>
        <p:txBody>
          <a:bodyPr wrap="square" lIns="0" tIns="0" rIns="0" bIns="0">
            <a:spAutoFit/>
          </a:bodyPr>
          <a:lstStyle>
            <a:lvl1pPr marL="0" indent="0">
              <a:buClr>
                <a:schemeClr val="bg2"/>
              </a:buClr>
              <a:buFont typeface="System Font Regular"/>
              <a:buNone/>
              <a:defRPr sz="9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3" name="Picture Placeholder 19">
            <a:extLst>
              <a:ext uri="{FF2B5EF4-FFF2-40B4-BE49-F238E27FC236}">
                <a16:creationId xmlns:a16="http://schemas.microsoft.com/office/drawing/2014/main" id="{5D83B5B0-0FC9-4213-3404-6230180AD29E}"/>
              </a:ext>
            </a:extLst>
          </p:cNvPr>
          <p:cNvSpPr>
            <a:spLocks noGrp="1"/>
          </p:cNvSpPr>
          <p:nvPr>
            <p:ph type="pic" sz="quarter" idx="13"/>
          </p:nvPr>
        </p:nvSpPr>
        <p:spPr>
          <a:xfrm>
            <a:off x="8110852" y="525187"/>
            <a:ext cx="4081147" cy="6332813"/>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Picture Placeholder 5">
            <a:extLst>
              <a:ext uri="{FF2B5EF4-FFF2-40B4-BE49-F238E27FC236}">
                <a16:creationId xmlns:a16="http://schemas.microsoft.com/office/drawing/2014/main" id="{FDB7BE96-B28C-E3EB-9DCE-E5A846299D38}"/>
              </a:ext>
            </a:extLst>
          </p:cNvPr>
          <p:cNvSpPr>
            <a:spLocks noGrp="1"/>
          </p:cNvSpPr>
          <p:nvPr>
            <p:ph type="pic" sz="quarter" idx="20"/>
          </p:nvPr>
        </p:nvSpPr>
        <p:spPr>
          <a:xfrm rot="5400000">
            <a:off x="8100222" y="422453"/>
            <a:ext cx="758645" cy="759961"/>
          </a:xfrm>
          <a:prstGeom prst="rtTriangle">
            <a:avLst/>
          </a:prstGeom>
          <a:solidFill>
            <a:schemeClr val="tx2"/>
          </a:solidFill>
        </p:spPr>
        <p:txBody>
          <a:bodyPr/>
          <a:lstStyle>
            <a:lvl1pPr marL="0" indent="0">
              <a:buNone/>
              <a:defRPr>
                <a:solidFill>
                  <a:schemeClr val="tx1">
                    <a:alpha val="0"/>
                  </a:schemeClr>
                </a:solidFill>
              </a:defRPr>
            </a:lvl1pPr>
          </a:lstStyle>
          <a:p>
            <a:r>
              <a:rPr lang="en-US"/>
              <a:t>Click icon to add picture</a:t>
            </a:r>
            <a:endParaRPr lang="en-US" dirty="0"/>
          </a:p>
        </p:txBody>
      </p:sp>
      <p:sp>
        <p:nvSpPr>
          <p:cNvPr id="8" name="Picture Placeholder 8">
            <a:extLst>
              <a:ext uri="{FF2B5EF4-FFF2-40B4-BE49-F238E27FC236}">
                <a16:creationId xmlns:a16="http://schemas.microsoft.com/office/drawing/2014/main" id="{5A8A0B65-29FF-5F16-B8FA-26D7D02E8DF2}"/>
              </a:ext>
            </a:extLst>
          </p:cNvPr>
          <p:cNvSpPr>
            <a:spLocks noGrp="1"/>
          </p:cNvSpPr>
          <p:nvPr>
            <p:ph type="pic" sz="quarter" idx="21"/>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623333735"/>
      </p:ext>
    </p:extLst>
  </p:cSld>
  <p:clrMapOvr>
    <a:masterClrMapping/>
  </p:clrMapOvr>
  <p:transition spd="slow">
    <p:wipe dir="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Dark_Table_1/3_Vert_Image_V2">
    <p:bg>
      <p:bgPr>
        <a:solidFill>
          <a:schemeClr val="tx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FFD43DD4-1FE9-E560-2FF4-48A0A4E1ED40}"/>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Slide Number Placeholder 5">
            <a:extLst>
              <a:ext uri="{FF2B5EF4-FFF2-40B4-BE49-F238E27FC236}">
                <a16:creationId xmlns:a16="http://schemas.microsoft.com/office/drawing/2014/main" id="{97AFE093-97CE-9C2A-DD3C-BF5BD49509F8}"/>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mn-lt"/>
              </a:defRPr>
            </a:lvl1pPr>
          </a:lstStyle>
          <a:p>
            <a:fld id="{73490A59-D3E2-A64D-A2FA-D689A8266F0F}" type="slidenum">
              <a:rPr lang="en-US" smtClean="0"/>
              <a:pPr/>
              <a:t>‹#›</a:t>
            </a:fld>
            <a:endParaRPr lang="en-US" dirty="0"/>
          </a:p>
        </p:txBody>
      </p:sp>
      <p:sp>
        <p:nvSpPr>
          <p:cNvPr id="22" name="Text Placeholder 4">
            <a:extLst>
              <a:ext uri="{FF2B5EF4-FFF2-40B4-BE49-F238E27FC236}">
                <a16:creationId xmlns:a16="http://schemas.microsoft.com/office/drawing/2014/main" id="{9FE270A3-30F0-3903-3DD7-DBCFF827EC0D}"/>
              </a:ext>
            </a:extLst>
          </p:cNvPr>
          <p:cNvSpPr>
            <a:spLocks noGrp="1"/>
          </p:cNvSpPr>
          <p:nvPr>
            <p:ph type="body" sz="quarter" idx="10" hasCustomPrompt="1"/>
          </p:nvPr>
        </p:nvSpPr>
        <p:spPr>
          <a:xfrm>
            <a:off x="661975" y="525188"/>
            <a:ext cx="6928797"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23" name="Text Placeholder 4">
            <a:extLst>
              <a:ext uri="{FF2B5EF4-FFF2-40B4-BE49-F238E27FC236}">
                <a16:creationId xmlns:a16="http://schemas.microsoft.com/office/drawing/2014/main" id="{54CD56DA-6E1A-2D0B-F710-7742AC5E360A}"/>
              </a:ext>
            </a:extLst>
          </p:cNvPr>
          <p:cNvSpPr>
            <a:spLocks noGrp="1"/>
          </p:cNvSpPr>
          <p:nvPr>
            <p:ph type="body" sz="quarter" idx="11" hasCustomPrompt="1"/>
          </p:nvPr>
        </p:nvSpPr>
        <p:spPr>
          <a:xfrm>
            <a:off x="661975" y="903702"/>
            <a:ext cx="6928797"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2" name="Table Placeholder 2">
            <a:extLst>
              <a:ext uri="{FF2B5EF4-FFF2-40B4-BE49-F238E27FC236}">
                <a16:creationId xmlns:a16="http://schemas.microsoft.com/office/drawing/2014/main" id="{40773454-E0CF-5855-7D05-A4A371845353}"/>
              </a:ext>
            </a:extLst>
          </p:cNvPr>
          <p:cNvSpPr>
            <a:spLocks noGrp="1"/>
          </p:cNvSpPr>
          <p:nvPr>
            <p:ph type="tbl" sz="quarter" idx="16"/>
          </p:nvPr>
        </p:nvSpPr>
        <p:spPr>
          <a:xfrm>
            <a:off x="661975" y="2048646"/>
            <a:ext cx="6928797" cy="4085824"/>
          </a:xfrm>
        </p:spPr>
        <p:txBody>
          <a:bodyPr>
            <a:normAutofit/>
          </a:bodyPr>
          <a:lstStyle>
            <a:lvl1pPr marL="0" indent="0">
              <a:buNone/>
              <a:defRPr sz="1200">
                <a:solidFill>
                  <a:schemeClr val="bg1"/>
                </a:solidFill>
                <a:latin typeface="+mn-lt"/>
              </a:defRPr>
            </a:lvl1pPr>
          </a:lstStyle>
          <a:p>
            <a:r>
              <a:rPr lang="en-US"/>
              <a:t>Click icon to add table</a:t>
            </a:r>
            <a:endParaRPr lang="en-US" dirty="0"/>
          </a:p>
        </p:txBody>
      </p:sp>
      <p:sp>
        <p:nvSpPr>
          <p:cNvPr id="6" name="Text Placeholder 4">
            <a:extLst>
              <a:ext uri="{FF2B5EF4-FFF2-40B4-BE49-F238E27FC236}">
                <a16:creationId xmlns:a16="http://schemas.microsoft.com/office/drawing/2014/main" id="{4AEFE187-0350-D605-F6EB-1FB6332B66F0}"/>
              </a:ext>
            </a:extLst>
          </p:cNvPr>
          <p:cNvSpPr>
            <a:spLocks noGrp="1"/>
          </p:cNvSpPr>
          <p:nvPr>
            <p:ph type="body" sz="quarter" idx="14" hasCustomPrompt="1"/>
          </p:nvPr>
        </p:nvSpPr>
        <p:spPr>
          <a:xfrm>
            <a:off x="669012" y="6450812"/>
            <a:ext cx="5791760" cy="125419"/>
          </a:xfrm>
        </p:spPr>
        <p:txBody>
          <a:bodyPr wrap="square" lIns="0" tIns="0" rIns="0" bIns="0">
            <a:spAutoFit/>
          </a:bodyPr>
          <a:lstStyle>
            <a:lvl1pPr marL="0" indent="0">
              <a:buClr>
                <a:schemeClr val="bg2"/>
              </a:buClr>
              <a:buFont typeface="System Font Regular"/>
              <a:buNone/>
              <a:defRPr sz="9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4" name="Picture Placeholder 19">
            <a:extLst>
              <a:ext uri="{FF2B5EF4-FFF2-40B4-BE49-F238E27FC236}">
                <a16:creationId xmlns:a16="http://schemas.microsoft.com/office/drawing/2014/main" id="{A79DF4A3-D024-FDB6-EFCA-0D54C8FFAD2B}"/>
              </a:ext>
            </a:extLst>
          </p:cNvPr>
          <p:cNvSpPr>
            <a:spLocks noGrp="1"/>
          </p:cNvSpPr>
          <p:nvPr>
            <p:ph type="pic" sz="quarter" idx="13"/>
          </p:nvPr>
        </p:nvSpPr>
        <p:spPr>
          <a:xfrm>
            <a:off x="8110852" y="525187"/>
            <a:ext cx="4081147" cy="6332813"/>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Picture Placeholder 5">
            <a:extLst>
              <a:ext uri="{FF2B5EF4-FFF2-40B4-BE49-F238E27FC236}">
                <a16:creationId xmlns:a16="http://schemas.microsoft.com/office/drawing/2014/main" id="{9CFFE1C3-069D-328A-8F83-F4B065E94030}"/>
              </a:ext>
            </a:extLst>
          </p:cNvPr>
          <p:cNvSpPr>
            <a:spLocks noGrp="1"/>
          </p:cNvSpPr>
          <p:nvPr>
            <p:ph type="pic" sz="quarter" idx="20"/>
          </p:nvPr>
        </p:nvSpPr>
        <p:spPr>
          <a:xfrm rot="5400000">
            <a:off x="8100222" y="422453"/>
            <a:ext cx="758645" cy="759961"/>
          </a:xfrm>
          <a:prstGeom prst="rtTriangle">
            <a:avLst/>
          </a:prstGeom>
          <a:solidFill>
            <a:schemeClr val="tx2"/>
          </a:solidFill>
        </p:spPr>
        <p:txBody>
          <a:bodyPr/>
          <a:lstStyle>
            <a:lvl1pPr marL="0" indent="0">
              <a:buNone/>
              <a:defRPr>
                <a:solidFill>
                  <a:schemeClr val="tx1">
                    <a:alpha val="0"/>
                  </a:schemeClr>
                </a:solidFill>
              </a:defRPr>
            </a:lvl1pPr>
          </a:lstStyle>
          <a:p>
            <a:r>
              <a:rPr lang="en-US"/>
              <a:t>Click icon to add picture</a:t>
            </a:r>
            <a:endParaRPr lang="en-US" dirty="0"/>
          </a:p>
        </p:txBody>
      </p:sp>
      <p:sp>
        <p:nvSpPr>
          <p:cNvPr id="8" name="Picture Placeholder 8">
            <a:extLst>
              <a:ext uri="{FF2B5EF4-FFF2-40B4-BE49-F238E27FC236}">
                <a16:creationId xmlns:a16="http://schemas.microsoft.com/office/drawing/2014/main" id="{C1B9D077-0609-C7BF-1689-37F9B90EE814}"/>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3549525281"/>
      </p:ext>
    </p:extLst>
  </p:cSld>
  <p:clrMapOvr>
    <a:masterClrMapping/>
  </p:clrMapOvr>
  <p:transition spd="slow">
    <p:wipe dir="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Light_Table_1/3_Vert_Image_V1">
    <p:bg>
      <p:bgPr>
        <a:solidFill>
          <a:schemeClr val="bg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FFD43DD4-1FE9-E560-2FF4-48A0A4E1ED40}"/>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Slide Number Placeholder 5">
            <a:extLst>
              <a:ext uri="{FF2B5EF4-FFF2-40B4-BE49-F238E27FC236}">
                <a16:creationId xmlns:a16="http://schemas.microsoft.com/office/drawing/2014/main" id="{97AFE093-97CE-9C2A-DD3C-BF5BD49509F8}"/>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mn-lt"/>
              </a:defRPr>
            </a:lvl1pPr>
          </a:lstStyle>
          <a:p>
            <a:fld id="{73490A59-D3E2-A64D-A2FA-D689A8266F0F}" type="slidenum">
              <a:rPr lang="en-US" smtClean="0"/>
              <a:pPr/>
              <a:t>‹#›</a:t>
            </a:fld>
            <a:endParaRPr lang="en-US" dirty="0"/>
          </a:p>
        </p:txBody>
      </p:sp>
      <p:sp>
        <p:nvSpPr>
          <p:cNvPr id="22" name="Text Placeholder 4">
            <a:extLst>
              <a:ext uri="{FF2B5EF4-FFF2-40B4-BE49-F238E27FC236}">
                <a16:creationId xmlns:a16="http://schemas.microsoft.com/office/drawing/2014/main" id="{9FE270A3-30F0-3903-3DD7-DBCFF827EC0D}"/>
              </a:ext>
            </a:extLst>
          </p:cNvPr>
          <p:cNvSpPr>
            <a:spLocks noGrp="1"/>
          </p:cNvSpPr>
          <p:nvPr>
            <p:ph type="body" sz="quarter" idx="10" hasCustomPrompt="1"/>
          </p:nvPr>
        </p:nvSpPr>
        <p:spPr>
          <a:xfrm>
            <a:off x="661975" y="525188"/>
            <a:ext cx="6928797"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23" name="Text Placeholder 4">
            <a:extLst>
              <a:ext uri="{FF2B5EF4-FFF2-40B4-BE49-F238E27FC236}">
                <a16:creationId xmlns:a16="http://schemas.microsoft.com/office/drawing/2014/main" id="{54CD56DA-6E1A-2D0B-F710-7742AC5E360A}"/>
              </a:ext>
            </a:extLst>
          </p:cNvPr>
          <p:cNvSpPr>
            <a:spLocks noGrp="1"/>
          </p:cNvSpPr>
          <p:nvPr>
            <p:ph type="body" sz="quarter" idx="11" hasCustomPrompt="1"/>
          </p:nvPr>
        </p:nvSpPr>
        <p:spPr>
          <a:xfrm>
            <a:off x="661975" y="903702"/>
            <a:ext cx="6928797"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2" name="Table Placeholder 2">
            <a:extLst>
              <a:ext uri="{FF2B5EF4-FFF2-40B4-BE49-F238E27FC236}">
                <a16:creationId xmlns:a16="http://schemas.microsoft.com/office/drawing/2014/main" id="{4DB93E2E-1EBC-7D75-C5E0-F22698CE4EB7}"/>
              </a:ext>
            </a:extLst>
          </p:cNvPr>
          <p:cNvSpPr>
            <a:spLocks noGrp="1"/>
          </p:cNvSpPr>
          <p:nvPr>
            <p:ph type="tbl" sz="quarter" idx="16"/>
          </p:nvPr>
        </p:nvSpPr>
        <p:spPr>
          <a:xfrm>
            <a:off x="661975" y="2048646"/>
            <a:ext cx="6928797" cy="4112457"/>
          </a:xfrm>
        </p:spPr>
        <p:txBody>
          <a:bodyPr>
            <a:normAutofit/>
          </a:bodyPr>
          <a:lstStyle>
            <a:lvl1pPr marL="0" indent="0">
              <a:buNone/>
              <a:defRPr sz="1200">
                <a:solidFill>
                  <a:schemeClr val="tx1"/>
                </a:solidFill>
                <a:latin typeface="+mn-lt"/>
              </a:defRPr>
            </a:lvl1pPr>
          </a:lstStyle>
          <a:p>
            <a:r>
              <a:rPr lang="en-US"/>
              <a:t>Click icon to add table</a:t>
            </a:r>
            <a:endParaRPr lang="en-US" dirty="0"/>
          </a:p>
        </p:txBody>
      </p:sp>
      <p:sp>
        <p:nvSpPr>
          <p:cNvPr id="7" name="Text Placeholder 4">
            <a:extLst>
              <a:ext uri="{FF2B5EF4-FFF2-40B4-BE49-F238E27FC236}">
                <a16:creationId xmlns:a16="http://schemas.microsoft.com/office/drawing/2014/main" id="{873BC88A-FCB8-CB96-CFCD-4FB597971813}"/>
              </a:ext>
            </a:extLst>
          </p:cNvPr>
          <p:cNvSpPr>
            <a:spLocks noGrp="1"/>
          </p:cNvSpPr>
          <p:nvPr>
            <p:ph type="body" sz="quarter" idx="14" hasCustomPrompt="1"/>
          </p:nvPr>
        </p:nvSpPr>
        <p:spPr>
          <a:xfrm>
            <a:off x="669012" y="6450812"/>
            <a:ext cx="5791760" cy="125419"/>
          </a:xfrm>
        </p:spPr>
        <p:txBody>
          <a:bodyPr wrap="square" lIns="0" tIns="0" rIns="0" bIns="0">
            <a:spAutoFit/>
          </a:bodyPr>
          <a:lstStyle>
            <a:lvl1pPr marL="0" indent="0">
              <a:buClr>
                <a:schemeClr val="bg2"/>
              </a:buClr>
              <a:buFont typeface="System Font Regular"/>
              <a:buNone/>
              <a:defRPr sz="900" b="0" i="0" cap="none" baseline="0">
                <a:solidFill>
                  <a:schemeClr val="tx2"/>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3" name="Right Triangle 2">
            <a:extLst>
              <a:ext uri="{FF2B5EF4-FFF2-40B4-BE49-F238E27FC236}">
                <a16:creationId xmlns:a16="http://schemas.microsoft.com/office/drawing/2014/main" id="{22E2B2FA-F976-1F3C-4940-71F82CB71532}"/>
              </a:ext>
            </a:extLst>
          </p:cNvPr>
          <p:cNvSpPr/>
          <p:nvPr userDrawn="1"/>
        </p:nvSpPr>
        <p:spPr>
          <a:xfrm rot="5400000">
            <a:off x="7972019" y="461212"/>
            <a:ext cx="735146" cy="728518"/>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6" name="Picture Placeholder 19">
            <a:extLst>
              <a:ext uri="{FF2B5EF4-FFF2-40B4-BE49-F238E27FC236}">
                <a16:creationId xmlns:a16="http://schemas.microsoft.com/office/drawing/2014/main" id="{4AC72426-5521-6308-7626-03B608DE0C12}"/>
              </a:ext>
            </a:extLst>
          </p:cNvPr>
          <p:cNvSpPr>
            <a:spLocks noGrp="1"/>
          </p:cNvSpPr>
          <p:nvPr>
            <p:ph type="pic" sz="quarter" idx="13"/>
          </p:nvPr>
        </p:nvSpPr>
        <p:spPr>
          <a:xfrm>
            <a:off x="8110852" y="525187"/>
            <a:ext cx="4081147" cy="6332813"/>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8" name="Picture Placeholder 5">
            <a:extLst>
              <a:ext uri="{FF2B5EF4-FFF2-40B4-BE49-F238E27FC236}">
                <a16:creationId xmlns:a16="http://schemas.microsoft.com/office/drawing/2014/main" id="{697834DD-63DF-B8AE-B781-5A6FB8EF9B7B}"/>
              </a:ext>
            </a:extLst>
          </p:cNvPr>
          <p:cNvSpPr>
            <a:spLocks noGrp="1"/>
          </p:cNvSpPr>
          <p:nvPr>
            <p:ph type="pic" sz="quarter" idx="20"/>
          </p:nvPr>
        </p:nvSpPr>
        <p:spPr>
          <a:xfrm rot="5400000">
            <a:off x="8100222" y="422453"/>
            <a:ext cx="758645" cy="759961"/>
          </a:xfrm>
          <a:prstGeom prst="rtTriangle">
            <a:avLst/>
          </a:prstGeom>
          <a:solidFill>
            <a:schemeClr val="bg2"/>
          </a:solidFill>
        </p:spPr>
        <p:txBody>
          <a:bodyPr/>
          <a:lstStyle>
            <a:lvl1pPr marL="0" indent="0">
              <a:buNone/>
              <a:defRPr>
                <a:solidFill>
                  <a:schemeClr val="tx1">
                    <a:alpha val="0"/>
                  </a:schemeClr>
                </a:solidFill>
              </a:defRPr>
            </a:lvl1pPr>
          </a:lstStyle>
          <a:p>
            <a:r>
              <a:rPr lang="en-US"/>
              <a:t>Click icon to add picture</a:t>
            </a:r>
            <a:endParaRPr lang="en-US" dirty="0"/>
          </a:p>
        </p:txBody>
      </p:sp>
      <p:sp>
        <p:nvSpPr>
          <p:cNvPr id="9" name="Picture Placeholder 8">
            <a:extLst>
              <a:ext uri="{FF2B5EF4-FFF2-40B4-BE49-F238E27FC236}">
                <a16:creationId xmlns:a16="http://schemas.microsoft.com/office/drawing/2014/main" id="{92065792-1D19-0807-5DB9-D5C6468B8664}"/>
              </a:ext>
            </a:extLst>
          </p:cNvPr>
          <p:cNvSpPr>
            <a:spLocks noGrp="1"/>
          </p:cNvSpPr>
          <p:nvPr>
            <p:ph type="pic" sz="quarter" idx="21"/>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2846814199"/>
      </p:ext>
    </p:extLst>
  </p:cSld>
  <p:clrMapOvr>
    <a:masterClrMapping/>
  </p:clrMapOvr>
  <p:transition spd="slow">
    <p:wipe dir="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Light_Table_1/3_Vert_Image_V2">
    <p:bg>
      <p:bgPr>
        <a:solidFill>
          <a:schemeClr val="bg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FFD43DD4-1FE9-E560-2FF4-48A0A4E1ED40}"/>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Slide Number Placeholder 5">
            <a:extLst>
              <a:ext uri="{FF2B5EF4-FFF2-40B4-BE49-F238E27FC236}">
                <a16:creationId xmlns:a16="http://schemas.microsoft.com/office/drawing/2014/main" id="{97AFE093-97CE-9C2A-DD3C-BF5BD49509F8}"/>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mn-lt"/>
              </a:defRPr>
            </a:lvl1pPr>
          </a:lstStyle>
          <a:p>
            <a:fld id="{73490A59-D3E2-A64D-A2FA-D689A8266F0F}" type="slidenum">
              <a:rPr lang="en-US" smtClean="0"/>
              <a:pPr/>
              <a:t>‹#›</a:t>
            </a:fld>
            <a:endParaRPr lang="en-US" dirty="0"/>
          </a:p>
        </p:txBody>
      </p:sp>
      <p:sp>
        <p:nvSpPr>
          <p:cNvPr id="22" name="Text Placeholder 4">
            <a:extLst>
              <a:ext uri="{FF2B5EF4-FFF2-40B4-BE49-F238E27FC236}">
                <a16:creationId xmlns:a16="http://schemas.microsoft.com/office/drawing/2014/main" id="{9FE270A3-30F0-3903-3DD7-DBCFF827EC0D}"/>
              </a:ext>
            </a:extLst>
          </p:cNvPr>
          <p:cNvSpPr>
            <a:spLocks noGrp="1"/>
          </p:cNvSpPr>
          <p:nvPr>
            <p:ph type="body" sz="quarter" idx="10" hasCustomPrompt="1"/>
          </p:nvPr>
        </p:nvSpPr>
        <p:spPr>
          <a:xfrm>
            <a:off x="661975" y="525188"/>
            <a:ext cx="6928797"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23" name="Text Placeholder 4">
            <a:extLst>
              <a:ext uri="{FF2B5EF4-FFF2-40B4-BE49-F238E27FC236}">
                <a16:creationId xmlns:a16="http://schemas.microsoft.com/office/drawing/2014/main" id="{54CD56DA-6E1A-2D0B-F710-7742AC5E360A}"/>
              </a:ext>
            </a:extLst>
          </p:cNvPr>
          <p:cNvSpPr>
            <a:spLocks noGrp="1"/>
          </p:cNvSpPr>
          <p:nvPr>
            <p:ph type="body" sz="quarter" idx="11" hasCustomPrompt="1"/>
          </p:nvPr>
        </p:nvSpPr>
        <p:spPr>
          <a:xfrm>
            <a:off x="661975" y="903702"/>
            <a:ext cx="6928797"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3" name="Table Placeholder 2">
            <a:extLst>
              <a:ext uri="{FF2B5EF4-FFF2-40B4-BE49-F238E27FC236}">
                <a16:creationId xmlns:a16="http://schemas.microsoft.com/office/drawing/2014/main" id="{C63E86A4-B847-5BAF-8F33-85373A3E89E1}"/>
              </a:ext>
            </a:extLst>
          </p:cNvPr>
          <p:cNvSpPr>
            <a:spLocks noGrp="1"/>
          </p:cNvSpPr>
          <p:nvPr>
            <p:ph type="tbl" sz="quarter" idx="16"/>
          </p:nvPr>
        </p:nvSpPr>
        <p:spPr>
          <a:xfrm>
            <a:off x="661975" y="2048646"/>
            <a:ext cx="6928797" cy="4121335"/>
          </a:xfrm>
        </p:spPr>
        <p:txBody>
          <a:bodyPr>
            <a:normAutofit/>
          </a:bodyPr>
          <a:lstStyle>
            <a:lvl1pPr marL="0" indent="0">
              <a:buNone/>
              <a:defRPr sz="1200">
                <a:solidFill>
                  <a:schemeClr val="tx1"/>
                </a:solidFill>
                <a:latin typeface="+mn-lt"/>
              </a:defRPr>
            </a:lvl1pPr>
          </a:lstStyle>
          <a:p>
            <a:r>
              <a:rPr lang="en-US"/>
              <a:t>Click icon to add table</a:t>
            </a:r>
            <a:endParaRPr lang="en-US" dirty="0"/>
          </a:p>
        </p:txBody>
      </p:sp>
      <p:sp>
        <p:nvSpPr>
          <p:cNvPr id="6" name="Text Placeholder 4">
            <a:extLst>
              <a:ext uri="{FF2B5EF4-FFF2-40B4-BE49-F238E27FC236}">
                <a16:creationId xmlns:a16="http://schemas.microsoft.com/office/drawing/2014/main" id="{4F900FF5-5778-A084-1807-7B219C5C4BF3}"/>
              </a:ext>
            </a:extLst>
          </p:cNvPr>
          <p:cNvSpPr>
            <a:spLocks noGrp="1"/>
          </p:cNvSpPr>
          <p:nvPr>
            <p:ph type="body" sz="quarter" idx="14" hasCustomPrompt="1"/>
          </p:nvPr>
        </p:nvSpPr>
        <p:spPr>
          <a:xfrm>
            <a:off x="669012" y="6450812"/>
            <a:ext cx="5791760" cy="125419"/>
          </a:xfrm>
        </p:spPr>
        <p:txBody>
          <a:bodyPr wrap="square" lIns="0" tIns="0" rIns="0" bIns="0">
            <a:spAutoFit/>
          </a:bodyPr>
          <a:lstStyle>
            <a:lvl1pPr marL="0" indent="0">
              <a:buClr>
                <a:schemeClr val="bg2"/>
              </a:buClr>
              <a:buFont typeface="System Font Regular"/>
              <a:buNone/>
              <a:defRPr sz="900" b="0" i="0" cap="none" baseline="0">
                <a:solidFill>
                  <a:schemeClr val="tx2"/>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2" name="Right Triangle 1">
            <a:extLst>
              <a:ext uri="{FF2B5EF4-FFF2-40B4-BE49-F238E27FC236}">
                <a16:creationId xmlns:a16="http://schemas.microsoft.com/office/drawing/2014/main" id="{9F6BBA6C-B10B-4401-22AB-ECE92059BD69}"/>
              </a:ext>
            </a:extLst>
          </p:cNvPr>
          <p:cNvSpPr/>
          <p:nvPr userDrawn="1"/>
        </p:nvSpPr>
        <p:spPr>
          <a:xfrm rot="5400000">
            <a:off x="7972019" y="461212"/>
            <a:ext cx="735146" cy="728518"/>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7" name="Picture Placeholder 19">
            <a:extLst>
              <a:ext uri="{FF2B5EF4-FFF2-40B4-BE49-F238E27FC236}">
                <a16:creationId xmlns:a16="http://schemas.microsoft.com/office/drawing/2014/main" id="{B38BF5AA-4F9C-F50D-72A1-07B42AD92872}"/>
              </a:ext>
            </a:extLst>
          </p:cNvPr>
          <p:cNvSpPr>
            <a:spLocks noGrp="1"/>
          </p:cNvSpPr>
          <p:nvPr>
            <p:ph type="pic" sz="quarter" idx="13"/>
          </p:nvPr>
        </p:nvSpPr>
        <p:spPr>
          <a:xfrm>
            <a:off x="8110852" y="525187"/>
            <a:ext cx="4081147" cy="6332813"/>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8" name="Picture Placeholder 5">
            <a:extLst>
              <a:ext uri="{FF2B5EF4-FFF2-40B4-BE49-F238E27FC236}">
                <a16:creationId xmlns:a16="http://schemas.microsoft.com/office/drawing/2014/main" id="{9E239F17-2765-0E28-D5CD-8A904FC26432}"/>
              </a:ext>
            </a:extLst>
          </p:cNvPr>
          <p:cNvSpPr>
            <a:spLocks noGrp="1"/>
          </p:cNvSpPr>
          <p:nvPr>
            <p:ph type="pic" sz="quarter" idx="20"/>
          </p:nvPr>
        </p:nvSpPr>
        <p:spPr>
          <a:xfrm rot="5400000">
            <a:off x="8100222" y="422453"/>
            <a:ext cx="758645" cy="759961"/>
          </a:xfrm>
          <a:prstGeom prst="rtTriangle">
            <a:avLst/>
          </a:prstGeom>
          <a:solidFill>
            <a:schemeClr val="bg2"/>
          </a:solidFill>
        </p:spPr>
        <p:txBody>
          <a:bodyPr/>
          <a:lstStyle>
            <a:lvl1pPr marL="0" indent="0">
              <a:buNone/>
              <a:defRPr>
                <a:solidFill>
                  <a:schemeClr val="tx1">
                    <a:alpha val="0"/>
                  </a:schemeClr>
                </a:solidFill>
              </a:defRPr>
            </a:lvl1pPr>
          </a:lstStyle>
          <a:p>
            <a:r>
              <a:rPr lang="en-US"/>
              <a:t>Click icon to add picture</a:t>
            </a:r>
            <a:endParaRPr lang="en-US" dirty="0"/>
          </a:p>
        </p:txBody>
      </p:sp>
      <p:sp>
        <p:nvSpPr>
          <p:cNvPr id="11" name="Picture Placeholder 8">
            <a:extLst>
              <a:ext uri="{FF2B5EF4-FFF2-40B4-BE49-F238E27FC236}">
                <a16:creationId xmlns:a16="http://schemas.microsoft.com/office/drawing/2014/main" id="{3ED0967C-A4DC-9C45-E7E0-54917E654141}"/>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2005976084"/>
      </p:ext>
    </p:extLst>
  </p:cSld>
  <p:clrMapOvr>
    <a:masterClrMapping/>
  </p:clrMapOvr>
  <p:transition spd="slow">
    <p:wipe dir="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Dark_Chart_1/3_Vert_Image_V1">
    <p:bg>
      <p:bgPr>
        <a:solidFill>
          <a:schemeClr val="tx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FFD43DD4-1FE9-E560-2FF4-48A0A4E1ED40}"/>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Slide Number Placeholder 5">
            <a:extLst>
              <a:ext uri="{FF2B5EF4-FFF2-40B4-BE49-F238E27FC236}">
                <a16:creationId xmlns:a16="http://schemas.microsoft.com/office/drawing/2014/main" id="{97AFE093-97CE-9C2A-DD3C-BF5BD49509F8}"/>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mn-lt"/>
              </a:defRPr>
            </a:lvl1pPr>
          </a:lstStyle>
          <a:p>
            <a:fld id="{73490A59-D3E2-A64D-A2FA-D689A8266F0F}" type="slidenum">
              <a:rPr lang="en-US" smtClean="0"/>
              <a:pPr/>
              <a:t>‹#›</a:t>
            </a:fld>
            <a:endParaRPr lang="en-US" dirty="0"/>
          </a:p>
        </p:txBody>
      </p:sp>
      <p:sp>
        <p:nvSpPr>
          <p:cNvPr id="22" name="Text Placeholder 4">
            <a:extLst>
              <a:ext uri="{FF2B5EF4-FFF2-40B4-BE49-F238E27FC236}">
                <a16:creationId xmlns:a16="http://schemas.microsoft.com/office/drawing/2014/main" id="{9FE270A3-30F0-3903-3DD7-DBCFF827EC0D}"/>
              </a:ext>
            </a:extLst>
          </p:cNvPr>
          <p:cNvSpPr>
            <a:spLocks noGrp="1"/>
          </p:cNvSpPr>
          <p:nvPr>
            <p:ph type="body" sz="quarter" idx="10" hasCustomPrompt="1"/>
          </p:nvPr>
        </p:nvSpPr>
        <p:spPr>
          <a:xfrm>
            <a:off x="661975" y="525188"/>
            <a:ext cx="6928797"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23" name="Text Placeholder 4">
            <a:extLst>
              <a:ext uri="{FF2B5EF4-FFF2-40B4-BE49-F238E27FC236}">
                <a16:creationId xmlns:a16="http://schemas.microsoft.com/office/drawing/2014/main" id="{54CD56DA-6E1A-2D0B-F710-7742AC5E360A}"/>
              </a:ext>
            </a:extLst>
          </p:cNvPr>
          <p:cNvSpPr>
            <a:spLocks noGrp="1"/>
          </p:cNvSpPr>
          <p:nvPr>
            <p:ph type="body" sz="quarter" idx="11" hasCustomPrompt="1"/>
          </p:nvPr>
        </p:nvSpPr>
        <p:spPr>
          <a:xfrm>
            <a:off x="661975" y="903702"/>
            <a:ext cx="6928797"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4" name="Chart Placeholder 3">
            <a:extLst>
              <a:ext uri="{FF2B5EF4-FFF2-40B4-BE49-F238E27FC236}">
                <a16:creationId xmlns:a16="http://schemas.microsoft.com/office/drawing/2014/main" id="{6EDE60A2-7F5A-4F70-DCF2-AA0C5302D7C4}"/>
              </a:ext>
            </a:extLst>
          </p:cNvPr>
          <p:cNvSpPr>
            <a:spLocks noGrp="1"/>
          </p:cNvSpPr>
          <p:nvPr>
            <p:ph type="chart" sz="quarter" idx="17"/>
          </p:nvPr>
        </p:nvSpPr>
        <p:spPr>
          <a:xfrm>
            <a:off x="661976" y="2050944"/>
            <a:ext cx="6928796" cy="4083526"/>
          </a:xfrm>
        </p:spPr>
        <p:txBody>
          <a:bodyPr>
            <a:normAutofit/>
          </a:bodyPr>
          <a:lstStyle>
            <a:lvl1pPr marL="0" indent="0">
              <a:buNone/>
              <a:defRPr sz="1200" b="0" i="0">
                <a:solidFill>
                  <a:schemeClr val="bg1"/>
                </a:solidFill>
                <a:latin typeface="+mn-lt"/>
                <a:ea typeface="Red Hat Display" panose="02010303040201060303" pitchFamily="2" charset="0"/>
                <a:cs typeface="Arial" panose="020B0604020202020204" pitchFamily="34" charset="0"/>
              </a:defRPr>
            </a:lvl1pPr>
          </a:lstStyle>
          <a:p>
            <a:r>
              <a:rPr lang="en-US"/>
              <a:t>Click icon to add chart</a:t>
            </a:r>
            <a:endParaRPr lang="en-US" dirty="0"/>
          </a:p>
        </p:txBody>
      </p:sp>
      <p:sp>
        <p:nvSpPr>
          <p:cNvPr id="7" name="Text Placeholder 4">
            <a:extLst>
              <a:ext uri="{FF2B5EF4-FFF2-40B4-BE49-F238E27FC236}">
                <a16:creationId xmlns:a16="http://schemas.microsoft.com/office/drawing/2014/main" id="{1C9708CE-BC6D-1E78-B044-22CE931D8E1F}"/>
              </a:ext>
            </a:extLst>
          </p:cNvPr>
          <p:cNvSpPr>
            <a:spLocks noGrp="1"/>
          </p:cNvSpPr>
          <p:nvPr>
            <p:ph type="body" sz="quarter" idx="14" hasCustomPrompt="1"/>
          </p:nvPr>
        </p:nvSpPr>
        <p:spPr>
          <a:xfrm>
            <a:off x="669012" y="6450812"/>
            <a:ext cx="5791760" cy="125419"/>
          </a:xfrm>
        </p:spPr>
        <p:txBody>
          <a:bodyPr wrap="square" lIns="0" tIns="0" rIns="0" bIns="0">
            <a:spAutoFit/>
          </a:bodyPr>
          <a:lstStyle>
            <a:lvl1pPr marL="0" indent="0">
              <a:buClr>
                <a:schemeClr val="bg2"/>
              </a:buClr>
              <a:buFont typeface="System Font Regular"/>
              <a:buNone/>
              <a:defRPr sz="9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3" name="Picture Placeholder 19">
            <a:extLst>
              <a:ext uri="{FF2B5EF4-FFF2-40B4-BE49-F238E27FC236}">
                <a16:creationId xmlns:a16="http://schemas.microsoft.com/office/drawing/2014/main" id="{19FC5813-5B77-6A3F-E129-0101D0F09033}"/>
              </a:ext>
            </a:extLst>
          </p:cNvPr>
          <p:cNvSpPr>
            <a:spLocks noGrp="1"/>
          </p:cNvSpPr>
          <p:nvPr>
            <p:ph type="pic" sz="quarter" idx="13"/>
          </p:nvPr>
        </p:nvSpPr>
        <p:spPr>
          <a:xfrm>
            <a:off x="8110852" y="525187"/>
            <a:ext cx="4081147" cy="6332813"/>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6" name="Picture Placeholder 5">
            <a:extLst>
              <a:ext uri="{FF2B5EF4-FFF2-40B4-BE49-F238E27FC236}">
                <a16:creationId xmlns:a16="http://schemas.microsoft.com/office/drawing/2014/main" id="{263B8E47-ADC5-DC3C-6FD8-28597C0BB0F4}"/>
              </a:ext>
            </a:extLst>
          </p:cNvPr>
          <p:cNvSpPr>
            <a:spLocks noGrp="1"/>
          </p:cNvSpPr>
          <p:nvPr>
            <p:ph type="pic" sz="quarter" idx="20"/>
          </p:nvPr>
        </p:nvSpPr>
        <p:spPr>
          <a:xfrm rot="5400000">
            <a:off x="8100222" y="422453"/>
            <a:ext cx="758645" cy="759961"/>
          </a:xfrm>
          <a:prstGeom prst="rtTriangle">
            <a:avLst/>
          </a:prstGeom>
          <a:solidFill>
            <a:schemeClr val="tx2"/>
          </a:solidFill>
        </p:spPr>
        <p:txBody>
          <a:bodyPr/>
          <a:lstStyle>
            <a:lvl1pPr marL="0" indent="0">
              <a:buNone/>
              <a:defRPr>
                <a:solidFill>
                  <a:schemeClr val="tx1">
                    <a:alpha val="0"/>
                  </a:schemeClr>
                </a:solidFill>
              </a:defRPr>
            </a:lvl1pPr>
          </a:lstStyle>
          <a:p>
            <a:r>
              <a:rPr lang="en-US"/>
              <a:t>Click icon to add picture</a:t>
            </a:r>
            <a:endParaRPr lang="en-US" dirty="0"/>
          </a:p>
        </p:txBody>
      </p:sp>
      <p:sp>
        <p:nvSpPr>
          <p:cNvPr id="8" name="Picture Placeholder 8">
            <a:extLst>
              <a:ext uri="{FF2B5EF4-FFF2-40B4-BE49-F238E27FC236}">
                <a16:creationId xmlns:a16="http://schemas.microsoft.com/office/drawing/2014/main" id="{8B220C93-4678-8A32-6E52-40208A8D0274}"/>
              </a:ext>
            </a:extLst>
          </p:cNvPr>
          <p:cNvSpPr>
            <a:spLocks noGrp="1"/>
          </p:cNvSpPr>
          <p:nvPr>
            <p:ph type="pic" sz="quarter" idx="21"/>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3735995311"/>
      </p:ext>
    </p:extLst>
  </p:cSld>
  <p:clrMapOvr>
    <a:masterClrMapping/>
  </p:clrMapOvr>
  <p:transition spd="slow">
    <p:wipe dir="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Dark_Chart_1/3_Vert_Image_V2">
    <p:bg>
      <p:bgPr>
        <a:solidFill>
          <a:schemeClr val="tx1"/>
        </a:solidFill>
        <a:effectLst/>
      </p:bgPr>
    </p:bg>
    <p:spTree>
      <p:nvGrpSpPr>
        <p:cNvPr id="1" name=""/>
        <p:cNvGrpSpPr/>
        <p:nvPr/>
      </p:nvGrpSpPr>
      <p:grpSpPr>
        <a:xfrm>
          <a:off x="0" y="0"/>
          <a:ext cx="0" cy="0"/>
          <a:chOff x="0" y="0"/>
          <a:chExt cx="0" cy="0"/>
        </a:xfrm>
      </p:grpSpPr>
      <p:sp>
        <p:nvSpPr>
          <p:cNvPr id="10" name="Right Triangle 9">
            <a:extLst>
              <a:ext uri="{FF2B5EF4-FFF2-40B4-BE49-F238E27FC236}">
                <a16:creationId xmlns:a16="http://schemas.microsoft.com/office/drawing/2014/main" id="{C5145064-D88C-3EDB-7D87-6CD502532097}"/>
              </a:ext>
            </a:extLst>
          </p:cNvPr>
          <p:cNvSpPr/>
          <p:nvPr userDrawn="1"/>
        </p:nvSpPr>
        <p:spPr>
          <a:xfrm rot="5400000">
            <a:off x="7972019" y="461212"/>
            <a:ext cx="735146" cy="72851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cxnSp>
        <p:nvCxnSpPr>
          <p:cNvPr id="19" name="Straight Connector 18">
            <a:extLst>
              <a:ext uri="{FF2B5EF4-FFF2-40B4-BE49-F238E27FC236}">
                <a16:creationId xmlns:a16="http://schemas.microsoft.com/office/drawing/2014/main" id="{FFD43DD4-1FE9-E560-2FF4-48A0A4E1ED40}"/>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Slide Number Placeholder 5">
            <a:extLst>
              <a:ext uri="{FF2B5EF4-FFF2-40B4-BE49-F238E27FC236}">
                <a16:creationId xmlns:a16="http://schemas.microsoft.com/office/drawing/2014/main" id="{97AFE093-97CE-9C2A-DD3C-BF5BD49509F8}"/>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mn-lt"/>
              </a:defRPr>
            </a:lvl1pPr>
          </a:lstStyle>
          <a:p>
            <a:fld id="{73490A59-D3E2-A64D-A2FA-D689A8266F0F}" type="slidenum">
              <a:rPr lang="en-US" smtClean="0"/>
              <a:pPr/>
              <a:t>‹#›</a:t>
            </a:fld>
            <a:endParaRPr lang="en-US" dirty="0"/>
          </a:p>
        </p:txBody>
      </p:sp>
      <p:sp>
        <p:nvSpPr>
          <p:cNvPr id="22" name="Text Placeholder 4">
            <a:extLst>
              <a:ext uri="{FF2B5EF4-FFF2-40B4-BE49-F238E27FC236}">
                <a16:creationId xmlns:a16="http://schemas.microsoft.com/office/drawing/2014/main" id="{9FE270A3-30F0-3903-3DD7-DBCFF827EC0D}"/>
              </a:ext>
            </a:extLst>
          </p:cNvPr>
          <p:cNvSpPr>
            <a:spLocks noGrp="1"/>
          </p:cNvSpPr>
          <p:nvPr>
            <p:ph type="body" sz="quarter" idx="10" hasCustomPrompt="1"/>
          </p:nvPr>
        </p:nvSpPr>
        <p:spPr>
          <a:xfrm>
            <a:off x="661975" y="525188"/>
            <a:ext cx="6928797"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23" name="Text Placeholder 4">
            <a:extLst>
              <a:ext uri="{FF2B5EF4-FFF2-40B4-BE49-F238E27FC236}">
                <a16:creationId xmlns:a16="http://schemas.microsoft.com/office/drawing/2014/main" id="{54CD56DA-6E1A-2D0B-F710-7742AC5E360A}"/>
              </a:ext>
            </a:extLst>
          </p:cNvPr>
          <p:cNvSpPr>
            <a:spLocks noGrp="1"/>
          </p:cNvSpPr>
          <p:nvPr>
            <p:ph type="body" sz="quarter" idx="11" hasCustomPrompt="1"/>
          </p:nvPr>
        </p:nvSpPr>
        <p:spPr>
          <a:xfrm>
            <a:off x="661975" y="903702"/>
            <a:ext cx="6928797"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5" name="Chart Placeholder 3">
            <a:extLst>
              <a:ext uri="{FF2B5EF4-FFF2-40B4-BE49-F238E27FC236}">
                <a16:creationId xmlns:a16="http://schemas.microsoft.com/office/drawing/2014/main" id="{38E71330-E1E1-26D0-8600-D2565D3DFCA9}"/>
              </a:ext>
            </a:extLst>
          </p:cNvPr>
          <p:cNvSpPr>
            <a:spLocks noGrp="1"/>
          </p:cNvSpPr>
          <p:nvPr>
            <p:ph type="chart" sz="quarter" idx="17"/>
          </p:nvPr>
        </p:nvSpPr>
        <p:spPr>
          <a:xfrm>
            <a:off x="661976" y="2050943"/>
            <a:ext cx="6928796" cy="4101281"/>
          </a:xfrm>
        </p:spPr>
        <p:txBody>
          <a:bodyPr>
            <a:normAutofit/>
          </a:bodyPr>
          <a:lstStyle>
            <a:lvl1pPr marL="0" indent="0">
              <a:buNone/>
              <a:defRPr sz="1200" b="0" i="0">
                <a:solidFill>
                  <a:schemeClr val="bg1"/>
                </a:solidFill>
                <a:latin typeface="+mn-lt"/>
                <a:ea typeface="Red Hat Display" panose="02010303040201060303" pitchFamily="2" charset="0"/>
                <a:cs typeface="Arial" panose="020B0604020202020204" pitchFamily="34" charset="0"/>
              </a:defRPr>
            </a:lvl1pPr>
          </a:lstStyle>
          <a:p>
            <a:r>
              <a:rPr lang="en-US"/>
              <a:t>Click icon to add chart</a:t>
            </a:r>
            <a:endParaRPr lang="en-US" dirty="0"/>
          </a:p>
        </p:txBody>
      </p:sp>
      <p:sp>
        <p:nvSpPr>
          <p:cNvPr id="6" name="Text Placeholder 4">
            <a:extLst>
              <a:ext uri="{FF2B5EF4-FFF2-40B4-BE49-F238E27FC236}">
                <a16:creationId xmlns:a16="http://schemas.microsoft.com/office/drawing/2014/main" id="{F8322FCC-B524-8C46-9ABC-DDC238DEFCD7}"/>
              </a:ext>
            </a:extLst>
          </p:cNvPr>
          <p:cNvSpPr>
            <a:spLocks noGrp="1"/>
          </p:cNvSpPr>
          <p:nvPr>
            <p:ph type="body" sz="quarter" idx="14" hasCustomPrompt="1"/>
          </p:nvPr>
        </p:nvSpPr>
        <p:spPr>
          <a:xfrm>
            <a:off x="669012" y="6450812"/>
            <a:ext cx="5791760" cy="125419"/>
          </a:xfrm>
        </p:spPr>
        <p:txBody>
          <a:bodyPr wrap="square" lIns="0" tIns="0" rIns="0" bIns="0">
            <a:spAutoFit/>
          </a:bodyPr>
          <a:lstStyle>
            <a:lvl1pPr marL="0" indent="0">
              <a:buClr>
                <a:schemeClr val="bg2"/>
              </a:buClr>
              <a:buFont typeface="System Font Regular"/>
              <a:buNone/>
              <a:defRPr sz="9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3" name="Picture Placeholder 19">
            <a:extLst>
              <a:ext uri="{FF2B5EF4-FFF2-40B4-BE49-F238E27FC236}">
                <a16:creationId xmlns:a16="http://schemas.microsoft.com/office/drawing/2014/main" id="{7AF993A4-A97C-5A96-848A-27F69F577F3A}"/>
              </a:ext>
            </a:extLst>
          </p:cNvPr>
          <p:cNvSpPr>
            <a:spLocks noGrp="1"/>
          </p:cNvSpPr>
          <p:nvPr>
            <p:ph type="pic" sz="quarter" idx="13"/>
          </p:nvPr>
        </p:nvSpPr>
        <p:spPr>
          <a:xfrm>
            <a:off x="8110852" y="525187"/>
            <a:ext cx="4081147" cy="6332813"/>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Picture Placeholder 5">
            <a:extLst>
              <a:ext uri="{FF2B5EF4-FFF2-40B4-BE49-F238E27FC236}">
                <a16:creationId xmlns:a16="http://schemas.microsoft.com/office/drawing/2014/main" id="{7711ACC4-F140-9E01-61A8-219BE399BEAA}"/>
              </a:ext>
            </a:extLst>
          </p:cNvPr>
          <p:cNvSpPr>
            <a:spLocks noGrp="1"/>
          </p:cNvSpPr>
          <p:nvPr>
            <p:ph type="pic" sz="quarter" idx="20"/>
          </p:nvPr>
        </p:nvSpPr>
        <p:spPr>
          <a:xfrm rot="5400000">
            <a:off x="8100222" y="422453"/>
            <a:ext cx="758645" cy="759961"/>
          </a:xfrm>
          <a:prstGeom prst="rtTriangle">
            <a:avLst/>
          </a:prstGeom>
          <a:solidFill>
            <a:schemeClr val="tx2"/>
          </a:solidFill>
        </p:spPr>
        <p:txBody>
          <a:bodyPr/>
          <a:lstStyle>
            <a:lvl1pPr marL="0" indent="0">
              <a:buNone/>
              <a:defRPr>
                <a:solidFill>
                  <a:schemeClr val="tx1">
                    <a:alpha val="0"/>
                  </a:schemeClr>
                </a:solidFill>
              </a:defRPr>
            </a:lvl1pPr>
          </a:lstStyle>
          <a:p>
            <a:r>
              <a:rPr lang="en-US"/>
              <a:t>Click icon to add picture</a:t>
            </a:r>
            <a:endParaRPr lang="en-US" dirty="0"/>
          </a:p>
        </p:txBody>
      </p:sp>
      <p:sp>
        <p:nvSpPr>
          <p:cNvPr id="8" name="Picture Placeholder 8">
            <a:extLst>
              <a:ext uri="{FF2B5EF4-FFF2-40B4-BE49-F238E27FC236}">
                <a16:creationId xmlns:a16="http://schemas.microsoft.com/office/drawing/2014/main" id="{44180BC9-0B16-149D-2712-0A6510A7B54A}"/>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3156281091"/>
      </p:ext>
    </p:extLst>
  </p:cSld>
  <p:clrMapOvr>
    <a:masterClrMapping/>
  </p:clrMapOvr>
  <p:transition spd="slow">
    <p:wipe dir="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Light_Chart_1/3_Vert_Image_V1">
    <p:bg>
      <p:bgPr>
        <a:solidFill>
          <a:schemeClr val="bg1"/>
        </a:solidFill>
        <a:effectLst/>
      </p:bgPr>
    </p:bg>
    <p:spTree>
      <p:nvGrpSpPr>
        <p:cNvPr id="1" name=""/>
        <p:cNvGrpSpPr/>
        <p:nvPr/>
      </p:nvGrpSpPr>
      <p:grpSpPr>
        <a:xfrm>
          <a:off x="0" y="0"/>
          <a:ext cx="0" cy="0"/>
          <a:chOff x="0" y="0"/>
          <a:chExt cx="0" cy="0"/>
        </a:xfrm>
      </p:grpSpPr>
      <p:sp>
        <p:nvSpPr>
          <p:cNvPr id="10" name="Right Triangle 9">
            <a:extLst>
              <a:ext uri="{FF2B5EF4-FFF2-40B4-BE49-F238E27FC236}">
                <a16:creationId xmlns:a16="http://schemas.microsoft.com/office/drawing/2014/main" id="{C5145064-D88C-3EDB-7D87-6CD502532097}"/>
              </a:ext>
            </a:extLst>
          </p:cNvPr>
          <p:cNvSpPr/>
          <p:nvPr userDrawn="1"/>
        </p:nvSpPr>
        <p:spPr>
          <a:xfrm rot="5400000">
            <a:off x="7972019" y="461212"/>
            <a:ext cx="735146" cy="728518"/>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cxnSp>
        <p:nvCxnSpPr>
          <p:cNvPr id="19" name="Straight Connector 18">
            <a:extLst>
              <a:ext uri="{FF2B5EF4-FFF2-40B4-BE49-F238E27FC236}">
                <a16:creationId xmlns:a16="http://schemas.microsoft.com/office/drawing/2014/main" id="{FFD43DD4-1FE9-E560-2FF4-48A0A4E1ED40}"/>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Slide Number Placeholder 5">
            <a:extLst>
              <a:ext uri="{FF2B5EF4-FFF2-40B4-BE49-F238E27FC236}">
                <a16:creationId xmlns:a16="http://schemas.microsoft.com/office/drawing/2014/main" id="{97AFE093-97CE-9C2A-DD3C-BF5BD49509F8}"/>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mn-lt"/>
              </a:defRPr>
            </a:lvl1pPr>
          </a:lstStyle>
          <a:p>
            <a:fld id="{73490A59-D3E2-A64D-A2FA-D689A8266F0F}" type="slidenum">
              <a:rPr lang="en-US" smtClean="0"/>
              <a:pPr/>
              <a:t>‹#›</a:t>
            </a:fld>
            <a:endParaRPr lang="en-US" dirty="0"/>
          </a:p>
        </p:txBody>
      </p:sp>
      <p:sp>
        <p:nvSpPr>
          <p:cNvPr id="22" name="Text Placeholder 4">
            <a:extLst>
              <a:ext uri="{FF2B5EF4-FFF2-40B4-BE49-F238E27FC236}">
                <a16:creationId xmlns:a16="http://schemas.microsoft.com/office/drawing/2014/main" id="{9FE270A3-30F0-3903-3DD7-DBCFF827EC0D}"/>
              </a:ext>
            </a:extLst>
          </p:cNvPr>
          <p:cNvSpPr>
            <a:spLocks noGrp="1"/>
          </p:cNvSpPr>
          <p:nvPr>
            <p:ph type="body" sz="quarter" idx="10" hasCustomPrompt="1"/>
          </p:nvPr>
        </p:nvSpPr>
        <p:spPr>
          <a:xfrm>
            <a:off x="661975" y="525188"/>
            <a:ext cx="6928797"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23" name="Text Placeholder 4">
            <a:extLst>
              <a:ext uri="{FF2B5EF4-FFF2-40B4-BE49-F238E27FC236}">
                <a16:creationId xmlns:a16="http://schemas.microsoft.com/office/drawing/2014/main" id="{54CD56DA-6E1A-2D0B-F710-7742AC5E360A}"/>
              </a:ext>
            </a:extLst>
          </p:cNvPr>
          <p:cNvSpPr>
            <a:spLocks noGrp="1"/>
          </p:cNvSpPr>
          <p:nvPr>
            <p:ph type="body" sz="quarter" idx="11" hasCustomPrompt="1"/>
          </p:nvPr>
        </p:nvSpPr>
        <p:spPr>
          <a:xfrm>
            <a:off x="661975" y="903702"/>
            <a:ext cx="6928797"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4" name="Chart Placeholder 3">
            <a:extLst>
              <a:ext uri="{FF2B5EF4-FFF2-40B4-BE49-F238E27FC236}">
                <a16:creationId xmlns:a16="http://schemas.microsoft.com/office/drawing/2014/main" id="{33A73464-BEFF-4766-8C07-4082F08C7E36}"/>
              </a:ext>
            </a:extLst>
          </p:cNvPr>
          <p:cNvSpPr>
            <a:spLocks noGrp="1"/>
          </p:cNvSpPr>
          <p:nvPr>
            <p:ph type="chart" sz="quarter" idx="17"/>
          </p:nvPr>
        </p:nvSpPr>
        <p:spPr>
          <a:xfrm>
            <a:off x="661976" y="2050944"/>
            <a:ext cx="6928796" cy="4145670"/>
          </a:xfrm>
        </p:spPr>
        <p:txBody>
          <a:bodyPr>
            <a:normAutofit/>
          </a:bodyPr>
          <a:lstStyle>
            <a:lvl1pPr marL="0" indent="0">
              <a:buNone/>
              <a:defRPr sz="1200" b="0" i="0">
                <a:solidFill>
                  <a:schemeClr val="tx1"/>
                </a:solidFill>
                <a:latin typeface="+mn-lt"/>
                <a:ea typeface="Red Hat Display" panose="02010303040201060303" pitchFamily="2" charset="0"/>
                <a:cs typeface="Arial" panose="020B0604020202020204" pitchFamily="34" charset="0"/>
              </a:defRPr>
            </a:lvl1pPr>
          </a:lstStyle>
          <a:p>
            <a:r>
              <a:rPr lang="en-US"/>
              <a:t>Click icon to add chart</a:t>
            </a:r>
            <a:endParaRPr lang="en-US" dirty="0"/>
          </a:p>
        </p:txBody>
      </p:sp>
      <p:sp>
        <p:nvSpPr>
          <p:cNvPr id="7" name="Text Placeholder 4">
            <a:extLst>
              <a:ext uri="{FF2B5EF4-FFF2-40B4-BE49-F238E27FC236}">
                <a16:creationId xmlns:a16="http://schemas.microsoft.com/office/drawing/2014/main" id="{175D676A-6608-65D2-18FE-61FDFE62DCB2}"/>
              </a:ext>
            </a:extLst>
          </p:cNvPr>
          <p:cNvSpPr>
            <a:spLocks noGrp="1"/>
          </p:cNvSpPr>
          <p:nvPr>
            <p:ph type="body" sz="quarter" idx="14" hasCustomPrompt="1"/>
          </p:nvPr>
        </p:nvSpPr>
        <p:spPr>
          <a:xfrm>
            <a:off x="669012" y="6450812"/>
            <a:ext cx="5791760" cy="125419"/>
          </a:xfrm>
        </p:spPr>
        <p:txBody>
          <a:bodyPr wrap="square" lIns="0" tIns="0" rIns="0" bIns="0">
            <a:spAutoFit/>
          </a:bodyPr>
          <a:lstStyle>
            <a:lvl1pPr marL="0" indent="0">
              <a:buClr>
                <a:schemeClr val="bg2"/>
              </a:buClr>
              <a:buFont typeface="System Font Regular"/>
              <a:buNone/>
              <a:defRPr sz="900" b="0" i="0" cap="none" baseline="0">
                <a:solidFill>
                  <a:schemeClr val="tx2"/>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3" name="Right Triangle 2">
            <a:extLst>
              <a:ext uri="{FF2B5EF4-FFF2-40B4-BE49-F238E27FC236}">
                <a16:creationId xmlns:a16="http://schemas.microsoft.com/office/drawing/2014/main" id="{F4B58F85-8CAC-A29A-C0F1-C38AC4F49CC6}"/>
              </a:ext>
            </a:extLst>
          </p:cNvPr>
          <p:cNvSpPr/>
          <p:nvPr userDrawn="1"/>
        </p:nvSpPr>
        <p:spPr>
          <a:xfrm rot="5400000">
            <a:off x="7972019" y="461212"/>
            <a:ext cx="735146" cy="728518"/>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6" name="Picture Placeholder 19">
            <a:extLst>
              <a:ext uri="{FF2B5EF4-FFF2-40B4-BE49-F238E27FC236}">
                <a16:creationId xmlns:a16="http://schemas.microsoft.com/office/drawing/2014/main" id="{ECDF05E8-8AE4-EBAF-3F14-122BFDE800E7}"/>
              </a:ext>
            </a:extLst>
          </p:cNvPr>
          <p:cNvSpPr>
            <a:spLocks noGrp="1"/>
          </p:cNvSpPr>
          <p:nvPr>
            <p:ph type="pic" sz="quarter" idx="13"/>
          </p:nvPr>
        </p:nvSpPr>
        <p:spPr>
          <a:xfrm>
            <a:off x="8110852" y="525187"/>
            <a:ext cx="4081147" cy="6332813"/>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8" name="Picture Placeholder 5">
            <a:extLst>
              <a:ext uri="{FF2B5EF4-FFF2-40B4-BE49-F238E27FC236}">
                <a16:creationId xmlns:a16="http://schemas.microsoft.com/office/drawing/2014/main" id="{BDFBCF6F-3E19-59B6-E860-D2C504440B4F}"/>
              </a:ext>
            </a:extLst>
          </p:cNvPr>
          <p:cNvSpPr>
            <a:spLocks noGrp="1"/>
          </p:cNvSpPr>
          <p:nvPr>
            <p:ph type="pic" sz="quarter" idx="20"/>
          </p:nvPr>
        </p:nvSpPr>
        <p:spPr>
          <a:xfrm rot="5400000">
            <a:off x="8100222" y="422453"/>
            <a:ext cx="758645" cy="759961"/>
          </a:xfrm>
          <a:prstGeom prst="rtTriangle">
            <a:avLst/>
          </a:prstGeom>
          <a:solidFill>
            <a:schemeClr val="bg2"/>
          </a:solidFill>
        </p:spPr>
        <p:txBody>
          <a:bodyPr/>
          <a:lstStyle>
            <a:lvl1pPr marL="0" indent="0">
              <a:buNone/>
              <a:defRPr>
                <a:solidFill>
                  <a:schemeClr val="tx1">
                    <a:alpha val="0"/>
                  </a:schemeClr>
                </a:solidFill>
              </a:defRPr>
            </a:lvl1pPr>
          </a:lstStyle>
          <a:p>
            <a:r>
              <a:rPr lang="en-US"/>
              <a:t>Click icon to add picture</a:t>
            </a:r>
            <a:endParaRPr lang="en-US" dirty="0"/>
          </a:p>
        </p:txBody>
      </p:sp>
      <p:sp>
        <p:nvSpPr>
          <p:cNvPr id="9" name="Picture Placeholder 8">
            <a:extLst>
              <a:ext uri="{FF2B5EF4-FFF2-40B4-BE49-F238E27FC236}">
                <a16:creationId xmlns:a16="http://schemas.microsoft.com/office/drawing/2014/main" id="{6E5D2C2F-8322-85FC-6D2B-C47004680944}"/>
              </a:ext>
            </a:extLst>
          </p:cNvPr>
          <p:cNvSpPr>
            <a:spLocks noGrp="1"/>
          </p:cNvSpPr>
          <p:nvPr>
            <p:ph type="pic" sz="quarter" idx="21"/>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1137829810"/>
      </p:ext>
    </p:extLst>
  </p:cSld>
  <p:clrMapOvr>
    <a:masterClrMapping/>
  </p:clrMapOvr>
  <p:transition spd="slow">
    <p:wipe dir="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Light_Chart_1/3_Vert_Image_V2">
    <p:bg>
      <p:bgPr>
        <a:solidFill>
          <a:schemeClr val="bg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FFD43DD4-1FE9-E560-2FF4-48A0A4E1ED40}"/>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Slide Number Placeholder 5">
            <a:extLst>
              <a:ext uri="{FF2B5EF4-FFF2-40B4-BE49-F238E27FC236}">
                <a16:creationId xmlns:a16="http://schemas.microsoft.com/office/drawing/2014/main" id="{97AFE093-97CE-9C2A-DD3C-BF5BD49509F8}"/>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mn-lt"/>
              </a:defRPr>
            </a:lvl1pPr>
          </a:lstStyle>
          <a:p>
            <a:fld id="{73490A59-D3E2-A64D-A2FA-D689A8266F0F}" type="slidenum">
              <a:rPr lang="en-US" smtClean="0"/>
              <a:pPr/>
              <a:t>‹#›</a:t>
            </a:fld>
            <a:endParaRPr lang="en-US" dirty="0"/>
          </a:p>
        </p:txBody>
      </p:sp>
      <p:sp>
        <p:nvSpPr>
          <p:cNvPr id="22" name="Text Placeholder 4">
            <a:extLst>
              <a:ext uri="{FF2B5EF4-FFF2-40B4-BE49-F238E27FC236}">
                <a16:creationId xmlns:a16="http://schemas.microsoft.com/office/drawing/2014/main" id="{9FE270A3-30F0-3903-3DD7-DBCFF827EC0D}"/>
              </a:ext>
            </a:extLst>
          </p:cNvPr>
          <p:cNvSpPr>
            <a:spLocks noGrp="1"/>
          </p:cNvSpPr>
          <p:nvPr>
            <p:ph type="body" sz="quarter" idx="10" hasCustomPrompt="1"/>
          </p:nvPr>
        </p:nvSpPr>
        <p:spPr>
          <a:xfrm>
            <a:off x="661975" y="525188"/>
            <a:ext cx="6928797"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23" name="Text Placeholder 4">
            <a:extLst>
              <a:ext uri="{FF2B5EF4-FFF2-40B4-BE49-F238E27FC236}">
                <a16:creationId xmlns:a16="http://schemas.microsoft.com/office/drawing/2014/main" id="{54CD56DA-6E1A-2D0B-F710-7742AC5E360A}"/>
              </a:ext>
            </a:extLst>
          </p:cNvPr>
          <p:cNvSpPr>
            <a:spLocks noGrp="1"/>
          </p:cNvSpPr>
          <p:nvPr>
            <p:ph type="body" sz="quarter" idx="11" hasCustomPrompt="1"/>
          </p:nvPr>
        </p:nvSpPr>
        <p:spPr>
          <a:xfrm>
            <a:off x="661975" y="903702"/>
            <a:ext cx="6928797"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5" name="Chart Placeholder 3">
            <a:extLst>
              <a:ext uri="{FF2B5EF4-FFF2-40B4-BE49-F238E27FC236}">
                <a16:creationId xmlns:a16="http://schemas.microsoft.com/office/drawing/2014/main" id="{28F4E08B-DB48-5666-1110-AD675E6868B2}"/>
              </a:ext>
            </a:extLst>
          </p:cNvPr>
          <p:cNvSpPr>
            <a:spLocks noGrp="1"/>
          </p:cNvSpPr>
          <p:nvPr>
            <p:ph type="chart" sz="quarter" idx="17"/>
          </p:nvPr>
        </p:nvSpPr>
        <p:spPr>
          <a:xfrm>
            <a:off x="661976" y="2050944"/>
            <a:ext cx="6928796" cy="4136792"/>
          </a:xfrm>
        </p:spPr>
        <p:txBody>
          <a:bodyPr>
            <a:normAutofit/>
          </a:bodyPr>
          <a:lstStyle>
            <a:lvl1pPr marL="0" indent="0">
              <a:buNone/>
              <a:defRPr sz="1200" b="0" i="0">
                <a:solidFill>
                  <a:schemeClr val="tx1"/>
                </a:solidFill>
                <a:latin typeface="+mn-lt"/>
                <a:ea typeface="Red Hat Display" panose="02010303040201060303" pitchFamily="2" charset="0"/>
                <a:cs typeface="Arial" panose="020B0604020202020204" pitchFamily="34" charset="0"/>
              </a:defRPr>
            </a:lvl1pPr>
          </a:lstStyle>
          <a:p>
            <a:r>
              <a:rPr lang="en-US"/>
              <a:t>Click icon to add chart</a:t>
            </a:r>
            <a:endParaRPr lang="en-US" dirty="0"/>
          </a:p>
        </p:txBody>
      </p:sp>
      <p:sp>
        <p:nvSpPr>
          <p:cNvPr id="6" name="Text Placeholder 4">
            <a:extLst>
              <a:ext uri="{FF2B5EF4-FFF2-40B4-BE49-F238E27FC236}">
                <a16:creationId xmlns:a16="http://schemas.microsoft.com/office/drawing/2014/main" id="{0A2AF959-ACD1-93C8-AD47-424855C363A4}"/>
              </a:ext>
            </a:extLst>
          </p:cNvPr>
          <p:cNvSpPr>
            <a:spLocks noGrp="1"/>
          </p:cNvSpPr>
          <p:nvPr>
            <p:ph type="body" sz="quarter" idx="14" hasCustomPrompt="1"/>
          </p:nvPr>
        </p:nvSpPr>
        <p:spPr>
          <a:xfrm>
            <a:off x="669012" y="6450812"/>
            <a:ext cx="5791760" cy="125419"/>
          </a:xfrm>
        </p:spPr>
        <p:txBody>
          <a:bodyPr wrap="square" lIns="0" tIns="0" rIns="0" bIns="0">
            <a:spAutoFit/>
          </a:bodyPr>
          <a:lstStyle>
            <a:lvl1pPr marL="0" indent="0">
              <a:buClr>
                <a:schemeClr val="bg2"/>
              </a:buClr>
              <a:buFont typeface="System Font Regular"/>
              <a:buNone/>
              <a:defRPr sz="900" b="0" i="0" cap="none" baseline="0">
                <a:solidFill>
                  <a:schemeClr val="tx2"/>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2" name="Right Triangle 1">
            <a:extLst>
              <a:ext uri="{FF2B5EF4-FFF2-40B4-BE49-F238E27FC236}">
                <a16:creationId xmlns:a16="http://schemas.microsoft.com/office/drawing/2014/main" id="{7349017E-EA5F-9AEF-03C6-9709765770D3}"/>
              </a:ext>
            </a:extLst>
          </p:cNvPr>
          <p:cNvSpPr/>
          <p:nvPr userDrawn="1"/>
        </p:nvSpPr>
        <p:spPr>
          <a:xfrm rot="5400000">
            <a:off x="7972019" y="461212"/>
            <a:ext cx="735146" cy="728518"/>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7" name="Picture Placeholder 19">
            <a:extLst>
              <a:ext uri="{FF2B5EF4-FFF2-40B4-BE49-F238E27FC236}">
                <a16:creationId xmlns:a16="http://schemas.microsoft.com/office/drawing/2014/main" id="{4927A460-A152-6FA6-DDC7-8DD40383D041}"/>
              </a:ext>
            </a:extLst>
          </p:cNvPr>
          <p:cNvSpPr>
            <a:spLocks noGrp="1"/>
          </p:cNvSpPr>
          <p:nvPr>
            <p:ph type="pic" sz="quarter" idx="13"/>
          </p:nvPr>
        </p:nvSpPr>
        <p:spPr>
          <a:xfrm>
            <a:off x="8110852" y="525187"/>
            <a:ext cx="4081147" cy="6332813"/>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8" name="Picture Placeholder 5">
            <a:extLst>
              <a:ext uri="{FF2B5EF4-FFF2-40B4-BE49-F238E27FC236}">
                <a16:creationId xmlns:a16="http://schemas.microsoft.com/office/drawing/2014/main" id="{14628BCF-E690-F21E-72AA-A58C73B87054}"/>
              </a:ext>
            </a:extLst>
          </p:cNvPr>
          <p:cNvSpPr>
            <a:spLocks noGrp="1"/>
          </p:cNvSpPr>
          <p:nvPr>
            <p:ph type="pic" sz="quarter" idx="20"/>
          </p:nvPr>
        </p:nvSpPr>
        <p:spPr>
          <a:xfrm rot="5400000">
            <a:off x="8100222" y="422453"/>
            <a:ext cx="758645" cy="759961"/>
          </a:xfrm>
          <a:prstGeom prst="rtTriangle">
            <a:avLst/>
          </a:prstGeom>
          <a:solidFill>
            <a:schemeClr val="bg2"/>
          </a:solidFill>
        </p:spPr>
        <p:txBody>
          <a:bodyPr/>
          <a:lstStyle>
            <a:lvl1pPr marL="0" indent="0">
              <a:buNone/>
              <a:defRPr>
                <a:solidFill>
                  <a:schemeClr val="tx1">
                    <a:alpha val="0"/>
                  </a:schemeClr>
                </a:solidFill>
              </a:defRPr>
            </a:lvl1pPr>
          </a:lstStyle>
          <a:p>
            <a:r>
              <a:rPr lang="en-US"/>
              <a:t>Click icon to add picture</a:t>
            </a:r>
            <a:endParaRPr lang="en-US" dirty="0"/>
          </a:p>
        </p:txBody>
      </p:sp>
      <p:sp>
        <p:nvSpPr>
          <p:cNvPr id="11" name="Picture Placeholder 8">
            <a:extLst>
              <a:ext uri="{FF2B5EF4-FFF2-40B4-BE49-F238E27FC236}">
                <a16:creationId xmlns:a16="http://schemas.microsoft.com/office/drawing/2014/main" id="{2124360F-3389-04BD-CA47-C6B14D913C89}"/>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3684035270"/>
      </p:ext>
    </p:extLst>
  </p:cSld>
  <p:clrMapOvr>
    <a:masterClrMapping/>
  </p:clrMapOvr>
  <p:transition spd="slow">
    <p:wipe dir="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ark_copy_1/2_Vert_Image_V1">
    <p:bg>
      <p:bgPr>
        <a:solidFill>
          <a:schemeClr val="tx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FFD43DD4-1FE9-E560-2FF4-48A0A4E1ED40}"/>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Slide Number Placeholder 5">
            <a:extLst>
              <a:ext uri="{FF2B5EF4-FFF2-40B4-BE49-F238E27FC236}">
                <a16:creationId xmlns:a16="http://schemas.microsoft.com/office/drawing/2014/main" id="{97AFE093-97CE-9C2A-DD3C-BF5BD49509F8}"/>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mn-lt"/>
              </a:defRPr>
            </a:lvl1pPr>
          </a:lstStyle>
          <a:p>
            <a:fld id="{73490A59-D3E2-A64D-A2FA-D689A8266F0F}" type="slidenum">
              <a:rPr lang="en-US" smtClean="0"/>
              <a:pPr/>
              <a:t>‹#›</a:t>
            </a:fld>
            <a:endParaRPr lang="en-US" dirty="0"/>
          </a:p>
        </p:txBody>
      </p:sp>
      <p:sp>
        <p:nvSpPr>
          <p:cNvPr id="22" name="Text Placeholder 4">
            <a:extLst>
              <a:ext uri="{FF2B5EF4-FFF2-40B4-BE49-F238E27FC236}">
                <a16:creationId xmlns:a16="http://schemas.microsoft.com/office/drawing/2014/main" id="{9FE270A3-30F0-3903-3DD7-DBCFF827EC0D}"/>
              </a:ext>
            </a:extLst>
          </p:cNvPr>
          <p:cNvSpPr>
            <a:spLocks noGrp="1"/>
          </p:cNvSpPr>
          <p:nvPr>
            <p:ph type="body" sz="quarter" idx="10" hasCustomPrompt="1"/>
          </p:nvPr>
        </p:nvSpPr>
        <p:spPr>
          <a:xfrm>
            <a:off x="661976" y="525188"/>
            <a:ext cx="4786846"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23" name="Text Placeholder 4">
            <a:extLst>
              <a:ext uri="{FF2B5EF4-FFF2-40B4-BE49-F238E27FC236}">
                <a16:creationId xmlns:a16="http://schemas.microsoft.com/office/drawing/2014/main" id="{54CD56DA-6E1A-2D0B-F710-7742AC5E360A}"/>
              </a:ext>
            </a:extLst>
          </p:cNvPr>
          <p:cNvSpPr>
            <a:spLocks noGrp="1"/>
          </p:cNvSpPr>
          <p:nvPr>
            <p:ph type="body" sz="quarter" idx="11" hasCustomPrompt="1"/>
          </p:nvPr>
        </p:nvSpPr>
        <p:spPr>
          <a:xfrm>
            <a:off x="661976" y="903702"/>
            <a:ext cx="4786846"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2" name="Text Placeholder 4">
            <a:extLst>
              <a:ext uri="{FF2B5EF4-FFF2-40B4-BE49-F238E27FC236}">
                <a16:creationId xmlns:a16="http://schemas.microsoft.com/office/drawing/2014/main" id="{14E1527D-B700-4C43-5B50-617B340AFFE9}"/>
              </a:ext>
            </a:extLst>
          </p:cNvPr>
          <p:cNvSpPr>
            <a:spLocks noGrp="1"/>
          </p:cNvSpPr>
          <p:nvPr>
            <p:ph type="body" sz="quarter" idx="14"/>
          </p:nvPr>
        </p:nvSpPr>
        <p:spPr>
          <a:xfrm>
            <a:off x="647387" y="2048646"/>
            <a:ext cx="4801435" cy="4068375"/>
          </a:xfrm>
        </p:spPr>
        <p:txBody>
          <a:bodyPr wrap="square" lIns="0" tIns="0" rIns="0" bIns="0">
            <a:noAutofit/>
          </a:bodyPr>
          <a:lstStyle>
            <a:lvl1pPr marL="285750" indent="-285750">
              <a:buClr>
                <a:schemeClr val="accent2"/>
              </a:buClr>
              <a:buFont typeface="System Font Regular"/>
              <a:buChar char="&gt;"/>
              <a:defRPr sz="2300" b="0" i="0" cap="none" baseline="0">
                <a:solidFill>
                  <a:schemeClr val="bg1"/>
                </a:solidFill>
                <a:latin typeface="+mn-lt"/>
                <a:ea typeface="Red Hat Display" panose="02010303040201060303" pitchFamily="2" charset="0"/>
                <a:cs typeface="Arial" panose="020B0604020202020204" pitchFamily="34" charset="0"/>
              </a:defRPr>
            </a:lvl1pPr>
            <a:lvl2pPr marL="628650" indent="-285750">
              <a:buClr>
                <a:schemeClr val="accent2"/>
              </a:buClr>
              <a:buFont typeface="Arial" panose="020B0604020202020204" pitchFamily="34" charset="0"/>
              <a:buChar char="•"/>
              <a:defRPr sz="2000" b="0" i="0" cap="none" baseline="0">
                <a:solidFill>
                  <a:schemeClr val="bg1"/>
                </a:solidFill>
                <a:latin typeface="+mn-lt"/>
                <a:ea typeface="Red Hat Display" panose="02010303040201060303" pitchFamily="2" charset="0"/>
                <a:cs typeface="Arial" panose="020B0604020202020204" pitchFamily="34" charset="0"/>
              </a:defRPr>
            </a:lvl2pPr>
            <a:lvl3pPr marL="1069975" indent="-384175">
              <a:buClr>
                <a:schemeClr val="accent2"/>
              </a:buClr>
              <a:buFont typeface="System Font Regular"/>
              <a:buChar char="–"/>
              <a:tabLst/>
              <a:defRPr sz="1800" b="0" i="0" cap="none" baseline="0">
                <a:solidFill>
                  <a:schemeClr val="bg1"/>
                </a:solidFill>
                <a:latin typeface="+mn-lt"/>
                <a:ea typeface="Red Hat Display" panose="02010303040201060303" pitchFamily="2" charset="0"/>
                <a:cs typeface="Arial" panose="020B0604020202020204" pitchFamily="34" charset="0"/>
              </a:defRPr>
            </a:lvl3pPr>
            <a:lvl4pPr marL="1430338" indent="-285750">
              <a:buClr>
                <a:schemeClr val="accent2"/>
              </a:buClr>
              <a:buFont typeface="System Font Regular"/>
              <a:buChar char="–"/>
              <a:tabLst/>
              <a:defRPr sz="1600" b="0" i="0" cap="none" baseline="0">
                <a:solidFill>
                  <a:schemeClr val="bg1"/>
                </a:solidFill>
                <a:latin typeface="+mn-lt"/>
                <a:ea typeface="Red Hat Display" panose="02010303040201060303" pitchFamily="2" charset="0"/>
                <a:cs typeface="Arial" panose="020B0604020202020204" pitchFamily="34" charset="0"/>
              </a:defRPr>
            </a:lvl4pPr>
            <a:lvl5pPr marL="1916113" indent="-273050">
              <a:buClr>
                <a:schemeClr val="accent2"/>
              </a:buClr>
              <a:buFont typeface="System Font Regular"/>
              <a:buChar char="–"/>
              <a:tabLst/>
              <a:defRPr sz="1400" b="0" i="0" cap="none" baseline="0">
                <a:solidFill>
                  <a:schemeClr val="bg1"/>
                </a:solidFill>
                <a:latin typeface="+mn-lt"/>
                <a:ea typeface="Red Hat Display" panose="02010303040201060303" pitchFamily="2"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19">
            <a:extLst>
              <a:ext uri="{FF2B5EF4-FFF2-40B4-BE49-F238E27FC236}">
                <a16:creationId xmlns:a16="http://schemas.microsoft.com/office/drawing/2014/main" id="{730D6D34-2FCB-1CFB-97BF-20A59CAFE9D2}"/>
              </a:ext>
            </a:extLst>
          </p:cNvPr>
          <p:cNvSpPr>
            <a:spLocks noGrp="1"/>
          </p:cNvSpPr>
          <p:nvPr>
            <p:ph type="pic" sz="quarter" idx="13"/>
          </p:nvPr>
        </p:nvSpPr>
        <p:spPr>
          <a:xfrm>
            <a:off x="6097166" y="1"/>
            <a:ext cx="6094834" cy="6858000"/>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6" name="Picture Placeholder 8">
            <a:extLst>
              <a:ext uri="{FF2B5EF4-FFF2-40B4-BE49-F238E27FC236}">
                <a16:creationId xmlns:a16="http://schemas.microsoft.com/office/drawing/2014/main" id="{16020E9C-B8AF-5172-E18B-897B3DA5BC0E}"/>
              </a:ext>
            </a:extLst>
          </p:cNvPr>
          <p:cNvSpPr>
            <a:spLocks noGrp="1"/>
          </p:cNvSpPr>
          <p:nvPr>
            <p:ph type="pic" sz="quarter" idx="21"/>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1449807585"/>
      </p:ext>
    </p:extLst>
  </p:cSld>
  <p:clrMapOvr>
    <a:masterClrMapping/>
  </p:clrMapOvr>
  <p:transition spd="slow">
    <p:wipe dir="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ark_copy_1/2_Vert_Image_V2">
    <p:bg>
      <p:bgPr>
        <a:solidFill>
          <a:schemeClr val="tx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FFD43DD4-1FE9-E560-2FF4-48A0A4E1ED40}"/>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Slide Number Placeholder 5">
            <a:extLst>
              <a:ext uri="{FF2B5EF4-FFF2-40B4-BE49-F238E27FC236}">
                <a16:creationId xmlns:a16="http://schemas.microsoft.com/office/drawing/2014/main" id="{97AFE093-97CE-9C2A-DD3C-BF5BD49509F8}"/>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mn-lt"/>
              </a:defRPr>
            </a:lvl1pPr>
          </a:lstStyle>
          <a:p>
            <a:fld id="{73490A59-D3E2-A64D-A2FA-D689A8266F0F}" type="slidenum">
              <a:rPr lang="en-US" smtClean="0"/>
              <a:pPr/>
              <a:t>‹#›</a:t>
            </a:fld>
            <a:endParaRPr lang="en-US" dirty="0"/>
          </a:p>
        </p:txBody>
      </p:sp>
      <p:sp>
        <p:nvSpPr>
          <p:cNvPr id="22" name="Text Placeholder 4">
            <a:extLst>
              <a:ext uri="{FF2B5EF4-FFF2-40B4-BE49-F238E27FC236}">
                <a16:creationId xmlns:a16="http://schemas.microsoft.com/office/drawing/2014/main" id="{9FE270A3-30F0-3903-3DD7-DBCFF827EC0D}"/>
              </a:ext>
            </a:extLst>
          </p:cNvPr>
          <p:cNvSpPr>
            <a:spLocks noGrp="1"/>
          </p:cNvSpPr>
          <p:nvPr>
            <p:ph type="body" sz="quarter" idx="10" hasCustomPrompt="1"/>
          </p:nvPr>
        </p:nvSpPr>
        <p:spPr>
          <a:xfrm>
            <a:off x="661976" y="525188"/>
            <a:ext cx="4786846"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23" name="Text Placeholder 4">
            <a:extLst>
              <a:ext uri="{FF2B5EF4-FFF2-40B4-BE49-F238E27FC236}">
                <a16:creationId xmlns:a16="http://schemas.microsoft.com/office/drawing/2014/main" id="{54CD56DA-6E1A-2D0B-F710-7742AC5E360A}"/>
              </a:ext>
            </a:extLst>
          </p:cNvPr>
          <p:cNvSpPr>
            <a:spLocks noGrp="1"/>
          </p:cNvSpPr>
          <p:nvPr>
            <p:ph type="body" sz="quarter" idx="11" hasCustomPrompt="1"/>
          </p:nvPr>
        </p:nvSpPr>
        <p:spPr>
          <a:xfrm>
            <a:off x="661976" y="903702"/>
            <a:ext cx="4786846"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2" name="Text Placeholder 4">
            <a:extLst>
              <a:ext uri="{FF2B5EF4-FFF2-40B4-BE49-F238E27FC236}">
                <a16:creationId xmlns:a16="http://schemas.microsoft.com/office/drawing/2014/main" id="{7A20720F-2F74-AD24-060F-1DB7FF228092}"/>
              </a:ext>
            </a:extLst>
          </p:cNvPr>
          <p:cNvSpPr>
            <a:spLocks noGrp="1"/>
          </p:cNvSpPr>
          <p:nvPr>
            <p:ph type="body" sz="quarter" idx="14"/>
          </p:nvPr>
        </p:nvSpPr>
        <p:spPr>
          <a:xfrm>
            <a:off x="647387" y="2048646"/>
            <a:ext cx="4801435" cy="4068375"/>
          </a:xfrm>
        </p:spPr>
        <p:txBody>
          <a:bodyPr wrap="square" lIns="0" tIns="0" rIns="0" bIns="0">
            <a:noAutofit/>
          </a:bodyPr>
          <a:lstStyle>
            <a:lvl1pPr marL="285750" indent="-285750">
              <a:buClr>
                <a:schemeClr val="accent2"/>
              </a:buClr>
              <a:buFont typeface="System Font Regular"/>
              <a:buChar char="&gt;"/>
              <a:defRPr sz="2300" b="0" i="0" cap="none" baseline="0">
                <a:solidFill>
                  <a:schemeClr val="bg1"/>
                </a:solidFill>
                <a:latin typeface="+mn-lt"/>
                <a:ea typeface="Red Hat Display" panose="02010303040201060303" pitchFamily="2" charset="0"/>
                <a:cs typeface="Arial" panose="020B0604020202020204" pitchFamily="34" charset="0"/>
              </a:defRPr>
            </a:lvl1pPr>
            <a:lvl2pPr marL="628650" indent="-285750">
              <a:buClr>
                <a:schemeClr val="accent2"/>
              </a:buClr>
              <a:buFont typeface="Arial" panose="020B0604020202020204" pitchFamily="34" charset="0"/>
              <a:buChar char="•"/>
              <a:defRPr sz="2000" b="0" i="0" cap="none" baseline="0">
                <a:solidFill>
                  <a:schemeClr val="bg1"/>
                </a:solidFill>
                <a:latin typeface="+mn-lt"/>
                <a:ea typeface="Red Hat Display" panose="02010303040201060303" pitchFamily="2" charset="0"/>
                <a:cs typeface="Arial" panose="020B0604020202020204" pitchFamily="34" charset="0"/>
              </a:defRPr>
            </a:lvl2pPr>
            <a:lvl3pPr marL="1069975" indent="-384175">
              <a:buClr>
                <a:schemeClr val="accent2"/>
              </a:buClr>
              <a:buFont typeface="System Font Regular"/>
              <a:buChar char="–"/>
              <a:tabLst/>
              <a:defRPr sz="1800" b="0" i="0" cap="none" baseline="0">
                <a:solidFill>
                  <a:schemeClr val="bg1"/>
                </a:solidFill>
                <a:latin typeface="+mn-lt"/>
                <a:ea typeface="Red Hat Display" panose="02010303040201060303" pitchFamily="2" charset="0"/>
                <a:cs typeface="Arial" panose="020B0604020202020204" pitchFamily="34" charset="0"/>
              </a:defRPr>
            </a:lvl3pPr>
            <a:lvl4pPr marL="1430338" indent="-285750">
              <a:buClr>
                <a:schemeClr val="accent2"/>
              </a:buClr>
              <a:buFont typeface="System Font Regular"/>
              <a:buChar char="–"/>
              <a:tabLst/>
              <a:defRPr sz="1600" b="0" i="0" cap="none" baseline="0">
                <a:solidFill>
                  <a:schemeClr val="bg1"/>
                </a:solidFill>
                <a:latin typeface="+mn-lt"/>
                <a:ea typeface="Red Hat Display" panose="02010303040201060303" pitchFamily="2" charset="0"/>
                <a:cs typeface="Arial" panose="020B0604020202020204" pitchFamily="34" charset="0"/>
              </a:defRPr>
            </a:lvl4pPr>
            <a:lvl5pPr marL="1916113" indent="-273050">
              <a:buClr>
                <a:schemeClr val="accent2"/>
              </a:buClr>
              <a:buFont typeface="System Font Regular"/>
              <a:buChar char="–"/>
              <a:tabLst/>
              <a:defRPr sz="1400" b="0" i="0" cap="none" baseline="0">
                <a:solidFill>
                  <a:schemeClr val="bg1"/>
                </a:solidFill>
                <a:latin typeface="+mn-lt"/>
                <a:ea typeface="Red Hat Display" panose="02010303040201060303" pitchFamily="2"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19">
            <a:extLst>
              <a:ext uri="{FF2B5EF4-FFF2-40B4-BE49-F238E27FC236}">
                <a16:creationId xmlns:a16="http://schemas.microsoft.com/office/drawing/2014/main" id="{C5DD25EB-34A0-B14D-84FF-223EDE63C13B}"/>
              </a:ext>
            </a:extLst>
          </p:cNvPr>
          <p:cNvSpPr>
            <a:spLocks noGrp="1"/>
          </p:cNvSpPr>
          <p:nvPr>
            <p:ph type="pic" sz="quarter" idx="13"/>
          </p:nvPr>
        </p:nvSpPr>
        <p:spPr>
          <a:xfrm>
            <a:off x="6097166" y="1"/>
            <a:ext cx="6094834" cy="6858000"/>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6" name="Picture Placeholder 8">
            <a:extLst>
              <a:ext uri="{FF2B5EF4-FFF2-40B4-BE49-F238E27FC236}">
                <a16:creationId xmlns:a16="http://schemas.microsoft.com/office/drawing/2014/main" id="{331B168F-210D-72D6-FA41-1738AB7BF096}"/>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4176958991"/>
      </p:ext>
    </p:extLst>
  </p:cSld>
  <p:clrMapOvr>
    <a:masterClrMapping/>
  </p:clrMapOvr>
  <p:transition spd="slow">
    <p:wipe dir="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Light_copy_1/2_Vert_Image_V1">
    <p:bg>
      <p:bgPr>
        <a:solidFill>
          <a:schemeClr val="bg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FFD43DD4-1FE9-E560-2FF4-48A0A4E1ED40}"/>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Slide Number Placeholder 5">
            <a:extLst>
              <a:ext uri="{FF2B5EF4-FFF2-40B4-BE49-F238E27FC236}">
                <a16:creationId xmlns:a16="http://schemas.microsoft.com/office/drawing/2014/main" id="{97AFE093-97CE-9C2A-DD3C-BF5BD49509F8}"/>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mn-lt"/>
              </a:defRPr>
            </a:lvl1pPr>
          </a:lstStyle>
          <a:p>
            <a:fld id="{73490A59-D3E2-A64D-A2FA-D689A8266F0F}" type="slidenum">
              <a:rPr lang="en-US" smtClean="0"/>
              <a:pPr/>
              <a:t>‹#›</a:t>
            </a:fld>
            <a:endParaRPr lang="en-US" dirty="0"/>
          </a:p>
        </p:txBody>
      </p:sp>
      <p:sp>
        <p:nvSpPr>
          <p:cNvPr id="22" name="Text Placeholder 4">
            <a:extLst>
              <a:ext uri="{FF2B5EF4-FFF2-40B4-BE49-F238E27FC236}">
                <a16:creationId xmlns:a16="http://schemas.microsoft.com/office/drawing/2014/main" id="{9FE270A3-30F0-3903-3DD7-DBCFF827EC0D}"/>
              </a:ext>
            </a:extLst>
          </p:cNvPr>
          <p:cNvSpPr>
            <a:spLocks noGrp="1"/>
          </p:cNvSpPr>
          <p:nvPr>
            <p:ph type="body" sz="quarter" idx="10" hasCustomPrompt="1"/>
          </p:nvPr>
        </p:nvSpPr>
        <p:spPr>
          <a:xfrm>
            <a:off x="661976" y="525188"/>
            <a:ext cx="4786846"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23" name="Text Placeholder 4">
            <a:extLst>
              <a:ext uri="{FF2B5EF4-FFF2-40B4-BE49-F238E27FC236}">
                <a16:creationId xmlns:a16="http://schemas.microsoft.com/office/drawing/2014/main" id="{54CD56DA-6E1A-2D0B-F710-7742AC5E360A}"/>
              </a:ext>
            </a:extLst>
          </p:cNvPr>
          <p:cNvSpPr>
            <a:spLocks noGrp="1"/>
          </p:cNvSpPr>
          <p:nvPr>
            <p:ph type="body" sz="quarter" idx="11" hasCustomPrompt="1"/>
          </p:nvPr>
        </p:nvSpPr>
        <p:spPr>
          <a:xfrm>
            <a:off x="661976" y="903702"/>
            <a:ext cx="4786846"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3" name="Text Placeholder 4">
            <a:extLst>
              <a:ext uri="{FF2B5EF4-FFF2-40B4-BE49-F238E27FC236}">
                <a16:creationId xmlns:a16="http://schemas.microsoft.com/office/drawing/2014/main" id="{0FB218BA-38D3-AFB1-3343-54FB34A2736C}"/>
              </a:ext>
            </a:extLst>
          </p:cNvPr>
          <p:cNvSpPr>
            <a:spLocks noGrp="1"/>
          </p:cNvSpPr>
          <p:nvPr>
            <p:ph type="body" sz="quarter" idx="14"/>
          </p:nvPr>
        </p:nvSpPr>
        <p:spPr>
          <a:xfrm>
            <a:off x="647387" y="2048646"/>
            <a:ext cx="4801435" cy="4068375"/>
          </a:xfrm>
        </p:spPr>
        <p:txBody>
          <a:bodyPr wrap="square" lIns="0" tIns="0" rIns="0" bIns="0">
            <a:noAutofit/>
          </a:bodyPr>
          <a:lstStyle>
            <a:lvl1pPr marL="285750" indent="-285750">
              <a:buClr>
                <a:schemeClr val="accent2"/>
              </a:buClr>
              <a:buFont typeface="System Font Regular"/>
              <a:buChar char="&gt;"/>
              <a:defRPr sz="2300" b="0" i="0" cap="none" baseline="0">
                <a:solidFill>
                  <a:schemeClr val="tx1"/>
                </a:solidFill>
                <a:latin typeface="+mn-lt"/>
                <a:ea typeface="Red Hat Display" panose="02010303040201060303" pitchFamily="2" charset="0"/>
                <a:cs typeface="Arial" panose="020B0604020202020204" pitchFamily="34" charset="0"/>
              </a:defRPr>
            </a:lvl1pPr>
            <a:lvl2pPr marL="628650" indent="-285750">
              <a:buClr>
                <a:schemeClr val="accent2"/>
              </a:buClr>
              <a:buFont typeface="Arial" panose="020B0604020202020204" pitchFamily="34" charset="0"/>
              <a:buChar char="•"/>
              <a:defRPr sz="2000" b="0" i="0" cap="none" baseline="0">
                <a:solidFill>
                  <a:schemeClr val="tx1"/>
                </a:solidFill>
                <a:latin typeface="+mn-lt"/>
                <a:ea typeface="Red Hat Display" panose="02010303040201060303" pitchFamily="2" charset="0"/>
                <a:cs typeface="Arial" panose="020B0604020202020204" pitchFamily="34" charset="0"/>
              </a:defRPr>
            </a:lvl2pPr>
            <a:lvl3pPr marL="1069975" indent="-384175">
              <a:buClr>
                <a:schemeClr val="accent2"/>
              </a:buClr>
              <a:buFont typeface="System Font Regular"/>
              <a:buChar char="–"/>
              <a:tabLst/>
              <a:defRPr sz="1800" b="0" i="0" cap="none" baseline="0">
                <a:solidFill>
                  <a:schemeClr val="tx1"/>
                </a:solidFill>
                <a:latin typeface="+mn-lt"/>
                <a:ea typeface="Red Hat Display" panose="02010303040201060303" pitchFamily="2" charset="0"/>
                <a:cs typeface="Arial" panose="020B0604020202020204" pitchFamily="34" charset="0"/>
              </a:defRPr>
            </a:lvl3pPr>
            <a:lvl4pPr marL="1430338" indent="-285750">
              <a:buClr>
                <a:schemeClr val="accent2"/>
              </a:buClr>
              <a:buFont typeface="System Font Regular"/>
              <a:buChar char="–"/>
              <a:tabLst/>
              <a:defRPr sz="1600" b="0" i="0" cap="none" baseline="0">
                <a:solidFill>
                  <a:schemeClr val="tx1"/>
                </a:solidFill>
                <a:latin typeface="+mn-lt"/>
                <a:ea typeface="Red Hat Display" panose="02010303040201060303" pitchFamily="2" charset="0"/>
                <a:cs typeface="Arial" panose="020B0604020202020204" pitchFamily="34" charset="0"/>
              </a:defRPr>
            </a:lvl4pPr>
            <a:lvl5pPr marL="1916113" indent="-273050">
              <a:buClr>
                <a:schemeClr val="accent2"/>
              </a:buClr>
              <a:buFont typeface="System Font Regular"/>
              <a:buChar char="–"/>
              <a:tabLst/>
              <a:defRPr sz="1400" b="0" i="0" cap="none" baseline="0">
                <a:solidFill>
                  <a:schemeClr val="tx1"/>
                </a:solidFill>
                <a:latin typeface="+mn-lt"/>
                <a:ea typeface="Red Hat Display" panose="02010303040201060303" pitchFamily="2"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19">
            <a:extLst>
              <a:ext uri="{FF2B5EF4-FFF2-40B4-BE49-F238E27FC236}">
                <a16:creationId xmlns:a16="http://schemas.microsoft.com/office/drawing/2014/main" id="{B7A95C2F-2D25-9823-773B-420AB468A430}"/>
              </a:ext>
            </a:extLst>
          </p:cNvPr>
          <p:cNvSpPr>
            <a:spLocks noGrp="1"/>
          </p:cNvSpPr>
          <p:nvPr>
            <p:ph type="pic" sz="quarter" idx="13"/>
          </p:nvPr>
        </p:nvSpPr>
        <p:spPr>
          <a:xfrm>
            <a:off x="6097166" y="1"/>
            <a:ext cx="6094834" cy="6858000"/>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6" name="Picture Placeholder 8">
            <a:extLst>
              <a:ext uri="{FF2B5EF4-FFF2-40B4-BE49-F238E27FC236}">
                <a16:creationId xmlns:a16="http://schemas.microsoft.com/office/drawing/2014/main" id="{021C0ACE-C6AC-B469-AE29-248E9C7C4366}"/>
              </a:ext>
            </a:extLst>
          </p:cNvPr>
          <p:cNvSpPr>
            <a:spLocks noGrp="1"/>
          </p:cNvSpPr>
          <p:nvPr>
            <p:ph type="pic" sz="quarter" idx="21"/>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3072166221"/>
      </p:ext>
    </p:extLst>
  </p:cSld>
  <p:clrMapOvr>
    <a:masterClrMapping/>
  </p:clrMapOvr>
  <p:transition spd="slow">
    <p:wipe dir="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Light_copy_1/2_Vert_Image_V2">
    <p:bg>
      <p:bgPr>
        <a:solidFill>
          <a:schemeClr val="bg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FFD43DD4-1FE9-E560-2FF4-48A0A4E1ED40}"/>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Slide Number Placeholder 5">
            <a:extLst>
              <a:ext uri="{FF2B5EF4-FFF2-40B4-BE49-F238E27FC236}">
                <a16:creationId xmlns:a16="http://schemas.microsoft.com/office/drawing/2014/main" id="{97AFE093-97CE-9C2A-DD3C-BF5BD49509F8}"/>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mn-lt"/>
              </a:defRPr>
            </a:lvl1pPr>
          </a:lstStyle>
          <a:p>
            <a:fld id="{73490A59-D3E2-A64D-A2FA-D689A8266F0F}" type="slidenum">
              <a:rPr lang="en-US" smtClean="0"/>
              <a:pPr/>
              <a:t>‹#›</a:t>
            </a:fld>
            <a:endParaRPr lang="en-US" dirty="0"/>
          </a:p>
        </p:txBody>
      </p:sp>
      <p:sp>
        <p:nvSpPr>
          <p:cNvPr id="22" name="Text Placeholder 4">
            <a:extLst>
              <a:ext uri="{FF2B5EF4-FFF2-40B4-BE49-F238E27FC236}">
                <a16:creationId xmlns:a16="http://schemas.microsoft.com/office/drawing/2014/main" id="{9FE270A3-30F0-3903-3DD7-DBCFF827EC0D}"/>
              </a:ext>
            </a:extLst>
          </p:cNvPr>
          <p:cNvSpPr>
            <a:spLocks noGrp="1"/>
          </p:cNvSpPr>
          <p:nvPr>
            <p:ph type="body" sz="quarter" idx="10" hasCustomPrompt="1"/>
          </p:nvPr>
        </p:nvSpPr>
        <p:spPr>
          <a:xfrm>
            <a:off x="661976" y="525188"/>
            <a:ext cx="4786846"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23" name="Text Placeholder 4">
            <a:extLst>
              <a:ext uri="{FF2B5EF4-FFF2-40B4-BE49-F238E27FC236}">
                <a16:creationId xmlns:a16="http://schemas.microsoft.com/office/drawing/2014/main" id="{54CD56DA-6E1A-2D0B-F710-7742AC5E360A}"/>
              </a:ext>
            </a:extLst>
          </p:cNvPr>
          <p:cNvSpPr>
            <a:spLocks noGrp="1"/>
          </p:cNvSpPr>
          <p:nvPr>
            <p:ph type="body" sz="quarter" idx="11" hasCustomPrompt="1"/>
          </p:nvPr>
        </p:nvSpPr>
        <p:spPr>
          <a:xfrm>
            <a:off x="661976" y="903702"/>
            <a:ext cx="4786846"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2" name="Text Placeholder 4">
            <a:extLst>
              <a:ext uri="{FF2B5EF4-FFF2-40B4-BE49-F238E27FC236}">
                <a16:creationId xmlns:a16="http://schemas.microsoft.com/office/drawing/2014/main" id="{00AA9931-D774-9F71-168B-01C3D5D3FE8D}"/>
              </a:ext>
            </a:extLst>
          </p:cNvPr>
          <p:cNvSpPr>
            <a:spLocks noGrp="1"/>
          </p:cNvSpPr>
          <p:nvPr>
            <p:ph type="body" sz="quarter" idx="14"/>
          </p:nvPr>
        </p:nvSpPr>
        <p:spPr>
          <a:xfrm>
            <a:off x="647387" y="2048646"/>
            <a:ext cx="4801435" cy="4068375"/>
          </a:xfrm>
        </p:spPr>
        <p:txBody>
          <a:bodyPr wrap="square" lIns="0" tIns="0" rIns="0" bIns="0">
            <a:noAutofit/>
          </a:bodyPr>
          <a:lstStyle>
            <a:lvl1pPr marL="285750" indent="-285750">
              <a:buClr>
                <a:schemeClr val="accent2"/>
              </a:buClr>
              <a:buFont typeface="System Font Regular"/>
              <a:buChar char="&gt;"/>
              <a:defRPr sz="2300" b="0" i="0" cap="none" baseline="0">
                <a:solidFill>
                  <a:schemeClr val="tx1"/>
                </a:solidFill>
                <a:latin typeface="+mn-lt"/>
                <a:ea typeface="Red Hat Display" panose="02010303040201060303" pitchFamily="2" charset="0"/>
                <a:cs typeface="Arial" panose="020B0604020202020204" pitchFamily="34" charset="0"/>
              </a:defRPr>
            </a:lvl1pPr>
            <a:lvl2pPr marL="628650" indent="-285750">
              <a:buClr>
                <a:schemeClr val="accent2"/>
              </a:buClr>
              <a:buFont typeface="Arial" panose="020B0604020202020204" pitchFamily="34" charset="0"/>
              <a:buChar char="•"/>
              <a:defRPr sz="2000" b="0" i="0" cap="none" baseline="0">
                <a:solidFill>
                  <a:schemeClr val="tx1"/>
                </a:solidFill>
                <a:latin typeface="+mn-lt"/>
                <a:ea typeface="Red Hat Display" panose="02010303040201060303" pitchFamily="2" charset="0"/>
                <a:cs typeface="Arial" panose="020B0604020202020204" pitchFamily="34" charset="0"/>
              </a:defRPr>
            </a:lvl2pPr>
            <a:lvl3pPr marL="1069975" indent="-384175">
              <a:buClr>
                <a:schemeClr val="accent2"/>
              </a:buClr>
              <a:buFont typeface="System Font Regular"/>
              <a:buChar char="–"/>
              <a:tabLst/>
              <a:defRPr sz="1800" b="0" i="0" cap="none" baseline="0">
                <a:solidFill>
                  <a:schemeClr val="tx1"/>
                </a:solidFill>
                <a:latin typeface="+mn-lt"/>
                <a:ea typeface="Red Hat Display" panose="02010303040201060303" pitchFamily="2" charset="0"/>
                <a:cs typeface="Arial" panose="020B0604020202020204" pitchFamily="34" charset="0"/>
              </a:defRPr>
            </a:lvl3pPr>
            <a:lvl4pPr marL="1430338" indent="-285750">
              <a:buClr>
                <a:schemeClr val="accent2"/>
              </a:buClr>
              <a:buFont typeface="System Font Regular"/>
              <a:buChar char="–"/>
              <a:tabLst/>
              <a:defRPr sz="1600" b="0" i="0" cap="none" baseline="0">
                <a:solidFill>
                  <a:schemeClr val="tx1"/>
                </a:solidFill>
                <a:latin typeface="+mn-lt"/>
                <a:ea typeface="Red Hat Display" panose="02010303040201060303" pitchFamily="2" charset="0"/>
                <a:cs typeface="Arial" panose="020B0604020202020204" pitchFamily="34" charset="0"/>
              </a:defRPr>
            </a:lvl4pPr>
            <a:lvl5pPr marL="1916113" indent="-273050">
              <a:buClr>
                <a:schemeClr val="accent2"/>
              </a:buClr>
              <a:buFont typeface="System Font Regular"/>
              <a:buChar char="–"/>
              <a:tabLst/>
              <a:defRPr sz="1400" b="0" i="0" cap="none" baseline="0">
                <a:solidFill>
                  <a:schemeClr val="tx1"/>
                </a:solidFill>
                <a:latin typeface="+mn-lt"/>
                <a:ea typeface="Red Hat Display" panose="02010303040201060303" pitchFamily="2"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19">
            <a:extLst>
              <a:ext uri="{FF2B5EF4-FFF2-40B4-BE49-F238E27FC236}">
                <a16:creationId xmlns:a16="http://schemas.microsoft.com/office/drawing/2014/main" id="{10BD2FAD-C07C-1411-58FA-77DC954C71D4}"/>
              </a:ext>
            </a:extLst>
          </p:cNvPr>
          <p:cNvSpPr>
            <a:spLocks noGrp="1"/>
          </p:cNvSpPr>
          <p:nvPr>
            <p:ph type="pic" sz="quarter" idx="13"/>
          </p:nvPr>
        </p:nvSpPr>
        <p:spPr>
          <a:xfrm>
            <a:off x="6097166" y="1"/>
            <a:ext cx="6094834" cy="6858000"/>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6" name="Picture Placeholder 8">
            <a:extLst>
              <a:ext uri="{FF2B5EF4-FFF2-40B4-BE49-F238E27FC236}">
                <a16:creationId xmlns:a16="http://schemas.microsoft.com/office/drawing/2014/main" id="{3CDA2AA4-DF0B-BBD1-8014-C6F5A8015BD1}"/>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3999170675"/>
      </p:ext>
    </p:extLst>
  </p:cSld>
  <p:clrMapOvr>
    <a:masterClrMapping/>
  </p:clrMapOvr>
  <p:transition spd="slow">
    <p:wipe dir="r"/>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Dark_Table_1/2_Vert_Image_V1">
    <p:bg>
      <p:bgPr>
        <a:solidFill>
          <a:schemeClr val="tx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FFD43DD4-1FE9-E560-2FF4-48A0A4E1ED40}"/>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Slide Number Placeholder 5">
            <a:extLst>
              <a:ext uri="{FF2B5EF4-FFF2-40B4-BE49-F238E27FC236}">
                <a16:creationId xmlns:a16="http://schemas.microsoft.com/office/drawing/2014/main" id="{97AFE093-97CE-9C2A-DD3C-BF5BD49509F8}"/>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mn-lt"/>
              </a:defRPr>
            </a:lvl1pPr>
          </a:lstStyle>
          <a:p>
            <a:fld id="{73490A59-D3E2-A64D-A2FA-D689A8266F0F}" type="slidenum">
              <a:rPr lang="en-US" smtClean="0"/>
              <a:pPr/>
              <a:t>‹#›</a:t>
            </a:fld>
            <a:endParaRPr lang="en-US" dirty="0"/>
          </a:p>
        </p:txBody>
      </p:sp>
      <p:sp>
        <p:nvSpPr>
          <p:cNvPr id="22" name="Text Placeholder 4">
            <a:extLst>
              <a:ext uri="{FF2B5EF4-FFF2-40B4-BE49-F238E27FC236}">
                <a16:creationId xmlns:a16="http://schemas.microsoft.com/office/drawing/2014/main" id="{9FE270A3-30F0-3903-3DD7-DBCFF827EC0D}"/>
              </a:ext>
            </a:extLst>
          </p:cNvPr>
          <p:cNvSpPr>
            <a:spLocks noGrp="1"/>
          </p:cNvSpPr>
          <p:nvPr>
            <p:ph type="body" sz="quarter" idx="10" hasCustomPrompt="1"/>
          </p:nvPr>
        </p:nvSpPr>
        <p:spPr>
          <a:xfrm>
            <a:off x="661976" y="525188"/>
            <a:ext cx="4786846"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23" name="Text Placeholder 4">
            <a:extLst>
              <a:ext uri="{FF2B5EF4-FFF2-40B4-BE49-F238E27FC236}">
                <a16:creationId xmlns:a16="http://schemas.microsoft.com/office/drawing/2014/main" id="{54CD56DA-6E1A-2D0B-F710-7742AC5E360A}"/>
              </a:ext>
            </a:extLst>
          </p:cNvPr>
          <p:cNvSpPr>
            <a:spLocks noGrp="1"/>
          </p:cNvSpPr>
          <p:nvPr>
            <p:ph type="body" sz="quarter" idx="11" hasCustomPrompt="1"/>
          </p:nvPr>
        </p:nvSpPr>
        <p:spPr>
          <a:xfrm>
            <a:off x="661976" y="903702"/>
            <a:ext cx="4786846"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4" name="Table Placeholder 2">
            <a:extLst>
              <a:ext uri="{FF2B5EF4-FFF2-40B4-BE49-F238E27FC236}">
                <a16:creationId xmlns:a16="http://schemas.microsoft.com/office/drawing/2014/main" id="{99DFA6BD-B315-B16D-9021-158288EDAAE4}"/>
              </a:ext>
            </a:extLst>
          </p:cNvPr>
          <p:cNvSpPr>
            <a:spLocks noGrp="1"/>
          </p:cNvSpPr>
          <p:nvPr>
            <p:ph type="tbl" sz="quarter" idx="16"/>
          </p:nvPr>
        </p:nvSpPr>
        <p:spPr>
          <a:xfrm>
            <a:off x="661975" y="2048646"/>
            <a:ext cx="4786847" cy="4059191"/>
          </a:xfrm>
        </p:spPr>
        <p:txBody>
          <a:bodyPr>
            <a:normAutofit/>
          </a:bodyPr>
          <a:lstStyle>
            <a:lvl1pPr marL="0" indent="0">
              <a:buNone/>
              <a:defRPr sz="1200">
                <a:solidFill>
                  <a:schemeClr val="bg1"/>
                </a:solidFill>
                <a:latin typeface="+mn-lt"/>
              </a:defRPr>
            </a:lvl1pPr>
          </a:lstStyle>
          <a:p>
            <a:r>
              <a:rPr lang="en-US"/>
              <a:t>Click icon to add table</a:t>
            </a:r>
            <a:endParaRPr lang="en-US" dirty="0"/>
          </a:p>
        </p:txBody>
      </p:sp>
      <p:sp>
        <p:nvSpPr>
          <p:cNvPr id="3" name="Text Placeholder 4">
            <a:extLst>
              <a:ext uri="{FF2B5EF4-FFF2-40B4-BE49-F238E27FC236}">
                <a16:creationId xmlns:a16="http://schemas.microsoft.com/office/drawing/2014/main" id="{DC25F393-2650-2764-8154-9B12DEC800C6}"/>
              </a:ext>
            </a:extLst>
          </p:cNvPr>
          <p:cNvSpPr>
            <a:spLocks noGrp="1"/>
          </p:cNvSpPr>
          <p:nvPr>
            <p:ph type="body" sz="quarter" idx="14" hasCustomPrompt="1"/>
          </p:nvPr>
        </p:nvSpPr>
        <p:spPr>
          <a:xfrm>
            <a:off x="669012" y="6459690"/>
            <a:ext cx="4797626" cy="124650"/>
          </a:xfrm>
        </p:spPr>
        <p:txBody>
          <a:bodyPr wrap="square" lIns="0" tIns="0" rIns="0" bIns="0">
            <a:spAutoFit/>
          </a:bodyPr>
          <a:lstStyle>
            <a:lvl1pPr marL="0" indent="0">
              <a:buClr>
                <a:schemeClr val="bg2"/>
              </a:buClr>
              <a:buFont typeface="System Font Regular"/>
              <a:buNone/>
              <a:defRPr sz="9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5" name="Picture Placeholder 19">
            <a:extLst>
              <a:ext uri="{FF2B5EF4-FFF2-40B4-BE49-F238E27FC236}">
                <a16:creationId xmlns:a16="http://schemas.microsoft.com/office/drawing/2014/main" id="{3EE0438D-FFC5-EFBD-64A3-C52AA15B804C}"/>
              </a:ext>
            </a:extLst>
          </p:cNvPr>
          <p:cNvSpPr>
            <a:spLocks noGrp="1"/>
          </p:cNvSpPr>
          <p:nvPr>
            <p:ph type="pic" sz="quarter" idx="13"/>
          </p:nvPr>
        </p:nvSpPr>
        <p:spPr>
          <a:xfrm>
            <a:off x="6097166" y="1"/>
            <a:ext cx="6094834" cy="6858000"/>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6F39CB60-A85B-6527-DB17-0A63F39743AA}"/>
              </a:ext>
            </a:extLst>
          </p:cNvPr>
          <p:cNvSpPr>
            <a:spLocks noGrp="1"/>
          </p:cNvSpPr>
          <p:nvPr>
            <p:ph type="pic" sz="quarter" idx="21"/>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2773283114"/>
      </p:ext>
    </p:extLst>
  </p:cSld>
  <p:clrMapOvr>
    <a:masterClrMapping/>
  </p:clrMapOvr>
  <p:transition spd="slow">
    <p:wipe dir="r"/>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Dark_Table_1/2_Vert_Image_V2">
    <p:bg>
      <p:bgPr>
        <a:solidFill>
          <a:schemeClr val="tx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FFD43DD4-1FE9-E560-2FF4-48A0A4E1ED40}"/>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Slide Number Placeholder 5">
            <a:extLst>
              <a:ext uri="{FF2B5EF4-FFF2-40B4-BE49-F238E27FC236}">
                <a16:creationId xmlns:a16="http://schemas.microsoft.com/office/drawing/2014/main" id="{97AFE093-97CE-9C2A-DD3C-BF5BD49509F8}"/>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mn-lt"/>
              </a:defRPr>
            </a:lvl1pPr>
          </a:lstStyle>
          <a:p>
            <a:fld id="{73490A59-D3E2-A64D-A2FA-D689A8266F0F}" type="slidenum">
              <a:rPr lang="en-US" smtClean="0"/>
              <a:pPr/>
              <a:t>‹#›</a:t>
            </a:fld>
            <a:endParaRPr lang="en-US" dirty="0"/>
          </a:p>
        </p:txBody>
      </p:sp>
      <p:sp>
        <p:nvSpPr>
          <p:cNvPr id="22" name="Text Placeholder 4">
            <a:extLst>
              <a:ext uri="{FF2B5EF4-FFF2-40B4-BE49-F238E27FC236}">
                <a16:creationId xmlns:a16="http://schemas.microsoft.com/office/drawing/2014/main" id="{9FE270A3-30F0-3903-3DD7-DBCFF827EC0D}"/>
              </a:ext>
            </a:extLst>
          </p:cNvPr>
          <p:cNvSpPr>
            <a:spLocks noGrp="1"/>
          </p:cNvSpPr>
          <p:nvPr>
            <p:ph type="body" sz="quarter" idx="10" hasCustomPrompt="1"/>
          </p:nvPr>
        </p:nvSpPr>
        <p:spPr>
          <a:xfrm>
            <a:off x="661976" y="525188"/>
            <a:ext cx="4786846"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23" name="Text Placeholder 4">
            <a:extLst>
              <a:ext uri="{FF2B5EF4-FFF2-40B4-BE49-F238E27FC236}">
                <a16:creationId xmlns:a16="http://schemas.microsoft.com/office/drawing/2014/main" id="{54CD56DA-6E1A-2D0B-F710-7742AC5E360A}"/>
              </a:ext>
            </a:extLst>
          </p:cNvPr>
          <p:cNvSpPr>
            <a:spLocks noGrp="1"/>
          </p:cNvSpPr>
          <p:nvPr>
            <p:ph type="body" sz="quarter" idx="11" hasCustomPrompt="1"/>
          </p:nvPr>
        </p:nvSpPr>
        <p:spPr>
          <a:xfrm>
            <a:off x="661976" y="903702"/>
            <a:ext cx="4786846"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3" name="Table Placeholder 2">
            <a:extLst>
              <a:ext uri="{FF2B5EF4-FFF2-40B4-BE49-F238E27FC236}">
                <a16:creationId xmlns:a16="http://schemas.microsoft.com/office/drawing/2014/main" id="{F902D9D6-1FBB-B30E-0210-18B72FFD701E}"/>
              </a:ext>
            </a:extLst>
          </p:cNvPr>
          <p:cNvSpPr>
            <a:spLocks noGrp="1"/>
          </p:cNvSpPr>
          <p:nvPr>
            <p:ph type="tbl" sz="quarter" idx="16"/>
          </p:nvPr>
        </p:nvSpPr>
        <p:spPr>
          <a:xfrm>
            <a:off x="661975" y="2048646"/>
            <a:ext cx="4786847" cy="4112457"/>
          </a:xfrm>
        </p:spPr>
        <p:txBody>
          <a:bodyPr>
            <a:normAutofit/>
          </a:bodyPr>
          <a:lstStyle>
            <a:lvl1pPr marL="0" indent="0">
              <a:buNone/>
              <a:defRPr sz="1200">
                <a:solidFill>
                  <a:schemeClr val="bg1"/>
                </a:solidFill>
                <a:latin typeface="+mn-lt"/>
              </a:defRPr>
            </a:lvl1pPr>
          </a:lstStyle>
          <a:p>
            <a:r>
              <a:rPr lang="en-US"/>
              <a:t>Click icon to add table</a:t>
            </a:r>
            <a:endParaRPr lang="en-US" dirty="0"/>
          </a:p>
        </p:txBody>
      </p:sp>
      <p:sp>
        <p:nvSpPr>
          <p:cNvPr id="6" name="Text Placeholder 4">
            <a:extLst>
              <a:ext uri="{FF2B5EF4-FFF2-40B4-BE49-F238E27FC236}">
                <a16:creationId xmlns:a16="http://schemas.microsoft.com/office/drawing/2014/main" id="{0A5703ED-B8CD-26DA-C03E-6077632B7F17}"/>
              </a:ext>
            </a:extLst>
          </p:cNvPr>
          <p:cNvSpPr>
            <a:spLocks noGrp="1"/>
          </p:cNvSpPr>
          <p:nvPr>
            <p:ph type="body" sz="quarter" idx="14" hasCustomPrompt="1"/>
          </p:nvPr>
        </p:nvSpPr>
        <p:spPr>
          <a:xfrm>
            <a:off x="669012" y="6459690"/>
            <a:ext cx="4797626" cy="124650"/>
          </a:xfrm>
        </p:spPr>
        <p:txBody>
          <a:bodyPr wrap="square" lIns="0" tIns="0" rIns="0" bIns="0">
            <a:spAutoFit/>
          </a:bodyPr>
          <a:lstStyle>
            <a:lvl1pPr marL="0" indent="0">
              <a:buClr>
                <a:schemeClr val="bg2"/>
              </a:buClr>
              <a:buFont typeface="System Font Regular"/>
              <a:buNone/>
              <a:defRPr sz="9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2" name="Picture Placeholder 19">
            <a:extLst>
              <a:ext uri="{FF2B5EF4-FFF2-40B4-BE49-F238E27FC236}">
                <a16:creationId xmlns:a16="http://schemas.microsoft.com/office/drawing/2014/main" id="{FDEF4D9D-0E1A-7BD3-4F8B-8131E7CEBF96}"/>
              </a:ext>
            </a:extLst>
          </p:cNvPr>
          <p:cNvSpPr>
            <a:spLocks noGrp="1"/>
          </p:cNvSpPr>
          <p:nvPr>
            <p:ph type="pic" sz="quarter" idx="13"/>
          </p:nvPr>
        </p:nvSpPr>
        <p:spPr>
          <a:xfrm>
            <a:off x="6097166" y="1"/>
            <a:ext cx="6094834" cy="6858000"/>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B290416A-6F44-7146-5171-9ECAB3B3AD76}"/>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141611011"/>
      </p:ext>
    </p:extLst>
  </p:cSld>
  <p:clrMapOvr>
    <a:masterClrMapping/>
  </p:clrMapOvr>
  <p:transition spd="slow">
    <p:wipe dir="r"/>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Light_Table_1/2_Vert_Image_V1">
    <p:bg>
      <p:bgPr>
        <a:solidFill>
          <a:schemeClr val="bg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FFD43DD4-1FE9-E560-2FF4-48A0A4E1ED40}"/>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Slide Number Placeholder 5">
            <a:extLst>
              <a:ext uri="{FF2B5EF4-FFF2-40B4-BE49-F238E27FC236}">
                <a16:creationId xmlns:a16="http://schemas.microsoft.com/office/drawing/2014/main" id="{97AFE093-97CE-9C2A-DD3C-BF5BD49509F8}"/>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mn-lt"/>
              </a:defRPr>
            </a:lvl1pPr>
          </a:lstStyle>
          <a:p>
            <a:fld id="{73490A59-D3E2-A64D-A2FA-D689A8266F0F}" type="slidenum">
              <a:rPr lang="en-US" smtClean="0"/>
              <a:pPr/>
              <a:t>‹#›</a:t>
            </a:fld>
            <a:endParaRPr lang="en-US" dirty="0"/>
          </a:p>
        </p:txBody>
      </p:sp>
      <p:sp>
        <p:nvSpPr>
          <p:cNvPr id="22" name="Text Placeholder 4">
            <a:extLst>
              <a:ext uri="{FF2B5EF4-FFF2-40B4-BE49-F238E27FC236}">
                <a16:creationId xmlns:a16="http://schemas.microsoft.com/office/drawing/2014/main" id="{9FE270A3-30F0-3903-3DD7-DBCFF827EC0D}"/>
              </a:ext>
            </a:extLst>
          </p:cNvPr>
          <p:cNvSpPr>
            <a:spLocks noGrp="1"/>
          </p:cNvSpPr>
          <p:nvPr>
            <p:ph type="body" sz="quarter" idx="10" hasCustomPrompt="1"/>
          </p:nvPr>
        </p:nvSpPr>
        <p:spPr>
          <a:xfrm>
            <a:off x="661976" y="525188"/>
            <a:ext cx="4786846"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23" name="Text Placeholder 4">
            <a:extLst>
              <a:ext uri="{FF2B5EF4-FFF2-40B4-BE49-F238E27FC236}">
                <a16:creationId xmlns:a16="http://schemas.microsoft.com/office/drawing/2014/main" id="{54CD56DA-6E1A-2D0B-F710-7742AC5E360A}"/>
              </a:ext>
            </a:extLst>
          </p:cNvPr>
          <p:cNvSpPr>
            <a:spLocks noGrp="1"/>
          </p:cNvSpPr>
          <p:nvPr>
            <p:ph type="body" sz="quarter" idx="11" hasCustomPrompt="1"/>
          </p:nvPr>
        </p:nvSpPr>
        <p:spPr>
          <a:xfrm>
            <a:off x="661976" y="903702"/>
            <a:ext cx="4786846"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2" name="Table Placeholder 2">
            <a:extLst>
              <a:ext uri="{FF2B5EF4-FFF2-40B4-BE49-F238E27FC236}">
                <a16:creationId xmlns:a16="http://schemas.microsoft.com/office/drawing/2014/main" id="{0D291D22-762F-8FB1-DC26-19296B24BB04}"/>
              </a:ext>
            </a:extLst>
          </p:cNvPr>
          <p:cNvSpPr>
            <a:spLocks noGrp="1"/>
          </p:cNvSpPr>
          <p:nvPr>
            <p:ph type="tbl" sz="quarter" idx="16"/>
          </p:nvPr>
        </p:nvSpPr>
        <p:spPr>
          <a:xfrm>
            <a:off x="661975" y="2048646"/>
            <a:ext cx="4786847" cy="4156845"/>
          </a:xfrm>
        </p:spPr>
        <p:txBody>
          <a:bodyPr>
            <a:normAutofit/>
          </a:bodyPr>
          <a:lstStyle>
            <a:lvl1pPr marL="0" indent="0">
              <a:buNone/>
              <a:defRPr sz="1200">
                <a:solidFill>
                  <a:schemeClr val="tx1"/>
                </a:solidFill>
                <a:latin typeface="+mn-lt"/>
              </a:defRPr>
            </a:lvl1pPr>
          </a:lstStyle>
          <a:p>
            <a:r>
              <a:rPr lang="en-US"/>
              <a:t>Click icon to add table</a:t>
            </a:r>
            <a:endParaRPr lang="en-US" dirty="0"/>
          </a:p>
        </p:txBody>
      </p:sp>
      <p:sp>
        <p:nvSpPr>
          <p:cNvPr id="6" name="Text Placeholder 4">
            <a:extLst>
              <a:ext uri="{FF2B5EF4-FFF2-40B4-BE49-F238E27FC236}">
                <a16:creationId xmlns:a16="http://schemas.microsoft.com/office/drawing/2014/main" id="{E38982C5-1A4D-C2B6-A910-D04896AB16C0}"/>
              </a:ext>
            </a:extLst>
          </p:cNvPr>
          <p:cNvSpPr>
            <a:spLocks noGrp="1"/>
          </p:cNvSpPr>
          <p:nvPr>
            <p:ph type="body" sz="quarter" idx="14" hasCustomPrompt="1"/>
          </p:nvPr>
        </p:nvSpPr>
        <p:spPr>
          <a:xfrm>
            <a:off x="669012" y="6459690"/>
            <a:ext cx="4797626" cy="124650"/>
          </a:xfrm>
        </p:spPr>
        <p:txBody>
          <a:bodyPr wrap="square" lIns="0" tIns="0" rIns="0" bIns="0">
            <a:spAutoFit/>
          </a:bodyPr>
          <a:lstStyle>
            <a:lvl1pPr marL="0" indent="0">
              <a:buClr>
                <a:schemeClr val="bg2"/>
              </a:buClr>
              <a:buFont typeface="System Font Regular"/>
              <a:buNone/>
              <a:defRPr sz="900" b="0" i="0" cap="none" baseline="0">
                <a:solidFill>
                  <a:schemeClr val="tx2"/>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3" name="Picture Placeholder 19">
            <a:extLst>
              <a:ext uri="{FF2B5EF4-FFF2-40B4-BE49-F238E27FC236}">
                <a16:creationId xmlns:a16="http://schemas.microsoft.com/office/drawing/2014/main" id="{B08D2374-F7BB-FF4E-AF37-244867BA99BF}"/>
              </a:ext>
            </a:extLst>
          </p:cNvPr>
          <p:cNvSpPr>
            <a:spLocks noGrp="1"/>
          </p:cNvSpPr>
          <p:nvPr>
            <p:ph type="pic" sz="quarter" idx="13"/>
          </p:nvPr>
        </p:nvSpPr>
        <p:spPr>
          <a:xfrm>
            <a:off x="6097166" y="1"/>
            <a:ext cx="6094834" cy="6858000"/>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82F42BE4-EC94-E71B-FA6D-58B32F65CD9C}"/>
              </a:ext>
            </a:extLst>
          </p:cNvPr>
          <p:cNvSpPr>
            <a:spLocks noGrp="1"/>
          </p:cNvSpPr>
          <p:nvPr>
            <p:ph type="pic" sz="quarter" idx="21"/>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2384652757"/>
      </p:ext>
    </p:extLst>
  </p:cSld>
  <p:clrMapOvr>
    <a:masterClrMapping/>
  </p:clrMapOvr>
  <p:transition spd="slow">
    <p:wipe dir="r"/>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Light_Table_1/2_Vert_Image_V2">
    <p:bg>
      <p:bgPr>
        <a:solidFill>
          <a:schemeClr val="bg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FFD43DD4-1FE9-E560-2FF4-48A0A4E1ED40}"/>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Slide Number Placeholder 5">
            <a:extLst>
              <a:ext uri="{FF2B5EF4-FFF2-40B4-BE49-F238E27FC236}">
                <a16:creationId xmlns:a16="http://schemas.microsoft.com/office/drawing/2014/main" id="{97AFE093-97CE-9C2A-DD3C-BF5BD49509F8}"/>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mn-lt"/>
              </a:defRPr>
            </a:lvl1pPr>
          </a:lstStyle>
          <a:p>
            <a:fld id="{73490A59-D3E2-A64D-A2FA-D689A8266F0F}" type="slidenum">
              <a:rPr lang="en-US" smtClean="0"/>
              <a:pPr/>
              <a:t>‹#›</a:t>
            </a:fld>
            <a:endParaRPr lang="en-US" dirty="0"/>
          </a:p>
        </p:txBody>
      </p:sp>
      <p:sp>
        <p:nvSpPr>
          <p:cNvPr id="22" name="Text Placeholder 4">
            <a:extLst>
              <a:ext uri="{FF2B5EF4-FFF2-40B4-BE49-F238E27FC236}">
                <a16:creationId xmlns:a16="http://schemas.microsoft.com/office/drawing/2014/main" id="{9FE270A3-30F0-3903-3DD7-DBCFF827EC0D}"/>
              </a:ext>
            </a:extLst>
          </p:cNvPr>
          <p:cNvSpPr>
            <a:spLocks noGrp="1"/>
          </p:cNvSpPr>
          <p:nvPr>
            <p:ph type="body" sz="quarter" idx="10" hasCustomPrompt="1"/>
          </p:nvPr>
        </p:nvSpPr>
        <p:spPr>
          <a:xfrm>
            <a:off x="661976" y="525188"/>
            <a:ext cx="4786846"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23" name="Text Placeholder 4">
            <a:extLst>
              <a:ext uri="{FF2B5EF4-FFF2-40B4-BE49-F238E27FC236}">
                <a16:creationId xmlns:a16="http://schemas.microsoft.com/office/drawing/2014/main" id="{54CD56DA-6E1A-2D0B-F710-7742AC5E360A}"/>
              </a:ext>
            </a:extLst>
          </p:cNvPr>
          <p:cNvSpPr>
            <a:spLocks noGrp="1"/>
          </p:cNvSpPr>
          <p:nvPr>
            <p:ph type="body" sz="quarter" idx="11" hasCustomPrompt="1"/>
          </p:nvPr>
        </p:nvSpPr>
        <p:spPr>
          <a:xfrm>
            <a:off x="661976" y="903702"/>
            <a:ext cx="4786846"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3" name="Table Placeholder 2">
            <a:extLst>
              <a:ext uri="{FF2B5EF4-FFF2-40B4-BE49-F238E27FC236}">
                <a16:creationId xmlns:a16="http://schemas.microsoft.com/office/drawing/2014/main" id="{77DFE879-7C55-48E8-E75C-F9936C8C4ED0}"/>
              </a:ext>
            </a:extLst>
          </p:cNvPr>
          <p:cNvSpPr>
            <a:spLocks noGrp="1"/>
          </p:cNvSpPr>
          <p:nvPr>
            <p:ph type="tbl" sz="quarter" idx="16"/>
          </p:nvPr>
        </p:nvSpPr>
        <p:spPr>
          <a:xfrm>
            <a:off x="661975" y="2048646"/>
            <a:ext cx="4786847" cy="4156845"/>
          </a:xfrm>
        </p:spPr>
        <p:txBody>
          <a:bodyPr>
            <a:normAutofit/>
          </a:bodyPr>
          <a:lstStyle>
            <a:lvl1pPr marL="0" indent="0">
              <a:buNone/>
              <a:defRPr sz="1200">
                <a:solidFill>
                  <a:schemeClr val="tx1"/>
                </a:solidFill>
                <a:latin typeface="+mn-lt"/>
              </a:defRPr>
            </a:lvl1pPr>
          </a:lstStyle>
          <a:p>
            <a:r>
              <a:rPr lang="en-US"/>
              <a:t>Click icon to add table</a:t>
            </a:r>
            <a:endParaRPr lang="en-US" dirty="0"/>
          </a:p>
        </p:txBody>
      </p:sp>
      <p:sp>
        <p:nvSpPr>
          <p:cNvPr id="6" name="Text Placeholder 4">
            <a:extLst>
              <a:ext uri="{FF2B5EF4-FFF2-40B4-BE49-F238E27FC236}">
                <a16:creationId xmlns:a16="http://schemas.microsoft.com/office/drawing/2014/main" id="{F45B19A6-7AC5-7563-3DBA-190742889AB4}"/>
              </a:ext>
            </a:extLst>
          </p:cNvPr>
          <p:cNvSpPr>
            <a:spLocks noGrp="1"/>
          </p:cNvSpPr>
          <p:nvPr>
            <p:ph type="body" sz="quarter" idx="14" hasCustomPrompt="1"/>
          </p:nvPr>
        </p:nvSpPr>
        <p:spPr>
          <a:xfrm>
            <a:off x="669012" y="6459690"/>
            <a:ext cx="4797626" cy="124650"/>
          </a:xfrm>
        </p:spPr>
        <p:txBody>
          <a:bodyPr wrap="square" lIns="0" tIns="0" rIns="0" bIns="0">
            <a:spAutoFit/>
          </a:bodyPr>
          <a:lstStyle>
            <a:lvl1pPr marL="0" indent="0">
              <a:buClr>
                <a:schemeClr val="bg2"/>
              </a:buClr>
              <a:buFont typeface="System Font Regular"/>
              <a:buNone/>
              <a:defRPr sz="900" b="0" i="0" cap="none" baseline="0">
                <a:solidFill>
                  <a:schemeClr val="tx2"/>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2" name="Picture Placeholder 19">
            <a:extLst>
              <a:ext uri="{FF2B5EF4-FFF2-40B4-BE49-F238E27FC236}">
                <a16:creationId xmlns:a16="http://schemas.microsoft.com/office/drawing/2014/main" id="{B4D6C59A-66F0-3882-DF94-B8945C55C3B4}"/>
              </a:ext>
            </a:extLst>
          </p:cNvPr>
          <p:cNvSpPr>
            <a:spLocks noGrp="1"/>
          </p:cNvSpPr>
          <p:nvPr>
            <p:ph type="pic" sz="quarter" idx="13"/>
          </p:nvPr>
        </p:nvSpPr>
        <p:spPr>
          <a:xfrm>
            <a:off x="6097166" y="1"/>
            <a:ext cx="6094834" cy="6858000"/>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B2D926F9-6181-D8A7-5EE7-1840CA5F0EF0}"/>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4288884206"/>
      </p:ext>
    </p:extLst>
  </p:cSld>
  <p:clrMapOvr>
    <a:masterClrMapping/>
  </p:clrMapOvr>
  <p:transition spd="slow">
    <p:wipe dir="r"/>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Dark_Chart_1/2_Vert_Image_V1">
    <p:bg>
      <p:bgPr>
        <a:solidFill>
          <a:schemeClr val="tx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FFD43DD4-1FE9-E560-2FF4-48A0A4E1ED40}"/>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Slide Number Placeholder 5">
            <a:extLst>
              <a:ext uri="{FF2B5EF4-FFF2-40B4-BE49-F238E27FC236}">
                <a16:creationId xmlns:a16="http://schemas.microsoft.com/office/drawing/2014/main" id="{97AFE093-97CE-9C2A-DD3C-BF5BD49509F8}"/>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mn-lt"/>
              </a:defRPr>
            </a:lvl1pPr>
          </a:lstStyle>
          <a:p>
            <a:fld id="{73490A59-D3E2-A64D-A2FA-D689A8266F0F}" type="slidenum">
              <a:rPr lang="en-US" smtClean="0"/>
              <a:pPr/>
              <a:t>‹#›</a:t>
            </a:fld>
            <a:endParaRPr lang="en-US" dirty="0"/>
          </a:p>
        </p:txBody>
      </p:sp>
      <p:sp>
        <p:nvSpPr>
          <p:cNvPr id="22" name="Text Placeholder 4">
            <a:extLst>
              <a:ext uri="{FF2B5EF4-FFF2-40B4-BE49-F238E27FC236}">
                <a16:creationId xmlns:a16="http://schemas.microsoft.com/office/drawing/2014/main" id="{9FE270A3-30F0-3903-3DD7-DBCFF827EC0D}"/>
              </a:ext>
            </a:extLst>
          </p:cNvPr>
          <p:cNvSpPr>
            <a:spLocks noGrp="1"/>
          </p:cNvSpPr>
          <p:nvPr>
            <p:ph type="body" sz="quarter" idx="10" hasCustomPrompt="1"/>
          </p:nvPr>
        </p:nvSpPr>
        <p:spPr>
          <a:xfrm>
            <a:off x="661976" y="525188"/>
            <a:ext cx="4786846"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23" name="Text Placeholder 4">
            <a:extLst>
              <a:ext uri="{FF2B5EF4-FFF2-40B4-BE49-F238E27FC236}">
                <a16:creationId xmlns:a16="http://schemas.microsoft.com/office/drawing/2014/main" id="{54CD56DA-6E1A-2D0B-F710-7742AC5E360A}"/>
              </a:ext>
            </a:extLst>
          </p:cNvPr>
          <p:cNvSpPr>
            <a:spLocks noGrp="1"/>
          </p:cNvSpPr>
          <p:nvPr>
            <p:ph type="body" sz="quarter" idx="11" hasCustomPrompt="1"/>
          </p:nvPr>
        </p:nvSpPr>
        <p:spPr>
          <a:xfrm>
            <a:off x="661976" y="903702"/>
            <a:ext cx="4786846"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3" name="Chart Placeholder 3">
            <a:extLst>
              <a:ext uri="{FF2B5EF4-FFF2-40B4-BE49-F238E27FC236}">
                <a16:creationId xmlns:a16="http://schemas.microsoft.com/office/drawing/2014/main" id="{3BD7D96A-508E-8588-0B57-61F263953A8A}"/>
              </a:ext>
            </a:extLst>
          </p:cNvPr>
          <p:cNvSpPr>
            <a:spLocks noGrp="1"/>
          </p:cNvSpPr>
          <p:nvPr>
            <p:ph type="chart" sz="quarter" idx="17"/>
          </p:nvPr>
        </p:nvSpPr>
        <p:spPr>
          <a:xfrm>
            <a:off x="661976" y="2050943"/>
            <a:ext cx="4786845" cy="4154547"/>
          </a:xfrm>
        </p:spPr>
        <p:txBody>
          <a:bodyPr>
            <a:normAutofit/>
          </a:bodyPr>
          <a:lstStyle>
            <a:lvl1pPr marL="0" indent="0">
              <a:buNone/>
              <a:defRPr sz="1200" b="0" i="0">
                <a:solidFill>
                  <a:schemeClr val="bg1"/>
                </a:solidFill>
                <a:latin typeface="+mn-lt"/>
                <a:ea typeface="Red Hat Display" panose="02010303040201060303" pitchFamily="2" charset="0"/>
                <a:cs typeface="Arial" panose="020B0604020202020204" pitchFamily="34" charset="0"/>
              </a:defRPr>
            </a:lvl1pPr>
          </a:lstStyle>
          <a:p>
            <a:r>
              <a:rPr lang="en-US"/>
              <a:t>Click icon to add chart</a:t>
            </a:r>
            <a:endParaRPr lang="en-US" dirty="0"/>
          </a:p>
        </p:txBody>
      </p:sp>
      <p:sp>
        <p:nvSpPr>
          <p:cNvPr id="6" name="Text Placeholder 4">
            <a:extLst>
              <a:ext uri="{FF2B5EF4-FFF2-40B4-BE49-F238E27FC236}">
                <a16:creationId xmlns:a16="http://schemas.microsoft.com/office/drawing/2014/main" id="{0923F623-9BDC-FD61-035F-D18CF81FF1E4}"/>
              </a:ext>
            </a:extLst>
          </p:cNvPr>
          <p:cNvSpPr>
            <a:spLocks noGrp="1"/>
          </p:cNvSpPr>
          <p:nvPr>
            <p:ph type="body" sz="quarter" idx="14" hasCustomPrompt="1"/>
          </p:nvPr>
        </p:nvSpPr>
        <p:spPr>
          <a:xfrm>
            <a:off x="669012" y="6459690"/>
            <a:ext cx="4797626" cy="124650"/>
          </a:xfrm>
        </p:spPr>
        <p:txBody>
          <a:bodyPr wrap="square" lIns="0" tIns="0" rIns="0" bIns="0">
            <a:spAutoFit/>
          </a:bodyPr>
          <a:lstStyle>
            <a:lvl1pPr marL="0" indent="0">
              <a:buClr>
                <a:schemeClr val="bg2"/>
              </a:buClr>
              <a:buFont typeface="System Font Regular"/>
              <a:buNone/>
              <a:defRPr sz="9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4" name="Picture Placeholder 19">
            <a:extLst>
              <a:ext uri="{FF2B5EF4-FFF2-40B4-BE49-F238E27FC236}">
                <a16:creationId xmlns:a16="http://schemas.microsoft.com/office/drawing/2014/main" id="{86D36838-1AD6-C7BE-CB40-1D236C67C6F9}"/>
              </a:ext>
            </a:extLst>
          </p:cNvPr>
          <p:cNvSpPr>
            <a:spLocks noGrp="1"/>
          </p:cNvSpPr>
          <p:nvPr>
            <p:ph type="pic" sz="quarter" idx="13"/>
          </p:nvPr>
        </p:nvSpPr>
        <p:spPr>
          <a:xfrm>
            <a:off x="6097166" y="1"/>
            <a:ext cx="6094834" cy="6858000"/>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55C142CA-5AE1-93AE-98E0-55105B8C6BBF}"/>
              </a:ext>
            </a:extLst>
          </p:cNvPr>
          <p:cNvSpPr>
            <a:spLocks noGrp="1"/>
          </p:cNvSpPr>
          <p:nvPr>
            <p:ph type="pic" sz="quarter" idx="21"/>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1667204102"/>
      </p:ext>
    </p:extLst>
  </p:cSld>
  <p:clrMapOvr>
    <a:masterClrMapping/>
  </p:clrMapOvr>
  <p:transition spd="slow">
    <p:wipe dir="r"/>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Dark_Chart_1/2_Vert_Image_V2">
    <p:bg>
      <p:bgPr>
        <a:solidFill>
          <a:schemeClr val="tx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FFD43DD4-1FE9-E560-2FF4-48A0A4E1ED40}"/>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Slide Number Placeholder 5">
            <a:extLst>
              <a:ext uri="{FF2B5EF4-FFF2-40B4-BE49-F238E27FC236}">
                <a16:creationId xmlns:a16="http://schemas.microsoft.com/office/drawing/2014/main" id="{97AFE093-97CE-9C2A-DD3C-BF5BD49509F8}"/>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mn-lt"/>
              </a:defRPr>
            </a:lvl1pPr>
          </a:lstStyle>
          <a:p>
            <a:fld id="{73490A59-D3E2-A64D-A2FA-D689A8266F0F}" type="slidenum">
              <a:rPr lang="en-US" smtClean="0"/>
              <a:pPr/>
              <a:t>‹#›</a:t>
            </a:fld>
            <a:endParaRPr lang="en-US" dirty="0"/>
          </a:p>
        </p:txBody>
      </p:sp>
      <p:sp>
        <p:nvSpPr>
          <p:cNvPr id="22" name="Text Placeholder 4">
            <a:extLst>
              <a:ext uri="{FF2B5EF4-FFF2-40B4-BE49-F238E27FC236}">
                <a16:creationId xmlns:a16="http://schemas.microsoft.com/office/drawing/2014/main" id="{9FE270A3-30F0-3903-3DD7-DBCFF827EC0D}"/>
              </a:ext>
            </a:extLst>
          </p:cNvPr>
          <p:cNvSpPr>
            <a:spLocks noGrp="1"/>
          </p:cNvSpPr>
          <p:nvPr>
            <p:ph type="body" sz="quarter" idx="10" hasCustomPrompt="1"/>
          </p:nvPr>
        </p:nvSpPr>
        <p:spPr>
          <a:xfrm>
            <a:off x="661976" y="525188"/>
            <a:ext cx="4786846" cy="348365"/>
          </a:xfrm>
        </p:spPr>
        <p:txBody>
          <a:bodyPr wrap="square" lIns="0" tIns="0" rIns="0" bIns="0">
            <a:spAutoFit/>
          </a:bodyPr>
          <a:lstStyle>
            <a:lvl1pPr marL="0" indent="0">
              <a:buNone/>
              <a:defRPr sz="2500" b="0" i="0" cap="all"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23" name="Text Placeholder 4">
            <a:extLst>
              <a:ext uri="{FF2B5EF4-FFF2-40B4-BE49-F238E27FC236}">
                <a16:creationId xmlns:a16="http://schemas.microsoft.com/office/drawing/2014/main" id="{54CD56DA-6E1A-2D0B-F710-7742AC5E360A}"/>
              </a:ext>
            </a:extLst>
          </p:cNvPr>
          <p:cNvSpPr>
            <a:spLocks noGrp="1"/>
          </p:cNvSpPr>
          <p:nvPr>
            <p:ph type="body" sz="quarter" idx="11" hasCustomPrompt="1"/>
          </p:nvPr>
        </p:nvSpPr>
        <p:spPr>
          <a:xfrm>
            <a:off x="661976" y="903702"/>
            <a:ext cx="4786846" cy="557397"/>
          </a:xfrm>
        </p:spPr>
        <p:txBody>
          <a:bodyPr wrap="square" lIns="0" tIns="0" rIns="0" bIns="0">
            <a:spAutoFit/>
          </a:bodyPr>
          <a:lstStyle>
            <a:lvl1pPr marL="0" indent="0">
              <a:buNone/>
              <a:defRPr sz="40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5" name="Chart Placeholder 3">
            <a:extLst>
              <a:ext uri="{FF2B5EF4-FFF2-40B4-BE49-F238E27FC236}">
                <a16:creationId xmlns:a16="http://schemas.microsoft.com/office/drawing/2014/main" id="{2684FE64-A809-0051-1A75-E02E261715F0}"/>
              </a:ext>
            </a:extLst>
          </p:cNvPr>
          <p:cNvSpPr>
            <a:spLocks noGrp="1"/>
          </p:cNvSpPr>
          <p:nvPr>
            <p:ph type="chart" sz="quarter" idx="17"/>
          </p:nvPr>
        </p:nvSpPr>
        <p:spPr>
          <a:xfrm>
            <a:off x="661976" y="2050944"/>
            <a:ext cx="4786845" cy="4127914"/>
          </a:xfrm>
        </p:spPr>
        <p:txBody>
          <a:bodyPr>
            <a:normAutofit/>
          </a:bodyPr>
          <a:lstStyle>
            <a:lvl1pPr marL="0" indent="0">
              <a:buNone/>
              <a:defRPr sz="1200" b="0" i="0">
                <a:solidFill>
                  <a:schemeClr val="bg1"/>
                </a:solidFill>
                <a:latin typeface="+mn-lt"/>
                <a:ea typeface="Red Hat Display" panose="02010303040201060303" pitchFamily="2" charset="0"/>
                <a:cs typeface="Arial" panose="020B0604020202020204" pitchFamily="34" charset="0"/>
              </a:defRPr>
            </a:lvl1pPr>
          </a:lstStyle>
          <a:p>
            <a:r>
              <a:rPr lang="en-US"/>
              <a:t>Click icon to add chart</a:t>
            </a:r>
            <a:endParaRPr lang="en-US" dirty="0"/>
          </a:p>
        </p:txBody>
      </p:sp>
      <p:sp>
        <p:nvSpPr>
          <p:cNvPr id="6" name="Text Placeholder 4">
            <a:extLst>
              <a:ext uri="{FF2B5EF4-FFF2-40B4-BE49-F238E27FC236}">
                <a16:creationId xmlns:a16="http://schemas.microsoft.com/office/drawing/2014/main" id="{B17FEC37-BEC8-0513-5BA0-3951CA7DD172}"/>
              </a:ext>
            </a:extLst>
          </p:cNvPr>
          <p:cNvSpPr>
            <a:spLocks noGrp="1"/>
          </p:cNvSpPr>
          <p:nvPr>
            <p:ph type="body" sz="quarter" idx="14" hasCustomPrompt="1"/>
          </p:nvPr>
        </p:nvSpPr>
        <p:spPr>
          <a:xfrm>
            <a:off x="669012" y="6459690"/>
            <a:ext cx="4797626" cy="124650"/>
          </a:xfrm>
        </p:spPr>
        <p:txBody>
          <a:bodyPr wrap="square" lIns="0" tIns="0" rIns="0" bIns="0">
            <a:spAutoFit/>
          </a:bodyPr>
          <a:lstStyle>
            <a:lvl1pPr marL="0" indent="0">
              <a:buClr>
                <a:schemeClr val="bg2"/>
              </a:buClr>
              <a:buFont typeface="System Font Regular"/>
              <a:buNone/>
              <a:defRPr sz="900" b="0" i="0" cap="none" baseline="0">
                <a:solidFill>
                  <a:schemeClr val="bg1"/>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2" name="Picture Placeholder 19">
            <a:extLst>
              <a:ext uri="{FF2B5EF4-FFF2-40B4-BE49-F238E27FC236}">
                <a16:creationId xmlns:a16="http://schemas.microsoft.com/office/drawing/2014/main" id="{7A453A13-D342-9EC2-8CE7-167DB0490824}"/>
              </a:ext>
            </a:extLst>
          </p:cNvPr>
          <p:cNvSpPr>
            <a:spLocks noGrp="1"/>
          </p:cNvSpPr>
          <p:nvPr>
            <p:ph type="pic" sz="quarter" idx="13"/>
          </p:nvPr>
        </p:nvSpPr>
        <p:spPr>
          <a:xfrm>
            <a:off x="6097166" y="1"/>
            <a:ext cx="6094834" cy="6858000"/>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BF8152C4-A911-2898-ABD2-CAB33908E9EA}"/>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1377923980"/>
      </p:ext>
    </p:extLst>
  </p:cSld>
  <p:clrMapOvr>
    <a:masterClrMapping/>
  </p:clrMapOvr>
  <p:transition spd="slow">
    <p:wipe dir="r"/>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Light_Chart_1/2_Vert_Image_V1">
    <p:bg>
      <p:bgPr>
        <a:solidFill>
          <a:schemeClr val="bg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FFD43DD4-1FE9-E560-2FF4-48A0A4E1ED40}"/>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Slide Number Placeholder 5">
            <a:extLst>
              <a:ext uri="{FF2B5EF4-FFF2-40B4-BE49-F238E27FC236}">
                <a16:creationId xmlns:a16="http://schemas.microsoft.com/office/drawing/2014/main" id="{97AFE093-97CE-9C2A-DD3C-BF5BD49509F8}"/>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mn-lt"/>
              </a:defRPr>
            </a:lvl1pPr>
          </a:lstStyle>
          <a:p>
            <a:fld id="{73490A59-D3E2-A64D-A2FA-D689A8266F0F}" type="slidenum">
              <a:rPr lang="en-US" smtClean="0"/>
              <a:pPr/>
              <a:t>‹#›</a:t>
            </a:fld>
            <a:endParaRPr lang="en-US" dirty="0"/>
          </a:p>
        </p:txBody>
      </p:sp>
      <p:sp>
        <p:nvSpPr>
          <p:cNvPr id="22" name="Text Placeholder 4">
            <a:extLst>
              <a:ext uri="{FF2B5EF4-FFF2-40B4-BE49-F238E27FC236}">
                <a16:creationId xmlns:a16="http://schemas.microsoft.com/office/drawing/2014/main" id="{9FE270A3-30F0-3903-3DD7-DBCFF827EC0D}"/>
              </a:ext>
            </a:extLst>
          </p:cNvPr>
          <p:cNvSpPr>
            <a:spLocks noGrp="1"/>
          </p:cNvSpPr>
          <p:nvPr>
            <p:ph type="body" sz="quarter" idx="10" hasCustomPrompt="1"/>
          </p:nvPr>
        </p:nvSpPr>
        <p:spPr>
          <a:xfrm>
            <a:off x="661976" y="525188"/>
            <a:ext cx="4786846"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23" name="Text Placeholder 4">
            <a:extLst>
              <a:ext uri="{FF2B5EF4-FFF2-40B4-BE49-F238E27FC236}">
                <a16:creationId xmlns:a16="http://schemas.microsoft.com/office/drawing/2014/main" id="{54CD56DA-6E1A-2D0B-F710-7742AC5E360A}"/>
              </a:ext>
            </a:extLst>
          </p:cNvPr>
          <p:cNvSpPr>
            <a:spLocks noGrp="1"/>
          </p:cNvSpPr>
          <p:nvPr>
            <p:ph type="body" sz="quarter" idx="11" hasCustomPrompt="1"/>
          </p:nvPr>
        </p:nvSpPr>
        <p:spPr>
          <a:xfrm>
            <a:off x="661976" y="903702"/>
            <a:ext cx="4786846"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4" name="Chart Placeholder 3">
            <a:extLst>
              <a:ext uri="{FF2B5EF4-FFF2-40B4-BE49-F238E27FC236}">
                <a16:creationId xmlns:a16="http://schemas.microsoft.com/office/drawing/2014/main" id="{41C75A08-559A-9CB8-5311-FD77F670B4C7}"/>
              </a:ext>
            </a:extLst>
          </p:cNvPr>
          <p:cNvSpPr>
            <a:spLocks noGrp="1"/>
          </p:cNvSpPr>
          <p:nvPr>
            <p:ph type="chart" sz="quarter" idx="17"/>
          </p:nvPr>
        </p:nvSpPr>
        <p:spPr>
          <a:xfrm>
            <a:off x="661976" y="2050943"/>
            <a:ext cx="4786845" cy="4119037"/>
          </a:xfrm>
        </p:spPr>
        <p:txBody>
          <a:bodyPr>
            <a:normAutofit/>
          </a:bodyPr>
          <a:lstStyle>
            <a:lvl1pPr marL="0" indent="0">
              <a:buNone/>
              <a:defRPr sz="1200" b="0" i="0">
                <a:solidFill>
                  <a:schemeClr val="tx1"/>
                </a:solidFill>
                <a:latin typeface="+mn-lt"/>
                <a:ea typeface="Red Hat Display" panose="02010303040201060303" pitchFamily="2" charset="0"/>
                <a:cs typeface="Arial" panose="020B0604020202020204" pitchFamily="34" charset="0"/>
              </a:defRPr>
            </a:lvl1pPr>
          </a:lstStyle>
          <a:p>
            <a:r>
              <a:rPr lang="en-US"/>
              <a:t>Click icon to add chart</a:t>
            </a:r>
            <a:endParaRPr lang="en-US" dirty="0"/>
          </a:p>
        </p:txBody>
      </p:sp>
      <p:sp>
        <p:nvSpPr>
          <p:cNvPr id="6" name="Text Placeholder 4">
            <a:extLst>
              <a:ext uri="{FF2B5EF4-FFF2-40B4-BE49-F238E27FC236}">
                <a16:creationId xmlns:a16="http://schemas.microsoft.com/office/drawing/2014/main" id="{86696B80-61E9-1616-D813-F4935CAB85ED}"/>
              </a:ext>
            </a:extLst>
          </p:cNvPr>
          <p:cNvSpPr>
            <a:spLocks noGrp="1"/>
          </p:cNvSpPr>
          <p:nvPr>
            <p:ph type="body" sz="quarter" idx="14" hasCustomPrompt="1"/>
          </p:nvPr>
        </p:nvSpPr>
        <p:spPr>
          <a:xfrm>
            <a:off x="686768" y="6459690"/>
            <a:ext cx="4797626" cy="124650"/>
          </a:xfrm>
        </p:spPr>
        <p:txBody>
          <a:bodyPr wrap="square" lIns="0" tIns="0" rIns="0" bIns="0">
            <a:spAutoFit/>
          </a:bodyPr>
          <a:lstStyle>
            <a:lvl1pPr marL="0" indent="0">
              <a:buClr>
                <a:schemeClr val="bg2"/>
              </a:buClr>
              <a:buFont typeface="System Font Regular"/>
              <a:buNone/>
              <a:defRPr sz="900" b="0" i="0" cap="none" baseline="0">
                <a:solidFill>
                  <a:schemeClr val="tx2"/>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3" name="Picture Placeholder 19">
            <a:extLst>
              <a:ext uri="{FF2B5EF4-FFF2-40B4-BE49-F238E27FC236}">
                <a16:creationId xmlns:a16="http://schemas.microsoft.com/office/drawing/2014/main" id="{5D2A013F-8707-4551-538E-40E1F664EAEB}"/>
              </a:ext>
            </a:extLst>
          </p:cNvPr>
          <p:cNvSpPr>
            <a:spLocks noGrp="1"/>
          </p:cNvSpPr>
          <p:nvPr>
            <p:ph type="pic" sz="quarter" idx="13"/>
          </p:nvPr>
        </p:nvSpPr>
        <p:spPr>
          <a:xfrm>
            <a:off x="6097166" y="1"/>
            <a:ext cx="6094834" cy="6858000"/>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6D411C3A-59AD-A134-31AA-7B08B3BC5271}"/>
              </a:ext>
            </a:extLst>
          </p:cNvPr>
          <p:cNvSpPr>
            <a:spLocks noGrp="1"/>
          </p:cNvSpPr>
          <p:nvPr>
            <p:ph type="pic" sz="quarter" idx="21"/>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2057841612"/>
      </p:ext>
    </p:extLst>
  </p:cSld>
  <p:clrMapOvr>
    <a:masterClrMapping/>
  </p:clrMapOvr>
  <p:transition spd="slow">
    <p:wipe dir="r"/>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Light_Chart_1/2_Vert_Image_V2">
    <p:bg>
      <p:bgPr>
        <a:solidFill>
          <a:schemeClr val="bg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FFD43DD4-1FE9-E560-2FF4-48A0A4E1ED40}"/>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Slide Number Placeholder 5">
            <a:extLst>
              <a:ext uri="{FF2B5EF4-FFF2-40B4-BE49-F238E27FC236}">
                <a16:creationId xmlns:a16="http://schemas.microsoft.com/office/drawing/2014/main" id="{97AFE093-97CE-9C2A-DD3C-BF5BD49509F8}"/>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mn-lt"/>
              </a:defRPr>
            </a:lvl1pPr>
          </a:lstStyle>
          <a:p>
            <a:fld id="{73490A59-D3E2-A64D-A2FA-D689A8266F0F}" type="slidenum">
              <a:rPr lang="en-US" smtClean="0"/>
              <a:pPr/>
              <a:t>‹#›</a:t>
            </a:fld>
            <a:endParaRPr lang="en-US" dirty="0"/>
          </a:p>
        </p:txBody>
      </p:sp>
      <p:sp>
        <p:nvSpPr>
          <p:cNvPr id="22" name="Text Placeholder 4">
            <a:extLst>
              <a:ext uri="{FF2B5EF4-FFF2-40B4-BE49-F238E27FC236}">
                <a16:creationId xmlns:a16="http://schemas.microsoft.com/office/drawing/2014/main" id="{9FE270A3-30F0-3903-3DD7-DBCFF827EC0D}"/>
              </a:ext>
            </a:extLst>
          </p:cNvPr>
          <p:cNvSpPr>
            <a:spLocks noGrp="1"/>
          </p:cNvSpPr>
          <p:nvPr>
            <p:ph type="body" sz="quarter" idx="10" hasCustomPrompt="1"/>
          </p:nvPr>
        </p:nvSpPr>
        <p:spPr>
          <a:xfrm>
            <a:off x="661976" y="525188"/>
            <a:ext cx="4786846" cy="348365"/>
          </a:xfrm>
        </p:spPr>
        <p:txBody>
          <a:bodyPr wrap="square" lIns="0" tIns="0" rIns="0" bIns="0">
            <a:spAutoFit/>
          </a:bodyPr>
          <a:lstStyle>
            <a:lvl1pPr marL="0" indent="0">
              <a:buNone/>
              <a:defRPr sz="2500" b="0" i="0" cap="all"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a:t>
            </a:r>
          </a:p>
        </p:txBody>
      </p:sp>
      <p:sp>
        <p:nvSpPr>
          <p:cNvPr id="23" name="Text Placeholder 4">
            <a:extLst>
              <a:ext uri="{FF2B5EF4-FFF2-40B4-BE49-F238E27FC236}">
                <a16:creationId xmlns:a16="http://schemas.microsoft.com/office/drawing/2014/main" id="{54CD56DA-6E1A-2D0B-F710-7742AC5E360A}"/>
              </a:ext>
            </a:extLst>
          </p:cNvPr>
          <p:cNvSpPr>
            <a:spLocks noGrp="1"/>
          </p:cNvSpPr>
          <p:nvPr>
            <p:ph type="body" sz="quarter" idx="11" hasCustomPrompt="1"/>
          </p:nvPr>
        </p:nvSpPr>
        <p:spPr>
          <a:xfrm>
            <a:off x="661976" y="903702"/>
            <a:ext cx="4786846" cy="557397"/>
          </a:xfrm>
        </p:spPr>
        <p:txBody>
          <a:bodyPr wrap="square" lIns="0" tIns="0" rIns="0" bIns="0">
            <a:spAutoFit/>
          </a:bodyPr>
          <a:lstStyle>
            <a:lvl1pPr marL="0" indent="0">
              <a:buNone/>
              <a:defRPr sz="4000" b="0" i="0" cap="none" baseline="0">
                <a:solidFill>
                  <a:schemeClr val="tx1"/>
                </a:solidFill>
                <a:latin typeface="+mn-lt"/>
                <a:ea typeface="Red Hat Display"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Heading</a:t>
            </a:r>
          </a:p>
        </p:txBody>
      </p:sp>
      <p:sp>
        <p:nvSpPr>
          <p:cNvPr id="5" name="Chart Placeholder 3">
            <a:extLst>
              <a:ext uri="{FF2B5EF4-FFF2-40B4-BE49-F238E27FC236}">
                <a16:creationId xmlns:a16="http://schemas.microsoft.com/office/drawing/2014/main" id="{F622D735-F0E0-D16D-D2DF-69CF206D4F62}"/>
              </a:ext>
            </a:extLst>
          </p:cNvPr>
          <p:cNvSpPr>
            <a:spLocks noGrp="1"/>
          </p:cNvSpPr>
          <p:nvPr>
            <p:ph type="chart" sz="quarter" idx="17"/>
          </p:nvPr>
        </p:nvSpPr>
        <p:spPr>
          <a:xfrm>
            <a:off x="661976" y="2050944"/>
            <a:ext cx="4786845" cy="4145670"/>
          </a:xfrm>
        </p:spPr>
        <p:txBody>
          <a:bodyPr>
            <a:normAutofit/>
          </a:bodyPr>
          <a:lstStyle>
            <a:lvl1pPr marL="0" indent="0">
              <a:buNone/>
              <a:defRPr sz="1200" b="0" i="0">
                <a:solidFill>
                  <a:schemeClr val="tx1"/>
                </a:solidFill>
                <a:latin typeface="+mn-lt"/>
                <a:ea typeface="Red Hat Display" panose="02010303040201060303" pitchFamily="2" charset="0"/>
                <a:cs typeface="Arial" panose="020B0604020202020204" pitchFamily="34" charset="0"/>
              </a:defRPr>
            </a:lvl1pPr>
          </a:lstStyle>
          <a:p>
            <a:r>
              <a:rPr lang="en-US"/>
              <a:t>Click icon to add chart</a:t>
            </a:r>
            <a:endParaRPr lang="en-US" dirty="0"/>
          </a:p>
        </p:txBody>
      </p:sp>
      <p:sp>
        <p:nvSpPr>
          <p:cNvPr id="6" name="Text Placeholder 4">
            <a:extLst>
              <a:ext uri="{FF2B5EF4-FFF2-40B4-BE49-F238E27FC236}">
                <a16:creationId xmlns:a16="http://schemas.microsoft.com/office/drawing/2014/main" id="{24092183-A659-8C1F-B369-957980A716A0}"/>
              </a:ext>
            </a:extLst>
          </p:cNvPr>
          <p:cNvSpPr>
            <a:spLocks noGrp="1"/>
          </p:cNvSpPr>
          <p:nvPr>
            <p:ph type="body" sz="quarter" idx="14" hasCustomPrompt="1"/>
          </p:nvPr>
        </p:nvSpPr>
        <p:spPr>
          <a:xfrm>
            <a:off x="686768" y="6459690"/>
            <a:ext cx="4797626" cy="124650"/>
          </a:xfrm>
        </p:spPr>
        <p:txBody>
          <a:bodyPr wrap="square" lIns="0" tIns="0" rIns="0" bIns="0">
            <a:spAutoFit/>
          </a:bodyPr>
          <a:lstStyle>
            <a:lvl1pPr marL="0" indent="0">
              <a:buClr>
                <a:schemeClr val="bg2"/>
              </a:buClr>
              <a:buFont typeface="System Font Regular"/>
              <a:buNone/>
              <a:defRPr sz="900" b="0" i="0" cap="none" baseline="0">
                <a:solidFill>
                  <a:schemeClr val="tx2"/>
                </a:solidFill>
                <a:latin typeface="+mn-lt"/>
                <a:ea typeface="Red Hat Display" panose="02010303040201060303" pitchFamily="2" charset="0"/>
                <a:cs typeface="Arial" panose="020B0604020202020204" pitchFamily="34" charset="0"/>
              </a:defRPr>
            </a:lvl1pPr>
            <a:lvl2pPr marL="342900" indent="0">
              <a:buClr>
                <a:schemeClr val="bg2"/>
              </a:buClr>
              <a:buFont typeface="Arial" panose="020B0604020202020204" pitchFamily="34" charset="0"/>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2pPr>
            <a:lvl3pPr marL="6858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3pPr>
            <a:lvl4pPr marL="10287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4pPr>
            <a:lvl5pPr marL="1371600" indent="0">
              <a:buClr>
                <a:schemeClr val="bg1"/>
              </a:buClr>
              <a:buFont typeface="System Font Regular"/>
              <a:buNone/>
              <a:defRPr sz="700" b="0" i="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5pPr>
          </a:lstStyle>
          <a:p>
            <a:pPr lvl="0"/>
            <a:r>
              <a:rPr lang="en-GB" dirty="0"/>
              <a:t>Source</a:t>
            </a:r>
          </a:p>
        </p:txBody>
      </p:sp>
      <p:sp>
        <p:nvSpPr>
          <p:cNvPr id="2" name="Picture Placeholder 19">
            <a:extLst>
              <a:ext uri="{FF2B5EF4-FFF2-40B4-BE49-F238E27FC236}">
                <a16:creationId xmlns:a16="http://schemas.microsoft.com/office/drawing/2014/main" id="{5CCE5D13-B9FE-0EA9-2F35-1BDEB306018C}"/>
              </a:ext>
            </a:extLst>
          </p:cNvPr>
          <p:cNvSpPr>
            <a:spLocks noGrp="1"/>
          </p:cNvSpPr>
          <p:nvPr>
            <p:ph type="pic" sz="quarter" idx="13"/>
          </p:nvPr>
        </p:nvSpPr>
        <p:spPr>
          <a:xfrm>
            <a:off x="6097166" y="1"/>
            <a:ext cx="6094834" cy="6858000"/>
          </a:xfrm>
          <a:solidFill>
            <a:schemeClr val="bg1">
              <a:lumMod val="85000"/>
            </a:schemeClr>
          </a:solidFill>
        </p:spPr>
        <p:txBody>
          <a:bodyPr>
            <a:normAutofit/>
          </a:bodyPr>
          <a:lstStyle>
            <a:lvl1pPr marL="0" indent="0" algn="r">
              <a:buNone/>
              <a:defRPr sz="12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726628F7-A060-1BE9-9034-82CB02F670A4}"/>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2066404514"/>
      </p:ext>
    </p:extLst>
  </p:cSld>
  <p:clrMapOvr>
    <a:masterClrMapping/>
  </p:clrMapOvr>
  <p:transition spd="slow">
    <p:wipe dir="r"/>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Dark_Pullout_Quote_Image_V1">
    <p:bg>
      <p:bgPr>
        <a:solidFill>
          <a:schemeClr val="tx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FFD43DD4-1FE9-E560-2FF4-48A0A4E1ED40}"/>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Slide Number Placeholder 5">
            <a:extLst>
              <a:ext uri="{FF2B5EF4-FFF2-40B4-BE49-F238E27FC236}">
                <a16:creationId xmlns:a16="http://schemas.microsoft.com/office/drawing/2014/main" id="{97AFE093-97CE-9C2A-DD3C-BF5BD49509F8}"/>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mn-lt"/>
              </a:defRPr>
            </a:lvl1pPr>
          </a:lstStyle>
          <a:p>
            <a:fld id="{73490A59-D3E2-A64D-A2FA-D689A8266F0F}" type="slidenum">
              <a:rPr lang="en-US" smtClean="0"/>
              <a:pPr/>
              <a:t>‹#›</a:t>
            </a:fld>
            <a:endParaRPr lang="en-US" dirty="0"/>
          </a:p>
        </p:txBody>
      </p:sp>
      <p:sp>
        <p:nvSpPr>
          <p:cNvPr id="22" name="Text Placeholder 4">
            <a:extLst>
              <a:ext uri="{FF2B5EF4-FFF2-40B4-BE49-F238E27FC236}">
                <a16:creationId xmlns:a16="http://schemas.microsoft.com/office/drawing/2014/main" id="{9FE270A3-30F0-3903-3DD7-DBCFF827EC0D}"/>
              </a:ext>
            </a:extLst>
          </p:cNvPr>
          <p:cNvSpPr>
            <a:spLocks noGrp="1"/>
          </p:cNvSpPr>
          <p:nvPr>
            <p:ph type="body" sz="quarter" idx="10" hasCustomPrompt="1"/>
          </p:nvPr>
        </p:nvSpPr>
        <p:spPr>
          <a:xfrm>
            <a:off x="661975" y="525188"/>
            <a:ext cx="6928797" cy="696729"/>
          </a:xfrm>
        </p:spPr>
        <p:txBody>
          <a:bodyPr wrap="square" lIns="0" tIns="0" rIns="0" bIns="0">
            <a:spAutoFit/>
          </a:bodyPr>
          <a:lstStyle>
            <a:lvl1pPr marL="0" indent="0">
              <a:buNone/>
              <a:defRPr sz="5000" b="0" i="0" cap="none"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 Heading</a:t>
            </a:r>
          </a:p>
        </p:txBody>
      </p:sp>
      <p:sp>
        <p:nvSpPr>
          <p:cNvPr id="3" name="Text Placeholder 4">
            <a:extLst>
              <a:ext uri="{FF2B5EF4-FFF2-40B4-BE49-F238E27FC236}">
                <a16:creationId xmlns:a16="http://schemas.microsoft.com/office/drawing/2014/main" id="{EB298FD8-00C5-0ED8-C7A0-6917E6B3FDA7}"/>
              </a:ext>
            </a:extLst>
          </p:cNvPr>
          <p:cNvSpPr>
            <a:spLocks noGrp="1"/>
          </p:cNvSpPr>
          <p:nvPr>
            <p:ph type="body" sz="quarter" idx="14"/>
          </p:nvPr>
        </p:nvSpPr>
        <p:spPr>
          <a:xfrm>
            <a:off x="647387" y="2048646"/>
            <a:ext cx="6943385" cy="4068375"/>
          </a:xfrm>
        </p:spPr>
        <p:txBody>
          <a:bodyPr wrap="square" lIns="0" tIns="0" rIns="0" bIns="0">
            <a:noAutofit/>
          </a:bodyPr>
          <a:lstStyle>
            <a:lvl1pPr marL="285750" indent="-285750">
              <a:buClr>
                <a:schemeClr val="accent2"/>
              </a:buClr>
              <a:buFont typeface="System Font Regular"/>
              <a:buChar char="&gt;"/>
              <a:defRPr sz="2300" b="0" i="0" cap="none" baseline="0">
                <a:solidFill>
                  <a:schemeClr val="bg1"/>
                </a:solidFill>
                <a:latin typeface="+mn-lt"/>
                <a:ea typeface="Red Hat Display" panose="02010303040201060303" pitchFamily="2" charset="0"/>
                <a:cs typeface="Arial" panose="020B0604020202020204" pitchFamily="34" charset="0"/>
              </a:defRPr>
            </a:lvl1pPr>
            <a:lvl2pPr marL="628650" indent="-285750">
              <a:buClr>
                <a:schemeClr val="accent2"/>
              </a:buClr>
              <a:buFont typeface="Arial" panose="020B0604020202020204" pitchFamily="34" charset="0"/>
              <a:buChar char="•"/>
              <a:defRPr sz="2000" b="0" i="0" cap="none" baseline="0">
                <a:solidFill>
                  <a:schemeClr val="bg1"/>
                </a:solidFill>
                <a:latin typeface="+mn-lt"/>
                <a:ea typeface="Red Hat Display" panose="02010303040201060303" pitchFamily="2" charset="0"/>
                <a:cs typeface="Arial" panose="020B0604020202020204" pitchFamily="34" charset="0"/>
              </a:defRPr>
            </a:lvl2pPr>
            <a:lvl3pPr marL="1069975" indent="-384175">
              <a:buClr>
                <a:schemeClr val="accent2"/>
              </a:buClr>
              <a:buFont typeface="System Font Regular"/>
              <a:buChar char="–"/>
              <a:tabLst/>
              <a:defRPr sz="1800" b="0" i="0" cap="none" baseline="0">
                <a:solidFill>
                  <a:schemeClr val="bg1"/>
                </a:solidFill>
                <a:latin typeface="+mn-lt"/>
                <a:ea typeface="Red Hat Display" panose="02010303040201060303" pitchFamily="2" charset="0"/>
                <a:cs typeface="Arial" panose="020B0604020202020204" pitchFamily="34" charset="0"/>
              </a:defRPr>
            </a:lvl3pPr>
            <a:lvl4pPr marL="1430338" indent="-285750">
              <a:buClr>
                <a:schemeClr val="accent2"/>
              </a:buClr>
              <a:buFont typeface="System Font Regular"/>
              <a:buChar char="–"/>
              <a:tabLst/>
              <a:defRPr sz="1600" b="0" i="0" cap="none" baseline="0">
                <a:solidFill>
                  <a:schemeClr val="bg1"/>
                </a:solidFill>
                <a:latin typeface="+mn-lt"/>
                <a:ea typeface="Red Hat Display" panose="02010303040201060303" pitchFamily="2" charset="0"/>
                <a:cs typeface="Arial" panose="020B0604020202020204" pitchFamily="34" charset="0"/>
              </a:defRPr>
            </a:lvl4pPr>
            <a:lvl5pPr marL="1916113" indent="-273050">
              <a:buClr>
                <a:schemeClr val="accent2"/>
              </a:buClr>
              <a:buFont typeface="System Font Regular"/>
              <a:buChar char="–"/>
              <a:tabLst/>
              <a:defRPr sz="1400" b="0" i="0" cap="none" baseline="0">
                <a:solidFill>
                  <a:schemeClr val="bg1"/>
                </a:solidFill>
                <a:latin typeface="+mn-lt"/>
                <a:ea typeface="Red Hat Display" panose="02010303040201060303" pitchFamily="2"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19">
            <a:extLst>
              <a:ext uri="{FF2B5EF4-FFF2-40B4-BE49-F238E27FC236}">
                <a16:creationId xmlns:a16="http://schemas.microsoft.com/office/drawing/2014/main" id="{8B815AE9-236E-66A9-B333-FB6098F4D0F1}"/>
              </a:ext>
            </a:extLst>
          </p:cNvPr>
          <p:cNvSpPr>
            <a:spLocks noGrp="1"/>
          </p:cNvSpPr>
          <p:nvPr>
            <p:ph type="pic" sz="quarter" idx="13"/>
          </p:nvPr>
        </p:nvSpPr>
        <p:spPr>
          <a:xfrm>
            <a:off x="8110852" y="525187"/>
            <a:ext cx="4081147" cy="6332813"/>
          </a:xfrm>
          <a:solidFill>
            <a:schemeClr val="bg1">
              <a:lumMod val="85000"/>
            </a:schemeClr>
          </a:solidFill>
        </p:spPr>
        <p:txBody>
          <a:bodyPr>
            <a:normAutofit/>
          </a:bodyPr>
          <a:lstStyle>
            <a:lvl1pPr marL="0" indent="0" algn="r">
              <a:buNone/>
              <a:defRPr sz="1200"/>
            </a:lvl1pPr>
          </a:lstStyle>
          <a:p>
            <a:r>
              <a:rPr lang="en-US"/>
              <a:t>Click icon to add picture</a:t>
            </a:r>
            <a:endParaRPr lang="en-US" dirty="0"/>
          </a:p>
        </p:txBody>
      </p:sp>
      <p:sp>
        <p:nvSpPr>
          <p:cNvPr id="6" name="Picture Placeholder 5">
            <a:extLst>
              <a:ext uri="{FF2B5EF4-FFF2-40B4-BE49-F238E27FC236}">
                <a16:creationId xmlns:a16="http://schemas.microsoft.com/office/drawing/2014/main" id="{FA24E142-B519-6BAB-DBF6-7E807D566BFF}"/>
              </a:ext>
            </a:extLst>
          </p:cNvPr>
          <p:cNvSpPr>
            <a:spLocks noGrp="1"/>
          </p:cNvSpPr>
          <p:nvPr>
            <p:ph type="pic" sz="quarter" idx="20"/>
          </p:nvPr>
        </p:nvSpPr>
        <p:spPr>
          <a:xfrm rot="5400000">
            <a:off x="8100222" y="422453"/>
            <a:ext cx="758645" cy="759961"/>
          </a:xfrm>
          <a:prstGeom prst="rtTriangle">
            <a:avLst/>
          </a:prstGeom>
          <a:solidFill>
            <a:schemeClr val="tx2"/>
          </a:solidFill>
        </p:spPr>
        <p:txBody>
          <a:bodyPr/>
          <a:lstStyle>
            <a:lvl1pPr marL="0" indent="0">
              <a:buNone/>
              <a:defRPr>
                <a:solidFill>
                  <a:schemeClr val="tx1">
                    <a:alpha val="0"/>
                  </a:schemeClr>
                </a:solidFill>
              </a:defRPr>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49ED9651-714D-A17D-E813-24353D54223A}"/>
              </a:ext>
            </a:extLst>
          </p:cNvPr>
          <p:cNvSpPr>
            <a:spLocks noGrp="1"/>
          </p:cNvSpPr>
          <p:nvPr>
            <p:ph type="pic" sz="quarter" idx="21"/>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2958360068"/>
      </p:ext>
    </p:extLst>
  </p:cSld>
  <p:clrMapOvr>
    <a:masterClrMapping/>
  </p:clrMapOvr>
  <p:transition spd="slow">
    <p:wipe dir="r"/>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Dark_Pullout_Quote_Image_V2">
    <p:bg>
      <p:bgPr>
        <a:solidFill>
          <a:schemeClr val="tx1"/>
        </a:solidFill>
        <a:effectLst/>
      </p:bgPr>
    </p:bg>
    <p:spTree>
      <p:nvGrpSpPr>
        <p:cNvPr id="1" name=""/>
        <p:cNvGrpSpPr/>
        <p:nvPr/>
      </p:nvGrpSpPr>
      <p:grpSpPr>
        <a:xfrm>
          <a:off x="0" y="0"/>
          <a:ext cx="0" cy="0"/>
          <a:chOff x="0" y="0"/>
          <a:chExt cx="0" cy="0"/>
        </a:xfrm>
      </p:grpSpPr>
      <p:sp>
        <p:nvSpPr>
          <p:cNvPr id="10" name="Right Triangle 9">
            <a:extLst>
              <a:ext uri="{FF2B5EF4-FFF2-40B4-BE49-F238E27FC236}">
                <a16:creationId xmlns:a16="http://schemas.microsoft.com/office/drawing/2014/main" id="{C5145064-D88C-3EDB-7D87-6CD502532097}"/>
              </a:ext>
            </a:extLst>
          </p:cNvPr>
          <p:cNvSpPr/>
          <p:nvPr userDrawn="1"/>
        </p:nvSpPr>
        <p:spPr>
          <a:xfrm rot="5400000">
            <a:off x="7972019" y="461212"/>
            <a:ext cx="735146" cy="72851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cxnSp>
        <p:nvCxnSpPr>
          <p:cNvPr id="19" name="Straight Connector 18">
            <a:extLst>
              <a:ext uri="{FF2B5EF4-FFF2-40B4-BE49-F238E27FC236}">
                <a16:creationId xmlns:a16="http://schemas.microsoft.com/office/drawing/2014/main" id="{FFD43DD4-1FE9-E560-2FF4-48A0A4E1ED40}"/>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Slide Number Placeholder 5">
            <a:extLst>
              <a:ext uri="{FF2B5EF4-FFF2-40B4-BE49-F238E27FC236}">
                <a16:creationId xmlns:a16="http://schemas.microsoft.com/office/drawing/2014/main" id="{97AFE093-97CE-9C2A-DD3C-BF5BD49509F8}"/>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bg1"/>
                </a:solidFill>
                <a:latin typeface="+mn-lt"/>
              </a:defRPr>
            </a:lvl1pPr>
          </a:lstStyle>
          <a:p>
            <a:fld id="{73490A59-D3E2-A64D-A2FA-D689A8266F0F}" type="slidenum">
              <a:rPr lang="en-US" smtClean="0"/>
              <a:pPr/>
              <a:t>‹#›</a:t>
            </a:fld>
            <a:endParaRPr lang="en-US" dirty="0"/>
          </a:p>
        </p:txBody>
      </p:sp>
      <p:sp>
        <p:nvSpPr>
          <p:cNvPr id="2" name="Text Placeholder 4">
            <a:extLst>
              <a:ext uri="{FF2B5EF4-FFF2-40B4-BE49-F238E27FC236}">
                <a16:creationId xmlns:a16="http://schemas.microsoft.com/office/drawing/2014/main" id="{0C1566E2-EEF6-BD34-BC45-FFED5A60BE41}"/>
              </a:ext>
            </a:extLst>
          </p:cNvPr>
          <p:cNvSpPr>
            <a:spLocks noGrp="1"/>
          </p:cNvSpPr>
          <p:nvPr>
            <p:ph type="body" sz="quarter" idx="10" hasCustomPrompt="1"/>
          </p:nvPr>
        </p:nvSpPr>
        <p:spPr>
          <a:xfrm>
            <a:off x="661975" y="525188"/>
            <a:ext cx="6928797" cy="696729"/>
          </a:xfrm>
        </p:spPr>
        <p:txBody>
          <a:bodyPr wrap="square" lIns="0" tIns="0" rIns="0" bIns="0">
            <a:spAutoFit/>
          </a:bodyPr>
          <a:lstStyle>
            <a:lvl1pPr marL="0" indent="0">
              <a:buNone/>
              <a:defRPr sz="5000" b="0" i="0" cap="none" baseline="0">
                <a:solidFill>
                  <a:schemeClr val="bg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 Heading</a:t>
            </a:r>
          </a:p>
        </p:txBody>
      </p:sp>
      <p:sp>
        <p:nvSpPr>
          <p:cNvPr id="3" name="Text Placeholder 4">
            <a:extLst>
              <a:ext uri="{FF2B5EF4-FFF2-40B4-BE49-F238E27FC236}">
                <a16:creationId xmlns:a16="http://schemas.microsoft.com/office/drawing/2014/main" id="{82081F48-563B-4DB6-D073-8CD7881C2090}"/>
              </a:ext>
            </a:extLst>
          </p:cNvPr>
          <p:cNvSpPr>
            <a:spLocks noGrp="1"/>
          </p:cNvSpPr>
          <p:nvPr>
            <p:ph type="body" sz="quarter" idx="14"/>
          </p:nvPr>
        </p:nvSpPr>
        <p:spPr>
          <a:xfrm>
            <a:off x="647387" y="2048646"/>
            <a:ext cx="6943385" cy="4068375"/>
          </a:xfrm>
        </p:spPr>
        <p:txBody>
          <a:bodyPr wrap="square" lIns="0" tIns="0" rIns="0" bIns="0">
            <a:noAutofit/>
          </a:bodyPr>
          <a:lstStyle>
            <a:lvl1pPr marL="285750" indent="-285750">
              <a:buClr>
                <a:schemeClr val="accent2"/>
              </a:buClr>
              <a:buFont typeface="System Font Regular"/>
              <a:buChar char="&gt;"/>
              <a:defRPr sz="2300" b="0" i="0" cap="none" baseline="0">
                <a:solidFill>
                  <a:schemeClr val="bg1"/>
                </a:solidFill>
                <a:latin typeface="+mn-lt"/>
                <a:ea typeface="Red Hat Display" panose="02010303040201060303" pitchFamily="2" charset="0"/>
                <a:cs typeface="Arial" panose="020B0604020202020204" pitchFamily="34" charset="0"/>
              </a:defRPr>
            </a:lvl1pPr>
            <a:lvl2pPr marL="628650" indent="-285750">
              <a:buClr>
                <a:schemeClr val="accent2"/>
              </a:buClr>
              <a:buFont typeface="Arial" panose="020B0604020202020204" pitchFamily="34" charset="0"/>
              <a:buChar char="•"/>
              <a:defRPr sz="2000" b="0" i="0" cap="none" baseline="0">
                <a:solidFill>
                  <a:schemeClr val="bg1"/>
                </a:solidFill>
                <a:latin typeface="+mn-lt"/>
                <a:ea typeface="Red Hat Display" panose="02010303040201060303" pitchFamily="2" charset="0"/>
                <a:cs typeface="Arial" panose="020B0604020202020204" pitchFamily="34" charset="0"/>
              </a:defRPr>
            </a:lvl2pPr>
            <a:lvl3pPr marL="1069975" indent="-384175">
              <a:buClr>
                <a:schemeClr val="accent2"/>
              </a:buClr>
              <a:buFont typeface="System Font Regular"/>
              <a:buChar char="–"/>
              <a:tabLst/>
              <a:defRPr sz="1800" b="0" i="0" cap="none" baseline="0">
                <a:solidFill>
                  <a:schemeClr val="bg1"/>
                </a:solidFill>
                <a:latin typeface="+mn-lt"/>
                <a:ea typeface="Red Hat Display" panose="02010303040201060303" pitchFamily="2" charset="0"/>
                <a:cs typeface="Arial" panose="020B0604020202020204" pitchFamily="34" charset="0"/>
              </a:defRPr>
            </a:lvl3pPr>
            <a:lvl4pPr marL="1430338" indent="-285750">
              <a:buClr>
                <a:schemeClr val="accent2"/>
              </a:buClr>
              <a:buFont typeface="System Font Regular"/>
              <a:buChar char="–"/>
              <a:tabLst/>
              <a:defRPr sz="1600" b="0" i="0" cap="none" baseline="0">
                <a:solidFill>
                  <a:schemeClr val="bg1"/>
                </a:solidFill>
                <a:latin typeface="+mn-lt"/>
                <a:ea typeface="Red Hat Display" panose="02010303040201060303" pitchFamily="2" charset="0"/>
                <a:cs typeface="Arial" panose="020B0604020202020204" pitchFamily="34" charset="0"/>
              </a:defRPr>
            </a:lvl4pPr>
            <a:lvl5pPr marL="1916113" indent="-273050">
              <a:buClr>
                <a:schemeClr val="accent2"/>
              </a:buClr>
              <a:buFont typeface="System Font Regular"/>
              <a:buChar char="–"/>
              <a:tabLst/>
              <a:defRPr sz="1400" b="0" i="0" cap="none" baseline="0">
                <a:solidFill>
                  <a:schemeClr val="bg1"/>
                </a:solidFill>
                <a:latin typeface="+mn-lt"/>
                <a:ea typeface="Red Hat Display" panose="02010303040201060303" pitchFamily="2"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19">
            <a:extLst>
              <a:ext uri="{FF2B5EF4-FFF2-40B4-BE49-F238E27FC236}">
                <a16:creationId xmlns:a16="http://schemas.microsoft.com/office/drawing/2014/main" id="{5682C353-F6C4-261A-84BC-21FE8608C537}"/>
              </a:ext>
            </a:extLst>
          </p:cNvPr>
          <p:cNvSpPr>
            <a:spLocks noGrp="1"/>
          </p:cNvSpPr>
          <p:nvPr>
            <p:ph type="pic" sz="quarter" idx="13"/>
          </p:nvPr>
        </p:nvSpPr>
        <p:spPr>
          <a:xfrm>
            <a:off x="8110852" y="525187"/>
            <a:ext cx="4081147" cy="6332813"/>
          </a:xfrm>
          <a:solidFill>
            <a:schemeClr val="bg1">
              <a:lumMod val="85000"/>
            </a:schemeClr>
          </a:solidFill>
        </p:spPr>
        <p:txBody>
          <a:bodyPr>
            <a:normAutofit/>
          </a:bodyPr>
          <a:lstStyle>
            <a:lvl1pPr marL="0" indent="0" algn="r">
              <a:buNone/>
              <a:defRPr sz="1200"/>
            </a:lvl1pPr>
          </a:lstStyle>
          <a:p>
            <a:r>
              <a:rPr lang="en-US"/>
              <a:t>Click icon to add picture</a:t>
            </a:r>
            <a:endParaRPr lang="en-US" dirty="0"/>
          </a:p>
        </p:txBody>
      </p:sp>
      <p:sp>
        <p:nvSpPr>
          <p:cNvPr id="7" name="Picture Placeholder 5">
            <a:extLst>
              <a:ext uri="{FF2B5EF4-FFF2-40B4-BE49-F238E27FC236}">
                <a16:creationId xmlns:a16="http://schemas.microsoft.com/office/drawing/2014/main" id="{D900097A-F53C-2C2D-2AFF-F6C13449208F}"/>
              </a:ext>
            </a:extLst>
          </p:cNvPr>
          <p:cNvSpPr>
            <a:spLocks noGrp="1"/>
          </p:cNvSpPr>
          <p:nvPr>
            <p:ph type="pic" sz="quarter" idx="20"/>
          </p:nvPr>
        </p:nvSpPr>
        <p:spPr>
          <a:xfrm rot="5400000">
            <a:off x="8100222" y="422453"/>
            <a:ext cx="758645" cy="759961"/>
          </a:xfrm>
          <a:prstGeom prst="rtTriangle">
            <a:avLst/>
          </a:prstGeom>
          <a:solidFill>
            <a:schemeClr val="tx2"/>
          </a:solidFill>
        </p:spPr>
        <p:txBody>
          <a:bodyPr/>
          <a:lstStyle>
            <a:lvl1pPr marL="0" indent="0">
              <a:buNone/>
              <a:defRPr>
                <a:solidFill>
                  <a:schemeClr val="tx1">
                    <a:alpha val="0"/>
                  </a:schemeClr>
                </a:solidFill>
              </a:defRPr>
            </a:lvl1pPr>
          </a:lstStyle>
          <a:p>
            <a:r>
              <a:rPr lang="en-US"/>
              <a:t>Click icon to add picture</a:t>
            </a:r>
            <a:endParaRPr lang="en-US" dirty="0"/>
          </a:p>
        </p:txBody>
      </p:sp>
      <p:sp>
        <p:nvSpPr>
          <p:cNvPr id="8" name="Picture Placeholder 8">
            <a:extLst>
              <a:ext uri="{FF2B5EF4-FFF2-40B4-BE49-F238E27FC236}">
                <a16:creationId xmlns:a16="http://schemas.microsoft.com/office/drawing/2014/main" id="{EE4111EA-54BE-C3E6-C0A8-E933347FEF87}"/>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1171042452"/>
      </p:ext>
    </p:extLst>
  </p:cSld>
  <p:clrMapOvr>
    <a:masterClrMapping/>
  </p:clrMapOvr>
  <p:transition spd="slow">
    <p:wipe dir="r"/>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Light_Pullout_Quote_Image_V1">
    <p:bg>
      <p:bgPr>
        <a:solidFill>
          <a:schemeClr val="bg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FFD43DD4-1FE9-E560-2FF4-48A0A4E1ED40}"/>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Slide Number Placeholder 5">
            <a:extLst>
              <a:ext uri="{FF2B5EF4-FFF2-40B4-BE49-F238E27FC236}">
                <a16:creationId xmlns:a16="http://schemas.microsoft.com/office/drawing/2014/main" id="{97AFE093-97CE-9C2A-DD3C-BF5BD49509F8}"/>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mn-lt"/>
              </a:defRPr>
            </a:lvl1pPr>
          </a:lstStyle>
          <a:p>
            <a:fld id="{73490A59-D3E2-A64D-A2FA-D689A8266F0F}" type="slidenum">
              <a:rPr lang="en-US" smtClean="0"/>
              <a:pPr/>
              <a:t>‹#›</a:t>
            </a:fld>
            <a:endParaRPr lang="en-US" dirty="0"/>
          </a:p>
        </p:txBody>
      </p:sp>
      <p:sp>
        <p:nvSpPr>
          <p:cNvPr id="2" name="Text Placeholder 4">
            <a:extLst>
              <a:ext uri="{FF2B5EF4-FFF2-40B4-BE49-F238E27FC236}">
                <a16:creationId xmlns:a16="http://schemas.microsoft.com/office/drawing/2014/main" id="{8A7AFB66-7F18-6897-BCA1-B1E279E9B621}"/>
              </a:ext>
            </a:extLst>
          </p:cNvPr>
          <p:cNvSpPr>
            <a:spLocks noGrp="1"/>
          </p:cNvSpPr>
          <p:nvPr>
            <p:ph type="body" sz="quarter" idx="10" hasCustomPrompt="1"/>
          </p:nvPr>
        </p:nvSpPr>
        <p:spPr>
          <a:xfrm>
            <a:off x="661975" y="525188"/>
            <a:ext cx="6928797" cy="696729"/>
          </a:xfrm>
        </p:spPr>
        <p:txBody>
          <a:bodyPr wrap="square" lIns="0" tIns="0" rIns="0" bIns="0">
            <a:spAutoFit/>
          </a:bodyPr>
          <a:lstStyle>
            <a:lvl1pPr marL="0" indent="0">
              <a:buNone/>
              <a:defRPr sz="5000" b="0" i="0" cap="none"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 Heading</a:t>
            </a:r>
          </a:p>
        </p:txBody>
      </p:sp>
      <p:sp>
        <p:nvSpPr>
          <p:cNvPr id="5" name="Text Placeholder 4">
            <a:extLst>
              <a:ext uri="{FF2B5EF4-FFF2-40B4-BE49-F238E27FC236}">
                <a16:creationId xmlns:a16="http://schemas.microsoft.com/office/drawing/2014/main" id="{05F6AF10-5DE0-B678-E0FE-12F7926F57A2}"/>
              </a:ext>
            </a:extLst>
          </p:cNvPr>
          <p:cNvSpPr>
            <a:spLocks noGrp="1"/>
          </p:cNvSpPr>
          <p:nvPr>
            <p:ph type="body" sz="quarter" idx="14"/>
          </p:nvPr>
        </p:nvSpPr>
        <p:spPr>
          <a:xfrm>
            <a:off x="647387" y="2048646"/>
            <a:ext cx="6928797" cy="4068375"/>
          </a:xfrm>
        </p:spPr>
        <p:txBody>
          <a:bodyPr wrap="square" lIns="0" tIns="0" rIns="0" bIns="0">
            <a:noAutofit/>
          </a:bodyPr>
          <a:lstStyle>
            <a:lvl1pPr marL="285750" indent="-285750">
              <a:buClr>
                <a:schemeClr val="accent2"/>
              </a:buClr>
              <a:buFont typeface="System Font Regular"/>
              <a:buChar char="&gt;"/>
              <a:defRPr sz="2300" b="0" i="0" cap="none" baseline="0">
                <a:solidFill>
                  <a:schemeClr val="tx1"/>
                </a:solidFill>
                <a:latin typeface="+mn-lt"/>
                <a:ea typeface="Red Hat Display" panose="02010303040201060303" pitchFamily="2" charset="0"/>
                <a:cs typeface="Arial" panose="020B0604020202020204" pitchFamily="34" charset="0"/>
              </a:defRPr>
            </a:lvl1pPr>
            <a:lvl2pPr marL="628650" indent="-285750">
              <a:buClr>
                <a:schemeClr val="accent2"/>
              </a:buClr>
              <a:buFont typeface="Arial" panose="020B0604020202020204" pitchFamily="34" charset="0"/>
              <a:buChar char="•"/>
              <a:defRPr sz="2000" b="0" i="0" cap="none" baseline="0">
                <a:solidFill>
                  <a:schemeClr val="tx1"/>
                </a:solidFill>
                <a:latin typeface="+mn-lt"/>
                <a:ea typeface="Red Hat Display" panose="02010303040201060303" pitchFamily="2" charset="0"/>
                <a:cs typeface="Arial" panose="020B0604020202020204" pitchFamily="34" charset="0"/>
              </a:defRPr>
            </a:lvl2pPr>
            <a:lvl3pPr marL="1069975" indent="-384175">
              <a:buClr>
                <a:schemeClr val="accent2"/>
              </a:buClr>
              <a:buFont typeface="System Font Regular"/>
              <a:buChar char="–"/>
              <a:tabLst/>
              <a:defRPr sz="1800" b="0" i="0" cap="none" baseline="0">
                <a:solidFill>
                  <a:schemeClr val="tx1"/>
                </a:solidFill>
                <a:latin typeface="+mn-lt"/>
                <a:ea typeface="Red Hat Display" panose="02010303040201060303" pitchFamily="2" charset="0"/>
                <a:cs typeface="Arial" panose="020B0604020202020204" pitchFamily="34" charset="0"/>
              </a:defRPr>
            </a:lvl3pPr>
            <a:lvl4pPr marL="1430338" indent="-285750">
              <a:buClr>
                <a:schemeClr val="accent2"/>
              </a:buClr>
              <a:buFont typeface="System Font Regular"/>
              <a:buChar char="–"/>
              <a:tabLst/>
              <a:defRPr sz="1600" b="0" i="0" cap="none" baseline="0">
                <a:solidFill>
                  <a:schemeClr val="tx1"/>
                </a:solidFill>
                <a:latin typeface="+mn-lt"/>
                <a:ea typeface="Red Hat Display" panose="02010303040201060303" pitchFamily="2" charset="0"/>
                <a:cs typeface="Arial" panose="020B0604020202020204" pitchFamily="34" charset="0"/>
              </a:defRPr>
            </a:lvl4pPr>
            <a:lvl5pPr marL="1916113" indent="-273050">
              <a:buClr>
                <a:schemeClr val="accent2"/>
              </a:buClr>
              <a:buFont typeface="System Font Regular"/>
              <a:buChar char="–"/>
              <a:tabLst/>
              <a:defRPr sz="1400" b="0" i="0" cap="none" baseline="0">
                <a:solidFill>
                  <a:schemeClr val="tx1"/>
                </a:solidFill>
                <a:latin typeface="+mn-lt"/>
                <a:ea typeface="Red Hat Display" panose="02010303040201060303" pitchFamily="2"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19">
            <a:extLst>
              <a:ext uri="{FF2B5EF4-FFF2-40B4-BE49-F238E27FC236}">
                <a16:creationId xmlns:a16="http://schemas.microsoft.com/office/drawing/2014/main" id="{9F6AF615-B6D6-5960-4D8E-326B8810F7B6}"/>
              </a:ext>
            </a:extLst>
          </p:cNvPr>
          <p:cNvSpPr>
            <a:spLocks noGrp="1"/>
          </p:cNvSpPr>
          <p:nvPr>
            <p:ph type="pic" sz="quarter" idx="13"/>
          </p:nvPr>
        </p:nvSpPr>
        <p:spPr>
          <a:xfrm>
            <a:off x="8110852" y="525187"/>
            <a:ext cx="4081147" cy="6332813"/>
          </a:xfrm>
          <a:solidFill>
            <a:schemeClr val="bg1">
              <a:lumMod val="85000"/>
            </a:schemeClr>
          </a:solidFill>
        </p:spPr>
        <p:txBody>
          <a:bodyPr>
            <a:normAutofit/>
          </a:bodyPr>
          <a:lstStyle>
            <a:lvl1pPr marL="0" indent="0" algn="r">
              <a:buNone/>
              <a:defRPr sz="1200"/>
            </a:lvl1pPr>
          </a:lstStyle>
          <a:p>
            <a:r>
              <a:rPr lang="en-US"/>
              <a:t>Click icon to add picture</a:t>
            </a:r>
            <a:endParaRPr lang="en-US" dirty="0"/>
          </a:p>
        </p:txBody>
      </p:sp>
      <p:sp>
        <p:nvSpPr>
          <p:cNvPr id="4" name="Picture Placeholder 5">
            <a:extLst>
              <a:ext uri="{FF2B5EF4-FFF2-40B4-BE49-F238E27FC236}">
                <a16:creationId xmlns:a16="http://schemas.microsoft.com/office/drawing/2014/main" id="{3EA95E37-EB04-68DA-554D-1F2B083CB7A2}"/>
              </a:ext>
            </a:extLst>
          </p:cNvPr>
          <p:cNvSpPr>
            <a:spLocks noGrp="1"/>
          </p:cNvSpPr>
          <p:nvPr>
            <p:ph type="pic" sz="quarter" idx="20"/>
          </p:nvPr>
        </p:nvSpPr>
        <p:spPr>
          <a:xfrm rot="5400000">
            <a:off x="8100222" y="422453"/>
            <a:ext cx="758645" cy="759961"/>
          </a:xfrm>
          <a:prstGeom prst="rtTriangle">
            <a:avLst/>
          </a:prstGeom>
          <a:solidFill>
            <a:schemeClr val="bg1"/>
          </a:solidFill>
        </p:spPr>
        <p:txBody>
          <a:bodyPr/>
          <a:lstStyle>
            <a:lvl1pPr marL="0" indent="0">
              <a:buNone/>
              <a:defRPr>
                <a:solidFill>
                  <a:schemeClr val="tx1">
                    <a:alpha val="0"/>
                  </a:schemeClr>
                </a:solidFill>
              </a:defRPr>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7C24133B-8BA5-8F2F-42C7-7FB3761133A0}"/>
              </a:ext>
            </a:extLst>
          </p:cNvPr>
          <p:cNvSpPr>
            <a:spLocks noGrp="1"/>
          </p:cNvSpPr>
          <p:nvPr>
            <p:ph type="pic" sz="quarter" idx="21"/>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3569126271"/>
      </p:ext>
    </p:extLst>
  </p:cSld>
  <p:clrMapOvr>
    <a:masterClrMapping/>
  </p:clrMapOvr>
  <p:transition spd="slow">
    <p:wipe dir="r"/>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Light_Pullout_Quote_Image_V2">
    <p:bg>
      <p:bgPr>
        <a:solidFill>
          <a:schemeClr val="bg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FFD43DD4-1FE9-E560-2FF4-48A0A4E1ED40}"/>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Slide Number Placeholder 5">
            <a:extLst>
              <a:ext uri="{FF2B5EF4-FFF2-40B4-BE49-F238E27FC236}">
                <a16:creationId xmlns:a16="http://schemas.microsoft.com/office/drawing/2014/main" id="{97AFE093-97CE-9C2A-DD3C-BF5BD49509F8}"/>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latin typeface="+mn-lt"/>
              </a:defRPr>
            </a:lvl1pPr>
          </a:lstStyle>
          <a:p>
            <a:fld id="{73490A59-D3E2-A64D-A2FA-D689A8266F0F}" type="slidenum">
              <a:rPr lang="en-US" smtClean="0"/>
              <a:pPr/>
              <a:t>‹#›</a:t>
            </a:fld>
            <a:endParaRPr lang="en-US" dirty="0"/>
          </a:p>
        </p:txBody>
      </p:sp>
      <p:sp>
        <p:nvSpPr>
          <p:cNvPr id="3" name="Text Placeholder 4">
            <a:extLst>
              <a:ext uri="{FF2B5EF4-FFF2-40B4-BE49-F238E27FC236}">
                <a16:creationId xmlns:a16="http://schemas.microsoft.com/office/drawing/2014/main" id="{84EF93B9-83AF-C231-F0CD-6DCF2A5E4322}"/>
              </a:ext>
            </a:extLst>
          </p:cNvPr>
          <p:cNvSpPr>
            <a:spLocks noGrp="1"/>
          </p:cNvSpPr>
          <p:nvPr>
            <p:ph type="body" sz="quarter" idx="10" hasCustomPrompt="1"/>
          </p:nvPr>
        </p:nvSpPr>
        <p:spPr>
          <a:xfrm>
            <a:off x="661975" y="525188"/>
            <a:ext cx="6928797" cy="696729"/>
          </a:xfrm>
        </p:spPr>
        <p:txBody>
          <a:bodyPr wrap="square" lIns="0" tIns="0" rIns="0" bIns="0">
            <a:spAutoFit/>
          </a:bodyPr>
          <a:lstStyle>
            <a:lvl1pPr marL="0" indent="0">
              <a:buNone/>
              <a:defRPr sz="5000" b="0" i="0" cap="none" baseline="0">
                <a:solidFill>
                  <a:schemeClr val="tx1"/>
                </a:solidFill>
                <a:latin typeface="+mn-lt"/>
                <a:ea typeface="Red Hat Display Light" panose="02010303040201060303" pitchFamily="2" charset="0"/>
                <a:cs typeface="Arial" panose="020B0604020202020204" pitchFamily="34" charset="0"/>
              </a:defRPr>
            </a:lvl1pPr>
            <a:lvl2pPr marL="3429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buNone/>
              <a:defRPr b="0" i="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stStyle>
          <a:p>
            <a:pPr lvl="0"/>
            <a:r>
              <a:rPr lang="en-GB" dirty="0"/>
              <a:t>Slide Heading</a:t>
            </a:r>
          </a:p>
        </p:txBody>
      </p:sp>
      <p:sp>
        <p:nvSpPr>
          <p:cNvPr id="2" name="Text Placeholder 4">
            <a:extLst>
              <a:ext uri="{FF2B5EF4-FFF2-40B4-BE49-F238E27FC236}">
                <a16:creationId xmlns:a16="http://schemas.microsoft.com/office/drawing/2014/main" id="{D6FDDC0E-0CD2-AF23-C6A1-42172D659B2E}"/>
              </a:ext>
            </a:extLst>
          </p:cNvPr>
          <p:cNvSpPr>
            <a:spLocks noGrp="1"/>
          </p:cNvSpPr>
          <p:nvPr>
            <p:ph type="body" sz="quarter" idx="14"/>
          </p:nvPr>
        </p:nvSpPr>
        <p:spPr>
          <a:xfrm>
            <a:off x="647387" y="2048646"/>
            <a:ext cx="6943385" cy="4068375"/>
          </a:xfrm>
        </p:spPr>
        <p:txBody>
          <a:bodyPr wrap="square" lIns="0" tIns="0" rIns="0" bIns="0">
            <a:noAutofit/>
          </a:bodyPr>
          <a:lstStyle>
            <a:lvl1pPr marL="285750" indent="-285750">
              <a:buClr>
                <a:schemeClr val="accent2"/>
              </a:buClr>
              <a:buFont typeface="System Font Regular"/>
              <a:buChar char="&gt;"/>
              <a:defRPr sz="2300" b="0" i="0" cap="none" baseline="0">
                <a:solidFill>
                  <a:schemeClr val="tx1"/>
                </a:solidFill>
                <a:latin typeface="+mn-lt"/>
                <a:ea typeface="Red Hat Display" panose="02010303040201060303" pitchFamily="2" charset="0"/>
                <a:cs typeface="Arial" panose="020B0604020202020204" pitchFamily="34" charset="0"/>
              </a:defRPr>
            </a:lvl1pPr>
            <a:lvl2pPr marL="628650" indent="-285750">
              <a:buClr>
                <a:schemeClr val="accent2"/>
              </a:buClr>
              <a:buFont typeface="Arial" panose="020B0604020202020204" pitchFamily="34" charset="0"/>
              <a:buChar char="•"/>
              <a:defRPr sz="2000" b="0" i="0" cap="none" baseline="0">
                <a:solidFill>
                  <a:schemeClr val="tx1"/>
                </a:solidFill>
                <a:latin typeface="+mn-lt"/>
                <a:ea typeface="Red Hat Display" panose="02010303040201060303" pitchFamily="2" charset="0"/>
                <a:cs typeface="Arial" panose="020B0604020202020204" pitchFamily="34" charset="0"/>
              </a:defRPr>
            </a:lvl2pPr>
            <a:lvl3pPr marL="1069975" indent="-384175">
              <a:buClr>
                <a:schemeClr val="accent2"/>
              </a:buClr>
              <a:buFont typeface="System Font Regular"/>
              <a:buChar char="–"/>
              <a:tabLst/>
              <a:defRPr sz="1800" b="0" i="0" cap="none" baseline="0">
                <a:solidFill>
                  <a:schemeClr val="tx1"/>
                </a:solidFill>
                <a:latin typeface="+mn-lt"/>
                <a:ea typeface="Red Hat Display" panose="02010303040201060303" pitchFamily="2" charset="0"/>
                <a:cs typeface="Arial" panose="020B0604020202020204" pitchFamily="34" charset="0"/>
              </a:defRPr>
            </a:lvl3pPr>
            <a:lvl4pPr marL="1430338" indent="-285750">
              <a:buClr>
                <a:schemeClr val="accent2"/>
              </a:buClr>
              <a:buFont typeface="System Font Regular"/>
              <a:buChar char="–"/>
              <a:tabLst/>
              <a:defRPr sz="1600" b="0" i="0" cap="none" baseline="0">
                <a:solidFill>
                  <a:schemeClr val="tx1"/>
                </a:solidFill>
                <a:latin typeface="+mn-lt"/>
                <a:ea typeface="Red Hat Display" panose="02010303040201060303" pitchFamily="2" charset="0"/>
                <a:cs typeface="Arial" panose="020B0604020202020204" pitchFamily="34" charset="0"/>
              </a:defRPr>
            </a:lvl4pPr>
            <a:lvl5pPr marL="1916113" indent="-273050">
              <a:buClr>
                <a:schemeClr val="accent2"/>
              </a:buClr>
              <a:buFont typeface="System Font Regular"/>
              <a:buChar char="–"/>
              <a:tabLst/>
              <a:defRPr sz="1400" b="0" i="0" cap="none" baseline="0">
                <a:solidFill>
                  <a:schemeClr val="tx1"/>
                </a:solidFill>
                <a:latin typeface="+mn-lt"/>
                <a:ea typeface="Red Hat Display" panose="02010303040201060303" pitchFamily="2"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19">
            <a:extLst>
              <a:ext uri="{FF2B5EF4-FFF2-40B4-BE49-F238E27FC236}">
                <a16:creationId xmlns:a16="http://schemas.microsoft.com/office/drawing/2014/main" id="{79DFF75D-00F8-832A-E176-98DEFE888C5A}"/>
              </a:ext>
            </a:extLst>
          </p:cNvPr>
          <p:cNvSpPr>
            <a:spLocks noGrp="1"/>
          </p:cNvSpPr>
          <p:nvPr>
            <p:ph type="pic" sz="quarter" idx="13"/>
          </p:nvPr>
        </p:nvSpPr>
        <p:spPr>
          <a:xfrm>
            <a:off x="8110852" y="525187"/>
            <a:ext cx="4081147" cy="6332813"/>
          </a:xfrm>
          <a:solidFill>
            <a:schemeClr val="bg1">
              <a:lumMod val="85000"/>
            </a:schemeClr>
          </a:solidFill>
        </p:spPr>
        <p:txBody>
          <a:bodyPr>
            <a:normAutofit/>
          </a:bodyPr>
          <a:lstStyle>
            <a:lvl1pPr marL="0" indent="0" algn="r">
              <a:buNone/>
              <a:defRPr sz="1200"/>
            </a:lvl1pPr>
          </a:lstStyle>
          <a:p>
            <a:r>
              <a:rPr lang="en-US"/>
              <a:t>Click icon to add picture</a:t>
            </a:r>
            <a:endParaRPr lang="en-US" dirty="0"/>
          </a:p>
        </p:txBody>
      </p:sp>
      <p:sp>
        <p:nvSpPr>
          <p:cNvPr id="7" name="Picture Placeholder 5">
            <a:extLst>
              <a:ext uri="{FF2B5EF4-FFF2-40B4-BE49-F238E27FC236}">
                <a16:creationId xmlns:a16="http://schemas.microsoft.com/office/drawing/2014/main" id="{D78368D7-F378-89FC-8DFC-306C30D1AC6A}"/>
              </a:ext>
            </a:extLst>
          </p:cNvPr>
          <p:cNvSpPr>
            <a:spLocks noGrp="1"/>
          </p:cNvSpPr>
          <p:nvPr>
            <p:ph type="pic" sz="quarter" idx="20"/>
          </p:nvPr>
        </p:nvSpPr>
        <p:spPr>
          <a:xfrm rot="5400000">
            <a:off x="8100222" y="422453"/>
            <a:ext cx="758645" cy="759961"/>
          </a:xfrm>
          <a:prstGeom prst="rtTriangle">
            <a:avLst/>
          </a:prstGeom>
          <a:solidFill>
            <a:schemeClr val="bg1"/>
          </a:solidFill>
        </p:spPr>
        <p:txBody>
          <a:bodyPr/>
          <a:lstStyle>
            <a:lvl1pPr marL="0" indent="0">
              <a:buNone/>
              <a:defRPr>
                <a:solidFill>
                  <a:schemeClr val="tx1">
                    <a:alpha val="0"/>
                  </a:schemeClr>
                </a:solidFill>
              </a:defRPr>
            </a:lvl1pPr>
          </a:lstStyle>
          <a:p>
            <a:r>
              <a:rPr lang="en-US"/>
              <a:t>Click icon to add picture</a:t>
            </a:r>
            <a:endParaRPr lang="en-US" dirty="0"/>
          </a:p>
        </p:txBody>
      </p:sp>
      <p:sp>
        <p:nvSpPr>
          <p:cNvPr id="8" name="Picture Placeholder 8">
            <a:extLst>
              <a:ext uri="{FF2B5EF4-FFF2-40B4-BE49-F238E27FC236}">
                <a16:creationId xmlns:a16="http://schemas.microsoft.com/office/drawing/2014/main" id="{3422D9D6-DDC8-789E-6DAD-8562B9564A32}"/>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445527004"/>
      </p:ext>
    </p:extLst>
  </p:cSld>
  <p:clrMapOvr>
    <a:masterClrMapping/>
  </p:clrMapOvr>
  <p:transition spd="slow">
    <p:wipe dir="r"/>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Dark_Question_Slide_V2">
    <p:bg>
      <p:bgPr>
        <a:solidFill>
          <a:schemeClr val="bg1"/>
        </a:solidFill>
        <a:effectLst/>
      </p:bgPr>
    </p:bg>
    <p:spTree>
      <p:nvGrpSpPr>
        <p:cNvPr id="1" name=""/>
        <p:cNvGrpSpPr/>
        <p:nvPr/>
      </p:nvGrpSpPr>
      <p:grpSpPr>
        <a:xfrm>
          <a:off x="0" y="0"/>
          <a:ext cx="0" cy="0"/>
          <a:chOff x="0" y="0"/>
          <a:chExt cx="0" cy="0"/>
        </a:xfrm>
      </p:grpSpPr>
      <p:sp>
        <p:nvSpPr>
          <p:cNvPr id="6" name="Picture Placeholder 13">
            <a:extLst>
              <a:ext uri="{FF2B5EF4-FFF2-40B4-BE49-F238E27FC236}">
                <a16:creationId xmlns:a16="http://schemas.microsoft.com/office/drawing/2014/main" id="{6077BB1A-E35F-AB8B-1D47-6A42C6F4DF9D}"/>
              </a:ext>
            </a:extLst>
          </p:cNvPr>
          <p:cNvSpPr>
            <a:spLocks noGrp="1"/>
          </p:cNvSpPr>
          <p:nvPr>
            <p:ph type="pic" sz="quarter" idx="19"/>
          </p:nvPr>
        </p:nvSpPr>
        <p:spPr>
          <a:xfrm>
            <a:off x="0" y="0"/>
            <a:ext cx="12192000" cy="6858000"/>
          </a:xfrm>
          <a:solidFill>
            <a:schemeClr val="bg1">
              <a:lumMod val="85000"/>
            </a:schemeClr>
          </a:solidFill>
        </p:spPr>
        <p:txBody>
          <a:bodyPr>
            <a:normAutofit/>
          </a:bodyPr>
          <a:lstStyle>
            <a:lvl1pPr marL="0" indent="0" algn="r">
              <a:buNone/>
              <a:defRPr sz="100">
                <a:solidFill>
                  <a:schemeClr val="bg1">
                    <a:lumMod val="95000"/>
                  </a:schemeClr>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8" name="Picture Placeholder 11">
            <a:extLst>
              <a:ext uri="{FF2B5EF4-FFF2-40B4-BE49-F238E27FC236}">
                <a16:creationId xmlns:a16="http://schemas.microsoft.com/office/drawing/2014/main" id="{09971139-6F8E-9ED6-7194-7A84BC2FDF79}"/>
              </a:ext>
            </a:extLst>
          </p:cNvPr>
          <p:cNvSpPr>
            <a:spLocks noGrp="1"/>
          </p:cNvSpPr>
          <p:nvPr>
            <p:ph type="pic" sz="quarter" idx="15"/>
          </p:nvPr>
        </p:nvSpPr>
        <p:spPr>
          <a:xfrm flipV="1">
            <a:off x="206824" y="2145527"/>
            <a:ext cx="7245545" cy="4529964"/>
          </a:xfrm>
          <a:prstGeom prst="snip1Rect">
            <a:avLst>
              <a:gd name="adj" fmla="val 29633"/>
            </a:avLst>
          </a:prstGeom>
          <a:solidFill>
            <a:schemeClr val="tx2"/>
          </a:solidFill>
        </p:spPr>
        <p:txBody>
          <a:bodyPr/>
          <a:lstStyle>
            <a:lvl1pPr marL="0" indent="0">
              <a:buNone/>
              <a:defRPr>
                <a:solidFill>
                  <a:schemeClr val="tx2"/>
                </a:solidFill>
              </a:defRPr>
            </a:lvl1pPr>
          </a:lstStyle>
          <a:p>
            <a:r>
              <a:rPr lang="en-US"/>
              <a:t>Click icon to add picture</a:t>
            </a:r>
            <a:endParaRPr lang="en-US" dirty="0"/>
          </a:p>
        </p:txBody>
      </p:sp>
      <p:sp>
        <p:nvSpPr>
          <p:cNvPr id="9" name="Picture Placeholder 8">
            <a:extLst>
              <a:ext uri="{FF2B5EF4-FFF2-40B4-BE49-F238E27FC236}">
                <a16:creationId xmlns:a16="http://schemas.microsoft.com/office/drawing/2014/main" id="{4CAB4746-3D25-83A1-A838-6B71CA424522}"/>
              </a:ext>
            </a:extLst>
          </p:cNvPr>
          <p:cNvSpPr>
            <a:spLocks noGrp="1"/>
          </p:cNvSpPr>
          <p:nvPr>
            <p:ph type="pic" sz="quarter" idx="21"/>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
        <p:nvSpPr>
          <p:cNvPr id="4" name="Text Placeholder 11">
            <a:extLst>
              <a:ext uri="{FF2B5EF4-FFF2-40B4-BE49-F238E27FC236}">
                <a16:creationId xmlns:a16="http://schemas.microsoft.com/office/drawing/2014/main" id="{0F5DA493-68AD-1E9C-0862-B446B9D5E42B}"/>
              </a:ext>
            </a:extLst>
          </p:cNvPr>
          <p:cNvSpPr>
            <a:spLocks noGrp="1"/>
          </p:cNvSpPr>
          <p:nvPr>
            <p:ph type="body" sz="quarter" idx="13" hasCustomPrompt="1"/>
          </p:nvPr>
        </p:nvSpPr>
        <p:spPr>
          <a:xfrm>
            <a:off x="618848" y="2751169"/>
            <a:ext cx="4498929" cy="557397"/>
          </a:xfrm>
        </p:spPr>
        <p:txBody>
          <a:bodyPr lIns="0" tIns="0" rIns="0" bIns="0">
            <a:spAutoFit/>
          </a:bodyPr>
          <a:lstStyle>
            <a:lvl1pPr marL="0" indent="0">
              <a:buNone/>
              <a:defRPr sz="4000" b="0" i="0" cap="none" baseline="0">
                <a:solidFill>
                  <a:schemeClr val="bg1"/>
                </a:solidFill>
                <a:latin typeface="+mn-lt"/>
                <a:ea typeface="Red Hat Display Light" panose="02010303040201060303" pitchFamily="2" charset="0"/>
                <a:cs typeface="Arial" panose="020B0604020202020204" pitchFamily="34" charset="0"/>
              </a:defRPr>
            </a:lvl1pPr>
          </a:lstStyle>
          <a:p>
            <a:pPr lvl="0"/>
            <a:r>
              <a:rPr lang="en-US" dirty="0"/>
              <a:t>Slide heading</a:t>
            </a:r>
          </a:p>
        </p:txBody>
      </p:sp>
      <p:sp>
        <p:nvSpPr>
          <p:cNvPr id="5" name="Content Placeholder 22">
            <a:extLst>
              <a:ext uri="{FF2B5EF4-FFF2-40B4-BE49-F238E27FC236}">
                <a16:creationId xmlns:a16="http://schemas.microsoft.com/office/drawing/2014/main" id="{D7014520-729E-4F64-B6ED-829F856524AE}"/>
              </a:ext>
            </a:extLst>
          </p:cNvPr>
          <p:cNvSpPr>
            <a:spLocks noGrp="1"/>
          </p:cNvSpPr>
          <p:nvPr>
            <p:ph sz="quarter" idx="17"/>
          </p:nvPr>
        </p:nvSpPr>
        <p:spPr>
          <a:xfrm flipV="1">
            <a:off x="603980" y="3406140"/>
            <a:ext cx="814686" cy="45719"/>
          </a:xfrm>
          <a:custGeom>
            <a:avLst/>
            <a:gdLst>
              <a:gd name="connsiteX0" fmla="*/ 0 w 1229642"/>
              <a:gd name="connsiteY0" fmla="*/ 36000 h 36000"/>
              <a:gd name="connsiteX1" fmla="*/ 1229642 w 1229642"/>
              <a:gd name="connsiteY1" fmla="*/ 36000 h 36000"/>
              <a:gd name="connsiteX2" fmla="*/ 1184821 w 1229642"/>
              <a:gd name="connsiteY2" fmla="*/ 0 h 36000"/>
              <a:gd name="connsiteX3" fmla="*/ 6000 w 1229642"/>
              <a:gd name="connsiteY3" fmla="*/ 0 h 36000"/>
              <a:gd name="connsiteX4" fmla="*/ 0 w 1229642"/>
              <a:gd name="connsiteY4" fmla="*/ 6000 h 3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9642" h="36000">
                <a:moveTo>
                  <a:pt x="0" y="36000"/>
                </a:moveTo>
                <a:lnTo>
                  <a:pt x="1229642" y="36000"/>
                </a:lnTo>
                <a:lnTo>
                  <a:pt x="1184821" y="0"/>
                </a:lnTo>
                <a:lnTo>
                  <a:pt x="6000" y="0"/>
                </a:lnTo>
                <a:cubicBezTo>
                  <a:pt x="2686" y="0"/>
                  <a:pt x="0" y="2686"/>
                  <a:pt x="0" y="6000"/>
                </a:cubicBezTo>
                <a:close/>
              </a:path>
            </a:pathLst>
          </a:custGeom>
          <a:solidFill>
            <a:schemeClr val="accent2"/>
          </a:solidFill>
        </p:spPr>
        <p:txBody>
          <a:bodyPr wrap="square">
            <a:noAutofit/>
          </a:bodyPr>
          <a:lstStyle>
            <a:lvl1pPr marL="0" indent="0">
              <a:buNone/>
              <a:defRPr sz="800">
                <a:noFill/>
                <a:latin typeface="+mn-lt"/>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Tree>
    <p:extLst>
      <p:ext uri="{BB962C8B-B14F-4D97-AF65-F5344CB8AC3E}">
        <p14:creationId xmlns:p14="http://schemas.microsoft.com/office/powerpoint/2010/main" val="94155140"/>
      </p:ext>
    </p:extLst>
  </p:cSld>
  <p:clrMapOvr>
    <a:masterClrMapping/>
  </p:clrMapOvr>
  <p:transition spd="slow">
    <p:wipe dir="r"/>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Dark_Question_Slide_V1">
    <p:bg>
      <p:bgPr>
        <a:solidFill>
          <a:schemeClr val="bg1"/>
        </a:solidFill>
        <a:effectLst/>
      </p:bgPr>
    </p:bg>
    <p:spTree>
      <p:nvGrpSpPr>
        <p:cNvPr id="1" name=""/>
        <p:cNvGrpSpPr/>
        <p:nvPr/>
      </p:nvGrpSpPr>
      <p:grpSpPr>
        <a:xfrm>
          <a:off x="0" y="0"/>
          <a:ext cx="0" cy="0"/>
          <a:chOff x="0" y="0"/>
          <a:chExt cx="0" cy="0"/>
        </a:xfrm>
      </p:grpSpPr>
      <p:sp>
        <p:nvSpPr>
          <p:cNvPr id="5" name="Picture Placeholder 13">
            <a:extLst>
              <a:ext uri="{FF2B5EF4-FFF2-40B4-BE49-F238E27FC236}">
                <a16:creationId xmlns:a16="http://schemas.microsoft.com/office/drawing/2014/main" id="{5FA2EC67-9059-27A6-6CFA-E80AD9D29BD1}"/>
              </a:ext>
            </a:extLst>
          </p:cNvPr>
          <p:cNvSpPr>
            <a:spLocks noGrp="1"/>
          </p:cNvSpPr>
          <p:nvPr>
            <p:ph type="pic" sz="quarter" idx="19"/>
          </p:nvPr>
        </p:nvSpPr>
        <p:spPr>
          <a:xfrm>
            <a:off x="0" y="0"/>
            <a:ext cx="12192000" cy="6858000"/>
          </a:xfrm>
          <a:solidFill>
            <a:schemeClr val="bg1">
              <a:lumMod val="85000"/>
            </a:schemeClr>
          </a:solidFill>
        </p:spPr>
        <p:txBody>
          <a:bodyPr>
            <a:normAutofit/>
          </a:bodyPr>
          <a:lstStyle>
            <a:lvl1pPr marL="0" indent="0" algn="r">
              <a:buNone/>
              <a:defRPr sz="100">
                <a:solidFill>
                  <a:schemeClr val="bg1">
                    <a:lumMod val="95000"/>
                  </a:schemeClr>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Picture Placeholder 11">
            <a:extLst>
              <a:ext uri="{FF2B5EF4-FFF2-40B4-BE49-F238E27FC236}">
                <a16:creationId xmlns:a16="http://schemas.microsoft.com/office/drawing/2014/main" id="{3AFC4928-D42E-73FF-AFAD-7A8EFA6A7FB5}"/>
              </a:ext>
            </a:extLst>
          </p:cNvPr>
          <p:cNvSpPr>
            <a:spLocks noGrp="1"/>
          </p:cNvSpPr>
          <p:nvPr>
            <p:ph type="pic" sz="quarter" idx="15"/>
          </p:nvPr>
        </p:nvSpPr>
        <p:spPr>
          <a:xfrm flipV="1">
            <a:off x="206824" y="2145527"/>
            <a:ext cx="7245545" cy="4529964"/>
          </a:xfrm>
          <a:prstGeom prst="snip1Rect">
            <a:avLst>
              <a:gd name="adj" fmla="val 29633"/>
            </a:avLst>
          </a:prstGeom>
          <a:solidFill>
            <a:schemeClr val="tx2"/>
          </a:solidFill>
        </p:spPr>
        <p:txBody>
          <a:bodyPr/>
          <a:lstStyle>
            <a:lvl1pPr marL="0" indent="0">
              <a:buNone/>
              <a:defRPr>
                <a:solidFill>
                  <a:schemeClr val="tx2"/>
                </a:solidFill>
              </a:defRPr>
            </a:lvl1pPr>
          </a:lstStyle>
          <a:p>
            <a:r>
              <a:rPr lang="en-US"/>
              <a:t>Click icon to add picture</a:t>
            </a:r>
            <a:endParaRPr lang="en-US" dirty="0"/>
          </a:p>
        </p:txBody>
      </p:sp>
      <p:sp>
        <p:nvSpPr>
          <p:cNvPr id="8" name="Picture Placeholder 8">
            <a:extLst>
              <a:ext uri="{FF2B5EF4-FFF2-40B4-BE49-F238E27FC236}">
                <a16:creationId xmlns:a16="http://schemas.microsoft.com/office/drawing/2014/main" id="{DD96FE11-2C6F-4F2C-0F22-40E98646873B}"/>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
        <p:nvSpPr>
          <p:cNvPr id="12" name="Text Placeholder 11">
            <a:extLst>
              <a:ext uri="{FF2B5EF4-FFF2-40B4-BE49-F238E27FC236}">
                <a16:creationId xmlns:a16="http://schemas.microsoft.com/office/drawing/2014/main" id="{FFF1988E-468B-7DBA-679A-890CC57600A5}"/>
              </a:ext>
            </a:extLst>
          </p:cNvPr>
          <p:cNvSpPr>
            <a:spLocks noGrp="1"/>
          </p:cNvSpPr>
          <p:nvPr>
            <p:ph type="body" sz="quarter" idx="13" hasCustomPrompt="1"/>
          </p:nvPr>
        </p:nvSpPr>
        <p:spPr>
          <a:xfrm>
            <a:off x="618848" y="2751169"/>
            <a:ext cx="4498929" cy="557397"/>
          </a:xfrm>
        </p:spPr>
        <p:txBody>
          <a:bodyPr lIns="0" tIns="0" rIns="0" bIns="0">
            <a:spAutoFit/>
          </a:bodyPr>
          <a:lstStyle>
            <a:lvl1pPr marL="0" indent="0">
              <a:buNone/>
              <a:defRPr sz="4000" b="0" i="0" cap="none" baseline="0">
                <a:solidFill>
                  <a:schemeClr val="bg1"/>
                </a:solidFill>
                <a:latin typeface="+mn-lt"/>
                <a:ea typeface="Red Hat Display Light" panose="02010303040201060303" pitchFamily="2" charset="0"/>
                <a:cs typeface="Arial" panose="020B0604020202020204" pitchFamily="34" charset="0"/>
              </a:defRPr>
            </a:lvl1pPr>
          </a:lstStyle>
          <a:p>
            <a:pPr lvl="0"/>
            <a:r>
              <a:rPr lang="en-US" dirty="0"/>
              <a:t>Slide heading</a:t>
            </a:r>
          </a:p>
        </p:txBody>
      </p:sp>
      <p:sp>
        <p:nvSpPr>
          <p:cNvPr id="3" name="Content Placeholder 22">
            <a:extLst>
              <a:ext uri="{FF2B5EF4-FFF2-40B4-BE49-F238E27FC236}">
                <a16:creationId xmlns:a16="http://schemas.microsoft.com/office/drawing/2014/main" id="{58542E3E-64F1-BED4-6A15-E7F1CB5F9E5D}"/>
              </a:ext>
            </a:extLst>
          </p:cNvPr>
          <p:cNvSpPr>
            <a:spLocks noGrp="1"/>
          </p:cNvSpPr>
          <p:nvPr>
            <p:ph sz="quarter" idx="17"/>
          </p:nvPr>
        </p:nvSpPr>
        <p:spPr>
          <a:xfrm flipV="1">
            <a:off x="603980" y="3406140"/>
            <a:ext cx="814686" cy="45719"/>
          </a:xfrm>
          <a:custGeom>
            <a:avLst/>
            <a:gdLst>
              <a:gd name="connsiteX0" fmla="*/ 0 w 1229642"/>
              <a:gd name="connsiteY0" fmla="*/ 36000 h 36000"/>
              <a:gd name="connsiteX1" fmla="*/ 1229642 w 1229642"/>
              <a:gd name="connsiteY1" fmla="*/ 36000 h 36000"/>
              <a:gd name="connsiteX2" fmla="*/ 1184821 w 1229642"/>
              <a:gd name="connsiteY2" fmla="*/ 0 h 36000"/>
              <a:gd name="connsiteX3" fmla="*/ 6000 w 1229642"/>
              <a:gd name="connsiteY3" fmla="*/ 0 h 36000"/>
              <a:gd name="connsiteX4" fmla="*/ 0 w 1229642"/>
              <a:gd name="connsiteY4" fmla="*/ 6000 h 3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9642" h="36000">
                <a:moveTo>
                  <a:pt x="0" y="36000"/>
                </a:moveTo>
                <a:lnTo>
                  <a:pt x="1229642" y="36000"/>
                </a:lnTo>
                <a:lnTo>
                  <a:pt x="1184821" y="0"/>
                </a:lnTo>
                <a:lnTo>
                  <a:pt x="6000" y="0"/>
                </a:lnTo>
                <a:cubicBezTo>
                  <a:pt x="2686" y="0"/>
                  <a:pt x="0" y="2686"/>
                  <a:pt x="0" y="6000"/>
                </a:cubicBezTo>
                <a:close/>
              </a:path>
            </a:pathLst>
          </a:custGeom>
          <a:solidFill>
            <a:schemeClr val="accent2"/>
          </a:solidFill>
        </p:spPr>
        <p:txBody>
          <a:bodyPr wrap="square">
            <a:noAutofit/>
          </a:bodyPr>
          <a:lstStyle>
            <a:lvl1pPr marL="0" indent="0">
              <a:buNone/>
              <a:defRPr sz="800">
                <a:noFill/>
                <a:latin typeface="+mn-lt"/>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Tree>
    <p:extLst>
      <p:ext uri="{BB962C8B-B14F-4D97-AF65-F5344CB8AC3E}">
        <p14:creationId xmlns:p14="http://schemas.microsoft.com/office/powerpoint/2010/main" val="1399987528"/>
      </p:ext>
    </p:extLst>
  </p:cSld>
  <p:clrMapOvr>
    <a:masterClrMapping/>
  </p:clrMapOvr>
  <p:transition spd="slow">
    <p:wipe dir="r"/>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Light_Question_Slide_V2">
    <p:bg>
      <p:bgPr>
        <a:solidFill>
          <a:schemeClr val="bg1"/>
        </a:solidFill>
        <a:effectLst/>
      </p:bgPr>
    </p:bg>
    <p:spTree>
      <p:nvGrpSpPr>
        <p:cNvPr id="1" name=""/>
        <p:cNvGrpSpPr/>
        <p:nvPr/>
      </p:nvGrpSpPr>
      <p:grpSpPr>
        <a:xfrm>
          <a:off x="0" y="0"/>
          <a:ext cx="0" cy="0"/>
          <a:chOff x="0" y="0"/>
          <a:chExt cx="0" cy="0"/>
        </a:xfrm>
      </p:grpSpPr>
      <p:sp>
        <p:nvSpPr>
          <p:cNvPr id="6" name="Picture Placeholder 13">
            <a:extLst>
              <a:ext uri="{FF2B5EF4-FFF2-40B4-BE49-F238E27FC236}">
                <a16:creationId xmlns:a16="http://schemas.microsoft.com/office/drawing/2014/main" id="{8722CA43-760C-E2B5-4790-3856BC6DDA4C}"/>
              </a:ext>
            </a:extLst>
          </p:cNvPr>
          <p:cNvSpPr>
            <a:spLocks noGrp="1"/>
          </p:cNvSpPr>
          <p:nvPr>
            <p:ph type="pic" sz="quarter" idx="19"/>
          </p:nvPr>
        </p:nvSpPr>
        <p:spPr>
          <a:xfrm>
            <a:off x="0" y="0"/>
            <a:ext cx="12192000" cy="6858000"/>
          </a:xfrm>
          <a:solidFill>
            <a:schemeClr val="bg1">
              <a:lumMod val="85000"/>
            </a:schemeClr>
          </a:solidFill>
        </p:spPr>
        <p:txBody>
          <a:bodyPr>
            <a:normAutofit/>
          </a:bodyPr>
          <a:lstStyle>
            <a:lvl1pPr marL="0" indent="0" algn="r">
              <a:buNone/>
              <a:defRPr sz="100">
                <a:solidFill>
                  <a:schemeClr val="bg1">
                    <a:lumMod val="95000"/>
                  </a:schemeClr>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8" name="Picture Placeholder 11">
            <a:extLst>
              <a:ext uri="{FF2B5EF4-FFF2-40B4-BE49-F238E27FC236}">
                <a16:creationId xmlns:a16="http://schemas.microsoft.com/office/drawing/2014/main" id="{459D3EF4-4BD8-4E03-CCEA-7861D084A002}"/>
              </a:ext>
            </a:extLst>
          </p:cNvPr>
          <p:cNvSpPr>
            <a:spLocks noGrp="1"/>
          </p:cNvSpPr>
          <p:nvPr>
            <p:ph type="pic" sz="quarter" idx="15"/>
          </p:nvPr>
        </p:nvSpPr>
        <p:spPr>
          <a:xfrm flipV="1">
            <a:off x="206824" y="2145527"/>
            <a:ext cx="7245545" cy="4529964"/>
          </a:xfrm>
          <a:prstGeom prst="snip1Rect">
            <a:avLst>
              <a:gd name="adj" fmla="val 29633"/>
            </a:avLst>
          </a:prstGeom>
          <a:solidFill>
            <a:schemeClr val="bg1"/>
          </a:solidFill>
        </p:spPr>
        <p:txBody>
          <a:bodyPr>
            <a:normAutofit/>
          </a:bodyPr>
          <a:lstStyle>
            <a:lvl1pPr marL="0" indent="0">
              <a:buNone/>
              <a:defRPr sz="100">
                <a:solidFill>
                  <a:schemeClr val="bg2"/>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9" name="Picture Placeholder 8">
            <a:extLst>
              <a:ext uri="{FF2B5EF4-FFF2-40B4-BE49-F238E27FC236}">
                <a16:creationId xmlns:a16="http://schemas.microsoft.com/office/drawing/2014/main" id="{75E0AE1A-634E-D702-D446-18F83DD89FB2}"/>
              </a:ext>
            </a:extLst>
          </p:cNvPr>
          <p:cNvSpPr>
            <a:spLocks noGrp="1"/>
          </p:cNvSpPr>
          <p:nvPr>
            <p:ph type="pic" sz="quarter" idx="21"/>
          </p:nvPr>
        </p:nvSpPr>
        <p:spPr>
          <a:xfrm>
            <a:off x="10256376" y="6221276"/>
            <a:ext cx="1291975" cy="428308"/>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
        <p:nvSpPr>
          <p:cNvPr id="4" name="Text Placeholder 11">
            <a:extLst>
              <a:ext uri="{FF2B5EF4-FFF2-40B4-BE49-F238E27FC236}">
                <a16:creationId xmlns:a16="http://schemas.microsoft.com/office/drawing/2014/main" id="{0F5DA493-68AD-1E9C-0862-B446B9D5E42B}"/>
              </a:ext>
            </a:extLst>
          </p:cNvPr>
          <p:cNvSpPr>
            <a:spLocks noGrp="1"/>
          </p:cNvSpPr>
          <p:nvPr>
            <p:ph type="body" sz="quarter" idx="13" hasCustomPrompt="1"/>
          </p:nvPr>
        </p:nvSpPr>
        <p:spPr>
          <a:xfrm>
            <a:off x="618848" y="2751169"/>
            <a:ext cx="4498929" cy="557397"/>
          </a:xfrm>
        </p:spPr>
        <p:txBody>
          <a:bodyPr lIns="0" tIns="0" rIns="0" bIns="0">
            <a:spAutoFit/>
          </a:bodyPr>
          <a:lstStyle>
            <a:lvl1pPr marL="0" indent="0">
              <a:buNone/>
              <a:defRPr sz="4000" b="0" i="0" cap="none" baseline="0">
                <a:solidFill>
                  <a:schemeClr val="tx1"/>
                </a:solidFill>
                <a:latin typeface="+mn-lt"/>
                <a:ea typeface="Red Hat Display Light" panose="02010303040201060303" pitchFamily="2" charset="0"/>
                <a:cs typeface="Arial" panose="020B0604020202020204" pitchFamily="34" charset="0"/>
              </a:defRPr>
            </a:lvl1pPr>
          </a:lstStyle>
          <a:p>
            <a:pPr lvl="0"/>
            <a:r>
              <a:rPr lang="en-US" dirty="0"/>
              <a:t>Slide heading</a:t>
            </a:r>
          </a:p>
        </p:txBody>
      </p:sp>
      <p:sp>
        <p:nvSpPr>
          <p:cNvPr id="5" name="Content Placeholder 22">
            <a:extLst>
              <a:ext uri="{FF2B5EF4-FFF2-40B4-BE49-F238E27FC236}">
                <a16:creationId xmlns:a16="http://schemas.microsoft.com/office/drawing/2014/main" id="{D7014520-729E-4F64-B6ED-829F856524AE}"/>
              </a:ext>
            </a:extLst>
          </p:cNvPr>
          <p:cNvSpPr>
            <a:spLocks noGrp="1"/>
          </p:cNvSpPr>
          <p:nvPr>
            <p:ph sz="quarter" idx="17"/>
          </p:nvPr>
        </p:nvSpPr>
        <p:spPr>
          <a:xfrm flipV="1">
            <a:off x="603980" y="3406140"/>
            <a:ext cx="814686" cy="45719"/>
          </a:xfrm>
          <a:custGeom>
            <a:avLst/>
            <a:gdLst>
              <a:gd name="connsiteX0" fmla="*/ 0 w 1229642"/>
              <a:gd name="connsiteY0" fmla="*/ 36000 h 36000"/>
              <a:gd name="connsiteX1" fmla="*/ 1229642 w 1229642"/>
              <a:gd name="connsiteY1" fmla="*/ 36000 h 36000"/>
              <a:gd name="connsiteX2" fmla="*/ 1184821 w 1229642"/>
              <a:gd name="connsiteY2" fmla="*/ 0 h 36000"/>
              <a:gd name="connsiteX3" fmla="*/ 6000 w 1229642"/>
              <a:gd name="connsiteY3" fmla="*/ 0 h 36000"/>
              <a:gd name="connsiteX4" fmla="*/ 0 w 1229642"/>
              <a:gd name="connsiteY4" fmla="*/ 6000 h 3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9642" h="36000">
                <a:moveTo>
                  <a:pt x="0" y="36000"/>
                </a:moveTo>
                <a:lnTo>
                  <a:pt x="1229642" y="36000"/>
                </a:lnTo>
                <a:lnTo>
                  <a:pt x="1184821" y="0"/>
                </a:lnTo>
                <a:lnTo>
                  <a:pt x="6000" y="0"/>
                </a:lnTo>
                <a:cubicBezTo>
                  <a:pt x="2686" y="0"/>
                  <a:pt x="0" y="2686"/>
                  <a:pt x="0" y="6000"/>
                </a:cubicBezTo>
                <a:close/>
              </a:path>
            </a:pathLst>
          </a:custGeom>
          <a:solidFill>
            <a:schemeClr val="accent2"/>
          </a:solidFill>
        </p:spPr>
        <p:txBody>
          <a:bodyPr wrap="square">
            <a:noAutofit/>
          </a:bodyPr>
          <a:lstStyle>
            <a:lvl1pPr marL="0" indent="0">
              <a:buNone/>
              <a:defRPr sz="800">
                <a:noFill/>
                <a:latin typeface="+mn-lt"/>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Tree>
    <p:extLst>
      <p:ext uri="{BB962C8B-B14F-4D97-AF65-F5344CB8AC3E}">
        <p14:creationId xmlns:p14="http://schemas.microsoft.com/office/powerpoint/2010/main" val="2578682862"/>
      </p:ext>
    </p:extLst>
  </p:cSld>
  <p:clrMapOvr>
    <a:masterClrMapping/>
  </p:clrMapOvr>
  <p:transition spd="slow">
    <p:wipe dir="r"/>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Light_Question_Slide_V1">
    <p:bg>
      <p:bgPr>
        <a:solidFill>
          <a:schemeClr val="bg1"/>
        </a:solidFill>
        <a:effectLst/>
      </p:bgPr>
    </p:bg>
    <p:spTree>
      <p:nvGrpSpPr>
        <p:cNvPr id="1" name=""/>
        <p:cNvGrpSpPr/>
        <p:nvPr/>
      </p:nvGrpSpPr>
      <p:grpSpPr>
        <a:xfrm>
          <a:off x="0" y="0"/>
          <a:ext cx="0" cy="0"/>
          <a:chOff x="0" y="0"/>
          <a:chExt cx="0" cy="0"/>
        </a:xfrm>
      </p:grpSpPr>
      <p:sp>
        <p:nvSpPr>
          <p:cNvPr id="5" name="Picture Placeholder 13">
            <a:extLst>
              <a:ext uri="{FF2B5EF4-FFF2-40B4-BE49-F238E27FC236}">
                <a16:creationId xmlns:a16="http://schemas.microsoft.com/office/drawing/2014/main" id="{AA618FD2-4F2F-8F11-C861-6779C4AA96F9}"/>
              </a:ext>
            </a:extLst>
          </p:cNvPr>
          <p:cNvSpPr>
            <a:spLocks noGrp="1"/>
          </p:cNvSpPr>
          <p:nvPr>
            <p:ph type="pic" sz="quarter" idx="19"/>
          </p:nvPr>
        </p:nvSpPr>
        <p:spPr>
          <a:xfrm>
            <a:off x="0" y="0"/>
            <a:ext cx="12192000" cy="6858000"/>
          </a:xfrm>
          <a:solidFill>
            <a:schemeClr val="bg1">
              <a:lumMod val="85000"/>
            </a:schemeClr>
          </a:solidFill>
        </p:spPr>
        <p:txBody>
          <a:bodyPr>
            <a:normAutofit/>
          </a:bodyPr>
          <a:lstStyle>
            <a:lvl1pPr marL="0" indent="0" algn="r">
              <a:buNone/>
              <a:defRPr sz="100">
                <a:solidFill>
                  <a:schemeClr val="bg1">
                    <a:lumMod val="95000"/>
                  </a:schemeClr>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7" name="Picture Placeholder 11">
            <a:extLst>
              <a:ext uri="{FF2B5EF4-FFF2-40B4-BE49-F238E27FC236}">
                <a16:creationId xmlns:a16="http://schemas.microsoft.com/office/drawing/2014/main" id="{5D405EFE-8A85-BCFD-1629-B6D90D3F7610}"/>
              </a:ext>
            </a:extLst>
          </p:cNvPr>
          <p:cNvSpPr>
            <a:spLocks noGrp="1"/>
          </p:cNvSpPr>
          <p:nvPr>
            <p:ph type="pic" sz="quarter" idx="15"/>
          </p:nvPr>
        </p:nvSpPr>
        <p:spPr>
          <a:xfrm flipV="1">
            <a:off x="206824" y="2145527"/>
            <a:ext cx="7245545" cy="4529964"/>
          </a:xfrm>
          <a:prstGeom prst="snip1Rect">
            <a:avLst>
              <a:gd name="adj" fmla="val 29633"/>
            </a:avLst>
          </a:prstGeom>
          <a:solidFill>
            <a:schemeClr val="bg1"/>
          </a:solidFill>
        </p:spPr>
        <p:txBody>
          <a:bodyPr>
            <a:normAutofit/>
          </a:bodyPr>
          <a:lstStyle>
            <a:lvl1pPr marL="0" indent="0">
              <a:buNone/>
              <a:defRPr sz="100">
                <a:solidFill>
                  <a:schemeClr val="bg2"/>
                </a:solidFill>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8" name="Picture Placeholder 8">
            <a:extLst>
              <a:ext uri="{FF2B5EF4-FFF2-40B4-BE49-F238E27FC236}">
                <a16:creationId xmlns:a16="http://schemas.microsoft.com/office/drawing/2014/main" id="{CC0E9CC3-CE91-14A9-188A-AE35C62CAFEA}"/>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
        <p:nvSpPr>
          <p:cNvPr id="12" name="Text Placeholder 11">
            <a:extLst>
              <a:ext uri="{FF2B5EF4-FFF2-40B4-BE49-F238E27FC236}">
                <a16:creationId xmlns:a16="http://schemas.microsoft.com/office/drawing/2014/main" id="{FFF1988E-468B-7DBA-679A-890CC57600A5}"/>
              </a:ext>
            </a:extLst>
          </p:cNvPr>
          <p:cNvSpPr>
            <a:spLocks noGrp="1"/>
          </p:cNvSpPr>
          <p:nvPr>
            <p:ph type="body" sz="quarter" idx="13" hasCustomPrompt="1"/>
          </p:nvPr>
        </p:nvSpPr>
        <p:spPr>
          <a:xfrm>
            <a:off x="618848" y="2751169"/>
            <a:ext cx="4498929" cy="557397"/>
          </a:xfrm>
        </p:spPr>
        <p:txBody>
          <a:bodyPr lIns="0" tIns="0" rIns="0" bIns="0">
            <a:spAutoFit/>
          </a:bodyPr>
          <a:lstStyle>
            <a:lvl1pPr marL="0" indent="0">
              <a:buNone/>
              <a:defRPr sz="4000" b="0" i="0" cap="none" baseline="0">
                <a:solidFill>
                  <a:schemeClr val="tx1"/>
                </a:solidFill>
                <a:latin typeface="+mn-lt"/>
                <a:ea typeface="Red Hat Display Light" panose="02010303040201060303" pitchFamily="2" charset="0"/>
                <a:cs typeface="Arial" panose="020B0604020202020204" pitchFamily="34" charset="0"/>
              </a:defRPr>
            </a:lvl1pPr>
          </a:lstStyle>
          <a:p>
            <a:pPr lvl="0"/>
            <a:r>
              <a:rPr lang="en-US" dirty="0"/>
              <a:t>Slide heading</a:t>
            </a:r>
          </a:p>
        </p:txBody>
      </p:sp>
      <p:sp>
        <p:nvSpPr>
          <p:cNvPr id="3" name="Content Placeholder 22">
            <a:extLst>
              <a:ext uri="{FF2B5EF4-FFF2-40B4-BE49-F238E27FC236}">
                <a16:creationId xmlns:a16="http://schemas.microsoft.com/office/drawing/2014/main" id="{58542E3E-64F1-BED4-6A15-E7F1CB5F9E5D}"/>
              </a:ext>
            </a:extLst>
          </p:cNvPr>
          <p:cNvSpPr>
            <a:spLocks noGrp="1"/>
          </p:cNvSpPr>
          <p:nvPr>
            <p:ph sz="quarter" idx="17"/>
          </p:nvPr>
        </p:nvSpPr>
        <p:spPr>
          <a:xfrm flipV="1">
            <a:off x="603980" y="3406140"/>
            <a:ext cx="814686" cy="45719"/>
          </a:xfrm>
          <a:custGeom>
            <a:avLst/>
            <a:gdLst>
              <a:gd name="connsiteX0" fmla="*/ 0 w 1229642"/>
              <a:gd name="connsiteY0" fmla="*/ 36000 h 36000"/>
              <a:gd name="connsiteX1" fmla="*/ 1229642 w 1229642"/>
              <a:gd name="connsiteY1" fmla="*/ 36000 h 36000"/>
              <a:gd name="connsiteX2" fmla="*/ 1184821 w 1229642"/>
              <a:gd name="connsiteY2" fmla="*/ 0 h 36000"/>
              <a:gd name="connsiteX3" fmla="*/ 6000 w 1229642"/>
              <a:gd name="connsiteY3" fmla="*/ 0 h 36000"/>
              <a:gd name="connsiteX4" fmla="*/ 0 w 1229642"/>
              <a:gd name="connsiteY4" fmla="*/ 6000 h 3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9642" h="36000">
                <a:moveTo>
                  <a:pt x="0" y="36000"/>
                </a:moveTo>
                <a:lnTo>
                  <a:pt x="1229642" y="36000"/>
                </a:lnTo>
                <a:lnTo>
                  <a:pt x="1184821" y="0"/>
                </a:lnTo>
                <a:lnTo>
                  <a:pt x="6000" y="0"/>
                </a:lnTo>
                <a:cubicBezTo>
                  <a:pt x="2686" y="0"/>
                  <a:pt x="0" y="2686"/>
                  <a:pt x="0" y="6000"/>
                </a:cubicBezTo>
                <a:close/>
              </a:path>
            </a:pathLst>
          </a:custGeom>
          <a:solidFill>
            <a:schemeClr val="accent2"/>
          </a:solidFill>
        </p:spPr>
        <p:txBody>
          <a:bodyPr wrap="square">
            <a:noAutofit/>
          </a:bodyPr>
          <a:lstStyle>
            <a:lvl1pPr marL="0" indent="0">
              <a:buNone/>
              <a:defRPr sz="800">
                <a:noFill/>
                <a:latin typeface="+mn-lt"/>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Tree>
    <p:extLst>
      <p:ext uri="{BB962C8B-B14F-4D97-AF65-F5344CB8AC3E}">
        <p14:creationId xmlns:p14="http://schemas.microsoft.com/office/powerpoint/2010/main" val="4146200937"/>
      </p:ext>
    </p:extLst>
  </p:cSld>
  <p:clrMapOvr>
    <a:masterClrMapping/>
  </p:clrMapOvr>
  <p:transition spd="slow">
    <p:wipe dir="r"/>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Dark_Thank_You_Slide_Opt1_V1">
    <p:bg>
      <p:bgPr>
        <a:solidFill>
          <a:schemeClr val="bg1">
            <a:lumMod val="85000"/>
          </a:schemeClr>
        </a:solidFill>
        <a:effectLst/>
      </p:bgPr>
    </p:bg>
    <p:spTree>
      <p:nvGrpSpPr>
        <p:cNvPr id="1" name=""/>
        <p:cNvGrpSpPr/>
        <p:nvPr/>
      </p:nvGrpSpPr>
      <p:grpSpPr>
        <a:xfrm>
          <a:off x="0" y="0"/>
          <a:ext cx="0" cy="0"/>
          <a:chOff x="0" y="0"/>
          <a:chExt cx="0" cy="0"/>
        </a:xfrm>
      </p:grpSpPr>
      <p:sp>
        <p:nvSpPr>
          <p:cNvPr id="3" name="Snip Single Corner of Rectangle 2">
            <a:extLst>
              <a:ext uri="{FF2B5EF4-FFF2-40B4-BE49-F238E27FC236}">
                <a16:creationId xmlns:a16="http://schemas.microsoft.com/office/drawing/2014/main" id="{D3762E7B-9388-15FC-DA47-C5C63D2F09DA}"/>
              </a:ext>
            </a:extLst>
          </p:cNvPr>
          <p:cNvSpPr/>
          <p:nvPr userDrawn="1"/>
        </p:nvSpPr>
        <p:spPr>
          <a:xfrm flipV="1">
            <a:off x="195209" y="2095928"/>
            <a:ext cx="8373438" cy="4561726"/>
          </a:xfrm>
          <a:prstGeom prst="snip1Rect">
            <a:avLst>
              <a:gd name="adj" fmla="val 328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8" name="TextBox 7">
            <a:extLst>
              <a:ext uri="{FF2B5EF4-FFF2-40B4-BE49-F238E27FC236}">
                <a16:creationId xmlns:a16="http://schemas.microsoft.com/office/drawing/2014/main" id="{97B7AF14-C302-4D8A-DD1E-AE17C4206C90}"/>
              </a:ext>
            </a:extLst>
          </p:cNvPr>
          <p:cNvSpPr txBox="1">
            <a:spLocks noChangeAspect="1"/>
          </p:cNvSpPr>
          <p:nvPr userDrawn="1"/>
        </p:nvSpPr>
        <p:spPr>
          <a:xfrm>
            <a:off x="628551" y="4030339"/>
            <a:ext cx="4245375" cy="700192"/>
          </a:xfrm>
          <a:prstGeom prst="rect">
            <a:avLst/>
          </a:prstGeom>
          <a:noFill/>
        </p:spPr>
        <p:txBody>
          <a:bodyPr wrap="square" lIns="0" tIns="0" rIns="0" bIns="0" rtlCol="0">
            <a:spAutoFit/>
          </a:bodyPr>
          <a:lstStyle/>
          <a:p>
            <a:pPr>
              <a:spcAft>
                <a:spcPts val="300"/>
              </a:spcAft>
            </a:pPr>
            <a:r>
              <a:rPr lang="en-US" sz="1100" b="1" baseline="0" dirty="0">
                <a:solidFill>
                  <a:schemeClr val="accent2"/>
                </a:solidFill>
                <a:latin typeface="+mn-lt"/>
              </a:rPr>
              <a:t>BUSINESS ADDRESS</a:t>
            </a:r>
          </a:p>
          <a:p>
            <a:pPr>
              <a:spcAft>
                <a:spcPts val="300"/>
              </a:spcAft>
            </a:pPr>
            <a:r>
              <a:rPr lang="en-US" sz="900" baseline="0" dirty="0">
                <a:solidFill>
                  <a:schemeClr val="bg1"/>
                </a:solidFill>
                <a:latin typeface="+mn-lt"/>
              </a:rPr>
              <a:t>Block B, Silverwood, Silverwood Lane, Steenberg Office Park, Tokai, 7945</a:t>
            </a:r>
          </a:p>
          <a:p>
            <a:pPr>
              <a:spcAft>
                <a:spcPts val="300"/>
              </a:spcAft>
            </a:pPr>
            <a:r>
              <a:rPr lang="en-US" sz="900" baseline="0" dirty="0">
                <a:solidFill>
                  <a:schemeClr val="bg1"/>
                </a:solidFill>
                <a:latin typeface="+mn-lt"/>
              </a:rPr>
              <a:t>Tel: +27 21 700 3600</a:t>
            </a:r>
          </a:p>
          <a:p>
            <a:pPr>
              <a:spcAft>
                <a:spcPts val="300"/>
              </a:spcAft>
            </a:pPr>
            <a:r>
              <a:rPr lang="en-US" sz="900" baseline="0" dirty="0">
                <a:solidFill>
                  <a:schemeClr val="bg1"/>
                </a:solidFill>
                <a:latin typeface="+mn-lt"/>
              </a:rPr>
              <a:t>Web: www.prescient.co.za</a:t>
            </a:r>
          </a:p>
        </p:txBody>
      </p:sp>
      <p:sp>
        <p:nvSpPr>
          <p:cNvPr id="9" name="TextBox 8">
            <a:extLst>
              <a:ext uri="{FF2B5EF4-FFF2-40B4-BE49-F238E27FC236}">
                <a16:creationId xmlns:a16="http://schemas.microsoft.com/office/drawing/2014/main" id="{8FC49B0C-72B0-57EF-056D-23F2B9F1E222}"/>
              </a:ext>
            </a:extLst>
          </p:cNvPr>
          <p:cNvSpPr txBox="1"/>
          <p:nvPr userDrawn="1"/>
        </p:nvSpPr>
        <p:spPr>
          <a:xfrm>
            <a:off x="628551" y="4887487"/>
            <a:ext cx="6929020" cy="1608133"/>
          </a:xfrm>
          <a:prstGeom prst="rect">
            <a:avLst/>
          </a:prstGeom>
          <a:noFill/>
        </p:spPr>
        <p:txBody>
          <a:bodyPr wrap="square" lIns="0" tIns="0" rIns="0" bIns="0">
            <a:spAutoFit/>
          </a:bodyPr>
          <a:lstStyle/>
          <a:p>
            <a:pPr marL="0" algn="l" defTabSz="914400" rtl="0" eaLnBrk="1" latinLnBrk="0" hangingPunct="1">
              <a:spcAft>
                <a:spcPts val="300"/>
              </a:spcAft>
            </a:pPr>
            <a:r>
              <a:rPr lang="en-US" sz="1100" b="1" kern="1200" baseline="0" dirty="0">
                <a:solidFill>
                  <a:schemeClr val="accent2"/>
                </a:solidFill>
                <a:latin typeface="+mn-lt"/>
                <a:ea typeface="+mn-ea"/>
                <a:cs typeface="+mn-cs"/>
              </a:rPr>
              <a:t>REGULATORY INFORMATION</a:t>
            </a:r>
          </a:p>
          <a:p>
            <a:pPr>
              <a:lnSpc>
                <a:spcPct val="100000"/>
              </a:lnSpc>
            </a:pPr>
            <a:r>
              <a:rPr lang="en-ZA" sz="900" dirty="0">
                <a:solidFill>
                  <a:schemeClr val="bg1"/>
                </a:solidFill>
              </a:rPr>
              <a:t>The information contained herein is provided for general information purposes only.  This information does not constitute a solicitation, recommendation, guidance or proposal, and the service provided is not intended nor does it constitute financial, tax, legal, investment or other advice.  Whilst reasonable steps are taken to ensure the accuracy and integrity of information contained herein, Prescient accepts no liability or responsibility whatsoever if any information is, for whatever reason, incorrect. Prescient further accepts no responsibility for any loss or damage that may arise from reliance on information contained herein. There is no guarantee in respect of capital or returns in a portfolio and provided for illustrative purposes. Please note that there are risks involved in buying or selling any financial product, and past performance of a financial product is not necessarily indicative of the future performance. The value of financial products can increase as well as decrease over time, depending on the value of the underlying securities and market conditions.</a:t>
            </a:r>
          </a:p>
          <a:p>
            <a:pPr>
              <a:lnSpc>
                <a:spcPct val="100000"/>
              </a:lnSpc>
            </a:pPr>
            <a:endParaRPr lang="en-ZA" sz="300" dirty="0">
              <a:solidFill>
                <a:schemeClr val="bg1"/>
              </a:solidFill>
            </a:endParaRPr>
          </a:p>
          <a:p>
            <a:pPr>
              <a:lnSpc>
                <a:spcPct val="100000"/>
              </a:lnSpc>
            </a:pPr>
            <a:r>
              <a:rPr lang="en-ZA" sz="900" b="1" dirty="0">
                <a:solidFill>
                  <a:srgbClr val="80D8D4"/>
                </a:solidFill>
              </a:rPr>
              <a:t>Prescient Investment Management is a signatory to the UNPRI</a:t>
            </a:r>
          </a:p>
          <a:p>
            <a:pPr>
              <a:spcAft>
                <a:spcPts val="300"/>
              </a:spcAft>
            </a:pPr>
            <a:endParaRPr lang="en-US" sz="700" baseline="0" dirty="0">
              <a:solidFill>
                <a:schemeClr val="bg1"/>
              </a:solidFill>
              <a:latin typeface="+mn-lt"/>
            </a:endParaRPr>
          </a:p>
        </p:txBody>
      </p:sp>
      <p:sp>
        <p:nvSpPr>
          <p:cNvPr id="10" name="TextBox 9">
            <a:extLst>
              <a:ext uri="{FF2B5EF4-FFF2-40B4-BE49-F238E27FC236}">
                <a16:creationId xmlns:a16="http://schemas.microsoft.com/office/drawing/2014/main" id="{284BECD1-699A-3FC8-BFEE-23766CB1D840}"/>
              </a:ext>
            </a:extLst>
          </p:cNvPr>
          <p:cNvSpPr txBox="1">
            <a:spLocks noChangeAspect="1"/>
          </p:cNvSpPr>
          <p:nvPr userDrawn="1"/>
        </p:nvSpPr>
        <p:spPr>
          <a:xfrm>
            <a:off x="628551" y="3333654"/>
            <a:ext cx="4245375" cy="492443"/>
          </a:xfrm>
          <a:prstGeom prst="rect">
            <a:avLst/>
          </a:prstGeom>
          <a:noFill/>
        </p:spPr>
        <p:txBody>
          <a:bodyPr wrap="square" lIns="0" tIns="0" rIns="0" bIns="0" rtlCol="0">
            <a:spAutoFit/>
          </a:bodyPr>
          <a:lstStyle/>
          <a:p>
            <a:pPr>
              <a:spcAft>
                <a:spcPts val="1200"/>
              </a:spcAft>
            </a:pPr>
            <a:r>
              <a:rPr lang="en-US" sz="3200" b="0" i="0" baseline="0" dirty="0">
                <a:solidFill>
                  <a:schemeClr val="bg2"/>
                </a:solidFill>
                <a:latin typeface="+mn-lt"/>
                <a:ea typeface="Red Hat Display" panose="02010303040201060303" pitchFamily="2" charset="0"/>
                <a:cs typeface="Red Hat Display" panose="02010303040201060303" pitchFamily="2" charset="0"/>
              </a:rPr>
              <a:t>THANK YOU</a:t>
            </a:r>
          </a:p>
        </p:txBody>
      </p:sp>
      <p:pic>
        <p:nvPicPr>
          <p:cNvPr id="5" name="Picture 4">
            <a:extLst>
              <a:ext uri="{FF2B5EF4-FFF2-40B4-BE49-F238E27FC236}">
                <a16:creationId xmlns:a16="http://schemas.microsoft.com/office/drawing/2014/main" id="{D31CDBA2-186A-5B2E-5714-139223542850}"/>
              </a:ext>
            </a:extLst>
          </p:cNvPr>
          <p:cNvPicPr>
            <a:picLocks noChangeAspect="1"/>
          </p:cNvPicPr>
          <p:nvPr userDrawn="1"/>
        </p:nvPicPr>
        <p:blipFill>
          <a:blip r:embed="rId2"/>
          <a:stretch>
            <a:fillRect/>
          </a:stretch>
        </p:blipFill>
        <p:spPr>
          <a:xfrm>
            <a:off x="650585" y="2525329"/>
            <a:ext cx="1640923" cy="518743"/>
          </a:xfrm>
          <a:prstGeom prst="rect">
            <a:avLst/>
          </a:prstGeom>
        </p:spPr>
      </p:pic>
    </p:spTree>
    <p:extLst>
      <p:ext uri="{BB962C8B-B14F-4D97-AF65-F5344CB8AC3E}">
        <p14:creationId xmlns:p14="http://schemas.microsoft.com/office/powerpoint/2010/main" val="2851261403"/>
      </p:ext>
    </p:extLst>
  </p:cSld>
  <p:clrMapOvr>
    <a:masterClrMapping/>
  </p:clrMapOvr>
  <p:transition spd="slow">
    <p:wipe dir="r"/>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Light_Thank_You_Slide_Opt1_V1">
    <p:bg>
      <p:bgPr>
        <a:solidFill>
          <a:schemeClr val="bg1">
            <a:lumMod val="85000"/>
          </a:schemeClr>
        </a:solidFill>
        <a:effectLst/>
      </p:bgPr>
    </p:bg>
    <p:spTree>
      <p:nvGrpSpPr>
        <p:cNvPr id="1" name=""/>
        <p:cNvGrpSpPr/>
        <p:nvPr/>
      </p:nvGrpSpPr>
      <p:grpSpPr>
        <a:xfrm>
          <a:off x="0" y="0"/>
          <a:ext cx="0" cy="0"/>
          <a:chOff x="0" y="0"/>
          <a:chExt cx="0" cy="0"/>
        </a:xfrm>
      </p:grpSpPr>
      <p:sp>
        <p:nvSpPr>
          <p:cNvPr id="2" name="Snip Single Corner of Rectangle 1">
            <a:extLst>
              <a:ext uri="{FF2B5EF4-FFF2-40B4-BE49-F238E27FC236}">
                <a16:creationId xmlns:a16="http://schemas.microsoft.com/office/drawing/2014/main" id="{0B8DFD23-CC02-65B0-F46F-6051976AF70B}"/>
              </a:ext>
            </a:extLst>
          </p:cNvPr>
          <p:cNvSpPr/>
          <p:nvPr userDrawn="1"/>
        </p:nvSpPr>
        <p:spPr>
          <a:xfrm flipV="1">
            <a:off x="195209" y="2095928"/>
            <a:ext cx="8373438" cy="4561726"/>
          </a:xfrm>
          <a:prstGeom prst="snip1Rect">
            <a:avLst>
              <a:gd name="adj" fmla="val 3288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10" name="TextBox 9">
            <a:extLst>
              <a:ext uri="{FF2B5EF4-FFF2-40B4-BE49-F238E27FC236}">
                <a16:creationId xmlns:a16="http://schemas.microsoft.com/office/drawing/2014/main" id="{4143463F-D52E-10D8-34F8-4BACCD9BDF8A}"/>
              </a:ext>
            </a:extLst>
          </p:cNvPr>
          <p:cNvSpPr txBox="1">
            <a:spLocks noChangeAspect="1"/>
          </p:cNvSpPr>
          <p:nvPr userDrawn="1"/>
        </p:nvSpPr>
        <p:spPr>
          <a:xfrm>
            <a:off x="619673" y="3333654"/>
            <a:ext cx="4245375" cy="492443"/>
          </a:xfrm>
          <a:prstGeom prst="rect">
            <a:avLst/>
          </a:prstGeom>
          <a:noFill/>
        </p:spPr>
        <p:txBody>
          <a:bodyPr wrap="square" lIns="0" tIns="0" rIns="0" bIns="0" rtlCol="0">
            <a:spAutoFit/>
          </a:bodyPr>
          <a:lstStyle/>
          <a:p>
            <a:pPr>
              <a:spcAft>
                <a:spcPts val="1200"/>
              </a:spcAft>
            </a:pPr>
            <a:r>
              <a:rPr lang="en-US" sz="3200" b="0" i="0" baseline="0" dirty="0">
                <a:solidFill>
                  <a:schemeClr val="tx2"/>
                </a:solidFill>
                <a:latin typeface="+mn-lt"/>
                <a:ea typeface="Red Hat Display" panose="02010303040201060303" pitchFamily="2" charset="0"/>
                <a:cs typeface="Red Hat Display" panose="02010303040201060303" pitchFamily="2" charset="0"/>
              </a:rPr>
              <a:t>THANK YOU</a:t>
            </a:r>
          </a:p>
        </p:txBody>
      </p:sp>
      <p:pic>
        <p:nvPicPr>
          <p:cNvPr id="3" name="Graphic 2">
            <a:extLst>
              <a:ext uri="{FF2B5EF4-FFF2-40B4-BE49-F238E27FC236}">
                <a16:creationId xmlns:a16="http://schemas.microsoft.com/office/drawing/2014/main" id="{405E3D56-EA5A-3817-3D57-07250230872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65794" y="2618893"/>
            <a:ext cx="1613607" cy="502719"/>
          </a:xfrm>
          <a:prstGeom prst="rect">
            <a:avLst/>
          </a:prstGeom>
        </p:spPr>
      </p:pic>
      <p:sp>
        <p:nvSpPr>
          <p:cNvPr id="5" name="TextBox 4">
            <a:extLst>
              <a:ext uri="{FF2B5EF4-FFF2-40B4-BE49-F238E27FC236}">
                <a16:creationId xmlns:a16="http://schemas.microsoft.com/office/drawing/2014/main" id="{6852B0CC-EFDC-44A4-DA80-CBA7E4273FD9}"/>
              </a:ext>
            </a:extLst>
          </p:cNvPr>
          <p:cNvSpPr txBox="1">
            <a:spLocks noChangeAspect="1"/>
          </p:cNvSpPr>
          <p:nvPr userDrawn="1"/>
        </p:nvSpPr>
        <p:spPr>
          <a:xfrm>
            <a:off x="628551" y="4030339"/>
            <a:ext cx="4245375" cy="700192"/>
          </a:xfrm>
          <a:prstGeom prst="rect">
            <a:avLst/>
          </a:prstGeom>
          <a:noFill/>
        </p:spPr>
        <p:txBody>
          <a:bodyPr wrap="square" lIns="0" tIns="0" rIns="0" bIns="0" rtlCol="0">
            <a:spAutoFit/>
          </a:bodyPr>
          <a:lstStyle/>
          <a:p>
            <a:pPr>
              <a:spcAft>
                <a:spcPts val="300"/>
              </a:spcAft>
            </a:pPr>
            <a:r>
              <a:rPr lang="en-US" sz="1100" b="1" baseline="0" dirty="0">
                <a:solidFill>
                  <a:schemeClr val="accent2"/>
                </a:solidFill>
                <a:latin typeface="+mn-lt"/>
              </a:rPr>
              <a:t>BUSINESS ADDRESS</a:t>
            </a:r>
          </a:p>
          <a:p>
            <a:pPr>
              <a:spcAft>
                <a:spcPts val="300"/>
              </a:spcAft>
            </a:pPr>
            <a:r>
              <a:rPr lang="en-US" sz="900" baseline="0" dirty="0">
                <a:solidFill>
                  <a:schemeClr val="tx1"/>
                </a:solidFill>
                <a:latin typeface="+mn-lt"/>
              </a:rPr>
              <a:t>Block B, Silverwood, Silverwood Lane, Steenberg Office Park, Tokai, 7945</a:t>
            </a:r>
          </a:p>
          <a:p>
            <a:pPr>
              <a:spcAft>
                <a:spcPts val="300"/>
              </a:spcAft>
            </a:pPr>
            <a:r>
              <a:rPr lang="en-US" sz="900" baseline="0" dirty="0">
                <a:solidFill>
                  <a:schemeClr val="tx1"/>
                </a:solidFill>
                <a:latin typeface="+mn-lt"/>
              </a:rPr>
              <a:t>Tel: +27 21 700 3600</a:t>
            </a:r>
          </a:p>
          <a:p>
            <a:pPr>
              <a:spcAft>
                <a:spcPts val="300"/>
              </a:spcAft>
            </a:pPr>
            <a:r>
              <a:rPr lang="en-US" sz="900" baseline="0" dirty="0">
                <a:solidFill>
                  <a:schemeClr val="tx1"/>
                </a:solidFill>
                <a:latin typeface="+mn-lt"/>
              </a:rPr>
              <a:t>Web: www.prescient.co.za</a:t>
            </a:r>
          </a:p>
        </p:txBody>
      </p:sp>
      <p:sp>
        <p:nvSpPr>
          <p:cNvPr id="6" name="TextBox 5">
            <a:extLst>
              <a:ext uri="{FF2B5EF4-FFF2-40B4-BE49-F238E27FC236}">
                <a16:creationId xmlns:a16="http://schemas.microsoft.com/office/drawing/2014/main" id="{6B13B167-66A9-15C8-D739-2C0B5AD4A150}"/>
              </a:ext>
            </a:extLst>
          </p:cNvPr>
          <p:cNvSpPr txBox="1"/>
          <p:nvPr userDrawn="1"/>
        </p:nvSpPr>
        <p:spPr>
          <a:xfrm>
            <a:off x="628551" y="4887487"/>
            <a:ext cx="6929020" cy="1608133"/>
          </a:xfrm>
          <a:prstGeom prst="rect">
            <a:avLst/>
          </a:prstGeom>
          <a:noFill/>
        </p:spPr>
        <p:txBody>
          <a:bodyPr wrap="square" lIns="0" tIns="0" rIns="0" bIns="0">
            <a:spAutoFit/>
          </a:bodyPr>
          <a:lstStyle/>
          <a:p>
            <a:pPr marL="0" algn="l" defTabSz="914400" rtl="0" eaLnBrk="1" latinLnBrk="0" hangingPunct="1">
              <a:spcAft>
                <a:spcPts val="300"/>
              </a:spcAft>
            </a:pPr>
            <a:r>
              <a:rPr lang="en-US" sz="1100" b="1" kern="1200" baseline="0" dirty="0">
                <a:solidFill>
                  <a:schemeClr val="accent2"/>
                </a:solidFill>
                <a:latin typeface="+mn-lt"/>
                <a:ea typeface="+mn-ea"/>
                <a:cs typeface="+mn-cs"/>
              </a:rPr>
              <a:t>REGULATORY INFORMATION</a:t>
            </a:r>
          </a:p>
          <a:p>
            <a:pPr>
              <a:lnSpc>
                <a:spcPct val="100000"/>
              </a:lnSpc>
            </a:pPr>
            <a:r>
              <a:rPr lang="en-ZA" sz="900" dirty="0">
                <a:solidFill>
                  <a:schemeClr val="tx1"/>
                </a:solidFill>
              </a:rPr>
              <a:t>The information contained herein is provided for general information purposes only.  This information does not constitute a solicitation, recommendation, guidance or proposal, and the service provided is not intended nor does it constitute financial, tax, legal, investment or other advice.  Whilst reasonable steps are taken to ensure the accuracy and integrity of information contained herein, Prescient accepts no liability or responsibility whatsoever if any information is, for whatever reason, incorrect. Prescient further accepts no responsibility for any loss or damage that may arise from reliance on information contained herein. There is no guarantee in respect of capital or returns in a portfolio and provided for illustrative purposes. Please note that there are risks involved in buying or selling any financial product, and past performance of a financial product is not necessarily indicative of the future performance. The value of financial products can increase as well as decrease over time, depending on the value of the underlying securities and market conditions.</a:t>
            </a:r>
          </a:p>
          <a:p>
            <a:pPr>
              <a:lnSpc>
                <a:spcPct val="100000"/>
              </a:lnSpc>
            </a:pPr>
            <a:endParaRPr lang="en-ZA" sz="300" dirty="0">
              <a:solidFill>
                <a:schemeClr val="tx1"/>
              </a:solidFill>
            </a:endParaRPr>
          </a:p>
          <a:p>
            <a:pPr>
              <a:lnSpc>
                <a:spcPct val="100000"/>
              </a:lnSpc>
            </a:pPr>
            <a:r>
              <a:rPr lang="en-ZA" sz="900" b="1" dirty="0">
                <a:solidFill>
                  <a:schemeClr val="accent2"/>
                </a:solidFill>
              </a:rPr>
              <a:t>Prescient Investment Management is a signatory to the UNPRI</a:t>
            </a:r>
          </a:p>
          <a:p>
            <a:pPr>
              <a:spcAft>
                <a:spcPts val="300"/>
              </a:spcAft>
            </a:pPr>
            <a:endParaRPr lang="en-US" sz="700" baseline="0" dirty="0">
              <a:solidFill>
                <a:schemeClr val="bg1"/>
              </a:solidFill>
              <a:latin typeface="+mn-lt"/>
            </a:endParaRPr>
          </a:p>
        </p:txBody>
      </p:sp>
    </p:spTree>
    <p:extLst>
      <p:ext uri="{BB962C8B-B14F-4D97-AF65-F5344CB8AC3E}">
        <p14:creationId xmlns:p14="http://schemas.microsoft.com/office/powerpoint/2010/main" val="1168701617"/>
      </p:ext>
    </p:extLst>
  </p:cSld>
  <p:clrMapOvr>
    <a:masterClrMapping/>
  </p:clrMapOvr>
  <p:transition spd="slow">
    <p:wipe dir="r"/>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Dark_Thank_You_Slide_Opt2_V3">
    <p:bg>
      <p:bgPr>
        <a:solidFill>
          <a:schemeClr val="bg1">
            <a:lumMod val="85000"/>
          </a:schemeClr>
        </a:solidFill>
        <a:effectLst/>
      </p:bgPr>
    </p:bg>
    <p:spTree>
      <p:nvGrpSpPr>
        <p:cNvPr id="1" name=""/>
        <p:cNvGrpSpPr/>
        <p:nvPr/>
      </p:nvGrpSpPr>
      <p:grpSpPr>
        <a:xfrm>
          <a:off x="0" y="0"/>
          <a:ext cx="0" cy="0"/>
          <a:chOff x="0" y="0"/>
          <a:chExt cx="0" cy="0"/>
        </a:xfrm>
      </p:grpSpPr>
      <p:sp>
        <p:nvSpPr>
          <p:cNvPr id="6" name="Snip Single Corner of Rectangle 5">
            <a:extLst>
              <a:ext uri="{FF2B5EF4-FFF2-40B4-BE49-F238E27FC236}">
                <a16:creationId xmlns:a16="http://schemas.microsoft.com/office/drawing/2014/main" id="{7100CFE0-D30D-EF02-160B-4B8599A73C68}"/>
              </a:ext>
            </a:extLst>
          </p:cNvPr>
          <p:cNvSpPr/>
          <p:nvPr userDrawn="1"/>
        </p:nvSpPr>
        <p:spPr>
          <a:xfrm flipV="1">
            <a:off x="195209" y="2095928"/>
            <a:ext cx="10198470" cy="4561726"/>
          </a:xfrm>
          <a:prstGeom prst="snip1Rect">
            <a:avLst>
              <a:gd name="adj" fmla="val 3040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 name="TextBox 1">
            <a:extLst>
              <a:ext uri="{FF2B5EF4-FFF2-40B4-BE49-F238E27FC236}">
                <a16:creationId xmlns:a16="http://schemas.microsoft.com/office/drawing/2014/main" id="{6EC73BDD-EC1E-B8ED-4F02-A562C4971449}"/>
              </a:ext>
            </a:extLst>
          </p:cNvPr>
          <p:cNvSpPr txBox="1">
            <a:spLocks noChangeAspect="1"/>
          </p:cNvSpPr>
          <p:nvPr userDrawn="1"/>
        </p:nvSpPr>
        <p:spPr>
          <a:xfrm>
            <a:off x="628551" y="3333654"/>
            <a:ext cx="4245375" cy="492443"/>
          </a:xfrm>
          <a:prstGeom prst="rect">
            <a:avLst/>
          </a:prstGeom>
          <a:noFill/>
        </p:spPr>
        <p:txBody>
          <a:bodyPr wrap="square" lIns="0" tIns="0" rIns="0" bIns="0" rtlCol="0">
            <a:spAutoFit/>
          </a:bodyPr>
          <a:lstStyle/>
          <a:p>
            <a:pPr>
              <a:spcAft>
                <a:spcPts val="1200"/>
              </a:spcAft>
            </a:pPr>
            <a:r>
              <a:rPr lang="en-US" sz="3200" b="0" i="0" baseline="0" dirty="0">
                <a:solidFill>
                  <a:schemeClr val="bg2"/>
                </a:solidFill>
                <a:latin typeface="+mn-lt"/>
                <a:ea typeface="Red Hat Display" panose="02010303040201060303" pitchFamily="2" charset="0"/>
                <a:cs typeface="Red Hat Display" panose="02010303040201060303" pitchFamily="2" charset="0"/>
              </a:rPr>
              <a:t>THANK YOU</a:t>
            </a:r>
          </a:p>
        </p:txBody>
      </p:sp>
      <p:pic>
        <p:nvPicPr>
          <p:cNvPr id="3" name="Picture 2">
            <a:extLst>
              <a:ext uri="{FF2B5EF4-FFF2-40B4-BE49-F238E27FC236}">
                <a16:creationId xmlns:a16="http://schemas.microsoft.com/office/drawing/2014/main" id="{CB5A7FDF-147E-8AA2-5F45-52C1DFED201A}"/>
              </a:ext>
            </a:extLst>
          </p:cNvPr>
          <p:cNvPicPr>
            <a:picLocks noChangeAspect="1"/>
          </p:cNvPicPr>
          <p:nvPr userDrawn="1"/>
        </p:nvPicPr>
        <p:blipFill>
          <a:blip r:embed="rId2"/>
          <a:stretch>
            <a:fillRect/>
          </a:stretch>
        </p:blipFill>
        <p:spPr>
          <a:xfrm>
            <a:off x="650585" y="2525329"/>
            <a:ext cx="1640923" cy="518743"/>
          </a:xfrm>
          <a:prstGeom prst="rect">
            <a:avLst/>
          </a:prstGeom>
        </p:spPr>
      </p:pic>
      <p:sp>
        <p:nvSpPr>
          <p:cNvPr id="4" name="TextBox 3">
            <a:extLst>
              <a:ext uri="{FF2B5EF4-FFF2-40B4-BE49-F238E27FC236}">
                <a16:creationId xmlns:a16="http://schemas.microsoft.com/office/drawing/2014/main" id="{D75B4901-5E98-A1BC-9ED6-73112B552468}"/>
              </a:ext>
            </a:extLst>
          </p:cNvPr>
          <p:cNvSpPr txBox="1"/>
          <p:nvPr userDrawn="1"/>
        </p:nvSpPr>
        <p:spPr>
          <a:xfrm>
            <a:off x="614932" y="4004793"/>
            <a:ext cx="4129596" cy="2446824"/>
          </a:xfrm>
          <a:prstGeom prst="rect">
            <a:avLst/>
          </a:prstGeom>
          <a:noFill/>
        </p:spPr>
        <p:txBody>
          <a:bodyPr wrap="square" lIns="0" tIns="0" rIns="0" bIns="0">
            <a:spAutoFit/>
          </a:bodyPr>
          <a:lstStyle/>
          <a:p>
            <a:pPr>
              <a:spcAft>
                <a:spcPts val="0"/>
              </a:spcAft>
            </a:pPr>
            <a:r>
              <a:rPr lang="en-US" sz="800" b="1" i="0" baseline="0" dirty="0">
                <a:solidFill>
                  <a:schemeClr val="accent2"/>
                </a:solidFill>
                <a:latin typeface="+mn-lt"/>
                <a:ea typeface="Red Hat Display" panose="02010303040201060303" pitchFamily="2" charset="0"/>
                <a:cs typeface="Red Hat Display" panose="02010303040201060303" pitchFamily="2" charset="0"/>
              </a:rPr>
              <a:t>MANAGER</a:t>
            </a:r>
            <a:r>
              <a:rPr lang="en-US" sz="800" b="1" i="0" baseline="0" dirty="0">
                <a:solidFill>
                  <a:schemeClr val="bg1"/>
                </a:solidFill>
                <a:latin typeface="+mn-lt"/>
                <a:ea typeface="Red Hat Display" panose="02010303040201060303" pitchFamily="2" charset="0"/>
                <a:cs typeface="Red Hat Display" panose="02010303040201060303" pitchFamily="2" charset="0"/>
              </a:rPr>
              <a:t> </a:t>
            </a:r>
          </a:p>
          <a:p>
            <a:pPr>
              <a:spcAft>
                <a:spcPts val="900"/>
              </a:spcAft>
            </a:pPr>
            <a:r>
              <a:rPr lang="en-US" sz="800" baseline="0" dirty="0">
                <a:solidFill>
                  <a:schemeClr val="bg1"/>
                </a:solidFill>
                <a:latin typeface="+mn-lt"/>
              </a:rPr>
              <a:t>Prescient Global Funds ICAV, Registration number: Physical address: 49 Upper Mount Street, Dublin 2, Ireland Postal address: 33 Sir John Rogerson's Quay, Dublin 2, Ireland. Telephone number: 00 353 1 676 6959 E-mail: </a:t>
            </a:r>
            <a:r>
              <a:rPr lang="en-US" sz="800" u="sng" baseline="0" dirty="0">
                <a:solidFill>
                  <a:srgbClr val="80D8D4"/>
                </a:solidFill>
                <a:latin typeface="+mn-lt"/>
              </a:rPr>
              <a:t>info@prescient.ie</a:t>
            </a:r>
            <a:r>
              <a:rPr lang="en-US" sz="800" u="none" baseline="0" dirty="0">
                <a:solidFill>
                  <a:srgbClr val="80D8D4"/>
                </a:solidFill>
                <a:latin typeface="+mn-lt"/>
              </a:rPr>
              <a:t> </a:t>
            </a:r>
            <a:r>
              <a:rPr lang="en-US" sz="800" baseline="0" dirty="0">
                <a:solidFill>
                  <a:schemeClr val="bg1"/>
                </a:solidFill>
                <a:latin typeface="+mn-lt"/>
              </a:rPr>
              <a:t>Website: </a:t>
            </a:r>
            <a:r>
              <a:rPr lang="en-US" sz="800" u="sng" baseline="0" dirty="0">
                <a:solidFill>
                  <a:srgbClr val="80D8D4"/>
                </a:solidFill>
                <a:latin typeface="+mn-lt"/>
              </a:rPr>
              <a:t>www.prescient.ie</a:t>
            </a:r>
          </a:p>
          <a:p>
            <a:pPr>
              <a:spcAft>
                <a:spcPts val="0"/>
              </a:spcAft>
            </a:pPr>
            <a:r>
              <a:rPr lang="en-US" sz="800" b="1" i="0" baseline="0" dirty="0">
                <a:solidFill>
                  <a:schemeClr val="accent2"/>
                </a:solidFill>
                <a:latin typeface="+mn-lt"/>
                <a:ea typeface="Red Hat Display" panose="02010303040201060303" pitchFamily="2" charset="0"/>
                <a:cs typeface="Red Hat Display" panose="02010303040201060303" pitchFamily="2" charset="0"/>
              </a:rPr>
              <a:t>DEPOSITARY</a:t>
            </a:r>
            <a:r>
              <a:rPr lang="en-US" sz="800" baseline="0" dirty="0">
                <a:solidFill>
                  <a:schemeClr val="accent2"/>
                </a:solidFill>
                <a:latin typeface="+mn-lt"/>
              </a:rPr>
              <a:t> </a:t>
            </a:r>
          </a:p>
          <a:p>
            <a:pPr>
              <a:spcAft>
                <a:spcPts val="900"/>
              </a:spcAft>
            </a:pPr>
            <a:r>
              <a:rPr lang="en-US" sz="800" baseline="0" dirty="0">
                <a:solidFill>
                  <a:schemeClr val="bg1"/>
                </a:solidFill>
                <a:latin typeface="+mn-lt"/>
              </a:rPr>
              <a:t>Northern Trust Fiduciary Services (Ireland) Limited, Physical address: Georges Court, 54 - 62 Townsend Street, Dublin 2, Ireland Telephone number: +353 1542 2000 Website: </a:t>
            </a:r>
            <a:r>
              <a:rPr lang="en-US" sz="800" u="sng" baseline="0" dirty="0">
                <a:solidFill>
                  <a:srgbClr val="80D8D4"/>
                </a:solidFill>
                <a:latin typeface="+mn-lt"/>
              </a:rPr>
              <a:t>www.northerntrust.com</a:t>
            </a:r>
          </a:p>
          <a:p>
            <a:pPr>
              <a:spcAft>
                <a:spcPts val="0"/>
              </a:spcAft>
            </a:pPr>
            <a:r>
              <a:rPr lang="en-US" sz="800" b="1" i="0" baseline="0" dirty="0">
                <a:solidFill>
                  <a:schemeClr val="accent2"/>
                </a:solidFill>
                <a:latin typeface="+mn-lt"/>
                <a:ea typeface="Red Hat Display" panose="02010303040201060303" pitchFamily="2" charset="0"/>
                <a:cs typeface="Red Hat Display" panose="02010303040201060303" pitchFamily="2" charset="0"/>
              </a:rPr>
              <a:t>INVESTMENT MANAGER </a:t>
            </a:r>
          </a:p>
          <a:p>
            <a:pPr>
              <a:spcAft>
                <a:spcPts val="900"/>
              </a:spcAft>
            </a:pPr>
            <a:r>
              <a:rPr lang="en-US" sz="800" baseline="0" dirty="0">
                <a:solidFill>
                  <a:schemeClr val="bg1"/>
                </a:solidFill>
                <a:latin typeface="+mn-lt"/>
              </a:rPr>
              <a:t>Prescient Investment Management (Pty) Ltd, Registration number: 1998/023640/07 is an authorised Financial Services Provider (FSP 612) under the Financial Advisory and Intermediary Services Act (No.37 of 2002), to act in the capacity as investment manager. This information is not advice, as defined in the Financial Advisory and Intermediary Services Act (No.37 of 2002). Please be advised that there may be representatives acting under supervision. Physical address: Block B, Silverwood, Silverwood Lane, Steenberg Office Park, Tokai, 7945. Postal address: PO Box 31142, Tokai 7966 Telephone number: +27 21 700 3600 Website: www.prescient.co.za</a:t>
            </a:r>
          </a:p>
        </p:txBody>
      </p:sp>
      <p:sp>
        <p:nvSpPr>
          <p:cNvPr id="11" name="TextBox 10">
            <a:extLst>
              <a:ext uri="{FF2B5EF4-FFF2-40B4-BE49-F238E27FC236}">
                <a16:creationId xmlns:a16="http://schemas.microsoft.com/office/drawing/2014/main" id="{E5A41C88-A6C4-54B8-ACB9-B1044EFDF557}"/>
              </a:ext>
            </a:extLst>
          </p:cNvPr>
          <p:cNvSpPr txBox="1"/>
          <p:nvPr userDrawn="1"/>
        </p:nvSpPr>
        <p:spPr>
          <a:xfrm>
            <a:off x="5078782" y="4079556"/>
            <a:ext cx="4405642" cy="2077492"/>
          </a:xfrm>
          <a:prstGeom prst="rect">
            <a:avLst/>
          </a:prstGeom>
          <a:noFill/>
        </p:spPr>
        <p:txBody>
          <a:bodyPr wrap="square" lIns="0" tIns="0" rIns="0" bIns="0">
            <a:spAutoFit/>
          </a:bodyPr>
          <a:lstStyle/>
          <a:p>
            <a:pPr>
              <a:spcAft>
                <a:spcPts val="0"/>
              </a:spcAft>
            </a:pPr>
            <a:r>
              <a:rPr lang="en-US" sz="800" b="1" i="0" baseline="0" dirty="0">
                <a:solidFill>
                  <a:schemeClr val="accent2"/>
                </a:solidFill>
                <a:latin typeface="+mn-lt"/>
                <a:ea typeface="Red Hat Display" panose="02010303040201060303" pitchFamily="2" charset="0"/>
                <a:cs typeface="Red Hat Display" panose="02010303040201060303" pitchFamily="2" charset="0"/>
              </a:rPr>
              <a:t>REPRESENTATIVE OFFICE </a:t>
            </a:r>
          </a:p>
          <a:p>
            <a:pPr>
              <a:spcAft>
                <a:spcPts val="900"/>
              </a:spcAft>
            </a:pPr>
            <a:r>
              <a:rPr lang="en-US" sz="800" baseline="0" dirty="0">
                <a:solidFill>
                  <a:schemeClr val="bg1"/>
                </a:solidFill>
                <a:latin typeface="+mn-lt"/>
              </a:rPr>
              <a:t>Prescient Management Company (RF) (Pty) Ltd is registered and approved under the Collective Investment Schemes Control Act (No.45 of 2002) Registration number 2002/022560/07, acting as the representative office.</a:t>
            </a:r>
          </a:p>
          <a:p>
            <a:pPr>
              <a:spcAft>
                <a:spcPts val="0"/>
              </a:spcAft>
            </a:pPr>
            <a:r>
              <a:rPr lang="en-US" sz="800" b="1" i="0" baseline="0" dirty="0">
                <a:solidFill>
                  <a:schemeClr val="accent2"/>
                </a:solidFill>
                <a:latin typeface="+mn-lt"/>
                <a:ea typeface="Red Hat Display" panose="02010303040201060303" pitchFamily="2" charset="0"/>
                <a:cs typeface="Red Hat Display" panose="02010303040201060303" pitchFamily="2" charset="0"/>
              </a:rPr>
              <a:t>BUSINESS ADDRESS </a:t>
            </a:r>
          </a:p>
          <a:p>
            <a:pPr>
              <a:spcAft>
                <a:spcPts val="0"/>
              </a:spcAft>
            </a:pPr>
            <a:r>
              <a:rPr lang="en-US" sz="800" baseline="0" dirty="0">
                <a:solidFill>
                  <a:schemeClr val="bg1"/>
                </a:solidFill>
                <a:latin typeface="+mn-lt"/>
              </a:rPr>
              <a:t>Block B, Silverwood, Silverwood Lane, Steenberg Office Park, 7945</a:t>
            </a:r>
          </a:p>
          <a:p>
            <a:pPr>
              <a:spcAft>
                <a:spcPts val="900"/>
              </a:spcAft>
            </a:pPr>
            <a:r>
              <a:rPr lang="en-US" sz="800" baseline="0" dirty="0">
                <a:solidFill>
                  <a:schemeClr val="bg1"/>
                </a:solidFill>
                <a:latin typeface="+mn-lt"/>
              </a:rPr>
              <a:t>Tel:  +27 21 700 3600   Website: </a:t>
            </a:r>
            <a:r>
              <a:rPr lang="en-US" sz="800" baseline="0" dirty="0">
                <a:solidFill>
                  <a:srgbClr val="80D8D4"/>
                </a:solidFill>
                <a:latin typeface="+mn-lt"/>
                <a:hlinkClick r:id="rId3">
                  <a:extLst>
                    <a:ext uri="{A12FA001-AC4F-418D-AE19-62706E023703}">
                      <ahyp:hlinkClr xmlns:ahyp="http://schemas.microsoft.com/office/drawing/2018/hyperlinkcolor" val="tx"/>
                    </a:ext>
                  </a:extLst>
                </a:hlinkClick>
              </a:rPr>
              <a:t>www.prescient.co.za</a:t>
            </a:r>
            <a:endParaRPr lang="en-US" sz="800" baseline="0" dirty="0">
              <a:solidFill>
                <a:srgbClr val="80D8D4"/>
              </a:solidFill>
              <a:latin typeface="+mn-lt"/>
            </a:endParaRPr>
          </a:p>
          <a:p>
            <a:pPr>
              <a:spcAft>
                <a:spcPts val="0"/>
              </a:spcAft>
            </a:pPr>
            <a:r>
              <a:rPr lang="en-US" sz="800" baseline="0" dirty="0">
                <a:solidFill>
                  <a:schemeClr val="bg1"/>
                </a:solidFill>
                <a:latin typeface="+mn-lt"/>
              </a:rPr>
              <a:t>This presentation is for information purposes only and does not constitute or form part of any offer to issue or sell or any solicitation of any offer to subscribe for or purchase any particular investments.  Opinions expressed in this document may be changed without notice at any time after publication. We therefore disclaim any liability for any loss, liability, damage (whether direct or consequential) or expense of any nature whatsoever which may be suffered as a result of or which may be attributable directly or indirectly to the use of or reliance upon the information.</a:t>
            </a:r>
          </a:p>
          <a:p>
            <a:pPr>
              <a:spcAft>
                <a:spcPts val="0"/>
              </a:spcAft>
            </a:pPr>
            <a:endParaRPr lang="en-US" sz="800" baseline="0" dirty="0">
              <a:solidFill>
                <a:schemeClr val="bg1"/>
              </a:solidFill>
              <a:latin typeface="+mn-lt"/>
            </a:endParaRPr>
          </a:p>
          <a:p>
            <a:pPr>
              <a:spcAft>
                <a:spcPts val="0"/>
              </a:spcAft>
            </a:pPr>
            <a:r>
              <a:rPr lang="en-US" sz="900" b="1" baseline="0" dirty="0">
                <a:solidFill>
                  <a:srgbClr val="80D8D4"/>
                </a:solidFill>
                <a:latin typeface="+mn-lt"/>
              </a:rPr>
              <a:t>Prescient Investment Management is a signatory to the UNPRI </a:t>
            </a:r>
          </a:p>
        </p:txBody>
      </p:sp>
    </p:spTree>
    <p:extLst>
      <p:ext uri="{BB962C8B-B14F-4D97-AF65-F5344CB8AC3E}">
        <p14:creationId xmlns:p14="http://schemas.microsoft.com/office/powerpoint/2010/main" val="4081521924"/>
      </p:ext>
    </p:extLst>
  </p:cSld>
  <p:clrMapOvr>
    <a:masterClrMapping/>
  </p:clrMapOvr>
  <p:transition spd="slow">
    <p:wipe dir="r"/>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Light_Thank_You_Slide_Opt2_V1">
    <p:bg>
      <p:bgPr>
        <a:solidFill>
          <a:schemeClr val="bg1">
            <a:lumMod val="85000"/>
          </a:schemeClr>
        </a:solidFill>
        <a:effectLst/>
      </p:bgPr>
    </p:bg>
    <p:spTree>
      <p:nvGrpSpPr>
        <p:cNvPr id="1" name=""/>
        <p:cNvGrpSpPr/>
        <p:nvPr/>
      </p:nvGrpSpPr>
      <p:grpSpPr>
        <a:xfrm>
          <a:off x="0" y="0"/>
          <a:ext cx="0" cy="0"/>
          <a:chOff x="0" y="0"/>
          <a:chExt cx="0" cy="0"/>
        </a:xfrm>
      </p:grpSpPr>
      <p:sp>
        <p:nvSpPr>
          <p:cNvPr id="3" name="Snip Single Corner of Rectangle 2">
            <a:extLst>
              <a:ext uri="{FF2B5EF4-FFF2-40B4-BE49-F238E27FC236}">
                <a16:creationId xmlns:a16="http://schemas.microsoft.com/office/drawing/2014/main" id="{9DD29538-34E8-6D3C-618E-EF416FB2B0D3}"/>
              </a:ext>
            </a:extLst>
          </p:cNvPr>
          <p:cNvSpPr/>
          <p:nvPr userDrawn="1"/>
        </p:nvSpPr>
        <p:spPr>
          <a:xfrm flipV="1">
            <a:off x="195209" y="2095928"/>
            <a:ext cx="10198470" cy="4561726"/>
          </a:xfrm>
          <a:prstGeom prst="snip1Rect">
            <a:avLst>
              <a:gd name="adj" fmla="val 3040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9" name="TextBox 8">
            <a:extLst>
              <a:ext uri="{FF2B5EF4-FFF2-40B4-BE49-F238E27FC236}">
                <a16:creationId xmlns:a16="http://schemas.microsoft.com/office/drawing/2014/main" id="{767DE710-7B8A-F2A0-CCC4-290308846BB5}"/>
              </a:ext>
            </a:extLst>
          </p:cNvPr>
          <p:cNvSpPr txBox="1"/>
          <p:nvPr userDrawn="1"/>
        </p:nvSpPr>
        <p:spPr>
          <a:xfrm>
            <a:off x="614932" y="4004793"/>
            <a:ext cx="4129596" cy="2446824"/>
          </a:xfrm>
          <a:prstGeom prst="rect">
            <a:avLst/>
          </a:prstGeom>
          <a:noFill/>
        </p:spPr>
        <p:txBody>
          <a:bodyPr wrap="square" lIns="0" tIns="0" rIns="0" bIns="0">
            <a:spAutoFit/>
          </a:bodyPr>
          <a:lstStyle/>
          <a:p>
            <a:pPr>
              <a:spcAft>
                <a:spcPts val="0"/>
              </a:spcAft>
            </a:pPr>
            <a:r>
              <a:rPr lang="en-US" sz="800" b="1" i="0" baseline="0" dirty="0">
                <a:solidFill>
                  <a:schemeClr val="accent2"/>
                </a:solidFill>
                <a:latin typeface="+mn-lt"/>
                <a:ea typeface="Red Hat Display" panose="02010303040201060303" pitchFamily="2" charset="0"/>
                <a:cs typeface="Red Hat Display" panose="02010303040201060303" pitchFamily="2" charset="0"/>
              </a:rPr>
              <a:t>MANAGER </a:t>
            </a:r>
          </a:p>
          <a:p>
            <a:pPr>
              <a:spcAft>
                <a:spcPts val="900"/>
              </a:spcAft>
            </a:pPr>
            <a:r>
              <a:rPr lang="en-US" sz="800" baseline="0" dirty="0">
                <a:solidFill>
                  <a:schemeClr val="tx1"/>
                </a:solidFill>
                <a:latin typeface="+mn-lt"/>
              </a:rPr>
              <a:t>Prescient Global Funds ICAV, Registration number: Physical address: 49 Upper Mount Street, Dublin 2, Ireland Postal address: 33 Sir John Rogerson's Quay, Dublin 2, Ireland. Telephone number: 00 353 1 676 6959 E-mail: </a:t>
            </a:r>
            <a:r>
              <a:rPr lang="en-US" sz="800" u="sng" baseline="0" dirty="0">
                <a:solidFill>
                  <a:schemeClr val="accent2"/>
                </a:solidFill>
                <a:latin typeface="+mn-lt"/>
              </a:rPr>
              <a:t>info@prescient.ie</a:t>
            </a:r>
            <a:r>
              <a:rPr lang="en-US" sz="800" u="none" baseline="0" dirty="0">
                <a:solidFill>
                  <a:schemeClr val="accent2"/>
                </a:solidFill>
                <a:latin typeface="+mn-lt"/>
              </a:rPr>
              <a:t> </a:t>
            </a:r>
            <a:r>
              <a:rPr lang="en-US" sz="800" baseline="0" dirty="0">
                <a:solidFill>
                  <a:schemeClr val="tx1"/>
                </a:solidFill>
                <a:latin typeface="+mn-lt"/>
              </a:rPr>
              <a:t>Website: </a:t>
            </a:r>
            <a:r>
              <a:rPr lang="en-US" sz="800" u="sng" baseline="0" dirty="0">
                <a:solidFill>
                  <a:schemeClr val="accent2"/>
                </a:solidFill>
                <a:latin typeface="+mn-lt"/>
              </a:rPr>
              <a:t>www.prescient.ie</a:t>
            </a:r>
          </a:p>
          <a:p>
            <a:pPr>
              <a:spcAft>
                <a:spcPts val="0"/>
              </a:spcAft>
            </a:pPr>
            <a:r>
              <a:rPr lang="en-US" sz="800" b="1" i="0" baseline="0" dirty="0">
                <a:solidFill>
                  <a:schemeClr val="accent2"/>
                </a:solidFill>
                <a:latin typeface="+mn-lt"/>
                <a:ea typeface="Red Hat Display" panose="02010303040201060303" pitchFamily="2" charset="0"/>
                <a:cs typeface="Red Hat Display" panose="02010303040201060303" pitchFamily="2" charset="0"/>
              </a:rPr>
              <a:t>DEPOSITARY</a:t>
            </a:r>
            <a:r>
              <a:rPr lang="en-US" sz="800" baseline="0" dirty="0">
                <a:solidFill>
                  <a:schemeClr val="accent2"/>
                </a:solidFill>
                <a:latin typeface="+mn-lt"/>
              </a:rPr>
              <a:t> </a:t>
            </a:r>
          </a:p>
          <a:p>
            <a:pPr>
              <a:spcAft>
                <a:spcPts val="900"/>
              </a:spcAft>
            </a:pPr>
            <a:r>
              <a:rPr lang="en-US" sz="800" baseline="0" dirty="0">
                <a:solidFill>
                  <a:schemeClr val="tx1"/>
                </a:solidFill>
                <a:latin typeface="+mn-lt"/>
              </a:rPr>
              <a:t>Northern Trust Fiduciary Services (Ireland) Limited, Physical address: Georges Court, 54 - 62 Townsend Street, Dublin 2, Ireland Telephone number: +353 1542 2000 Website: </a:t>
            </a:r>
            <a:r>
              <a:rPr lang="en-US" sz="800" u="sng" baseline="0" dirty="0">
                <a:solidFill>
                  <a:schemeClr val="accent2"/>
                </a:solidFill>
                <a:latin typeface="+mn-lt"/>
              </a:rPr>
              <a:t>www.northerntrust.com</a:t>
            </a:r>
          </a:p>
          <a:p>
            <a:pPr>
              <a:spcAft>
                <a:spcPts val="0"/>
              </a:spcAft>
            </a:pPr>
            <a:r>
              <a:rPr lang="en-US" sz="800" b="1" i="0" baseline="0" dirty="0">
                <a:solidFill>
                  <a:schemeClr val="accent2"/>
                </a:solidFill>
                <a:latin typeface="+mn-lt"/>
                <a:ea typeface="Red Hat Display" panose="02010303040201060303" pitchFamily="2" charset="0"/>
                <a:cs typeface="Red Hat Display" panose="02010303040201060303" pitchFamily="2" charset="0"/>
              </a:rPr>
              <a:t>INVESTMENT MANAGER </a:t>
            </a:r>
          </a:p>
          <a:p>
            <a:pPr>
              <a:spcAft>
                <a:spcPts val="900"/>
              </a:spcAft>
            </a:pPr>
            <a:r>
              <a:rPr lang="en-US" sz="800" baseline="0" dirty="0">
                <a:solidFill>
                  <a:schemeClr val="tx1"/>
                </a:solidFill>
                <a:latin typeface="+mn-lt"/>
              </a:rPr>
              <a:t>Prescient Investment Management (Pty) Ltd, Registration number: 1998/023640/07 is an authorised Financial Services Provider (FSP 612) under the Financial Advisory and Intermediary Services Act (No.37 of 2002), to act in the capacity as investment manager. This information is not advice, as defined in the Financial Advisory and Intermediary Services Act (No.37 of 2002). Please be advised that there may be representatives acting under supervision. Physical address: Block B, Silverwood, Silverwood Lane, Steenberg Office Park, Tokai, 7945. Postal address: PO Box 31142, Tokai 7966 Telephone number: +27 21 700 3600 Website: www.prescient.co.za</a:t>
            </a:r>
          </a:p>
        </p:txBody>
      </p:sp>
      <p:sp>
        <p:nvSpPr>
          <p:cNvPr id="10" name="TextBox 9">
            <a:extLst>
              <a:ext uri="{FF2B5EF4-FFF2-40B4-BE49-F238E27FC236}">
                <a16:creationId xmlns:a16="http://schemas.microsoft.com/office/drawing/2014/main" id="{3EAD6336-2F23-2182-C524-600A0CF8CA72}"/>
              </a:ext>
            </a:extLst>
          </p:cNvPr>
          <p:cNvSpPr txBox="1"/>
          <p:nvPr userDrawn="1"/>
        </p:nvSpPr>
        <p:spPr>
          <a:xfrm>
            <a:off x="5078782" y="4079556"/>
            <a:ext cx="4405642" cy="2200602"/>
          </a:xfrm>
          <a:prstGeom prst="rect">
            <a:avLst/>
          </a:prstGeom>
          <a:noFill/>
        </p:spPr>
        <p:txBody>
          <a:bodyPr wrap="square" lIns="0" tIns="0" rIns="0" bIns="0">
            <a:spAutoFit/>
          </a:bodyPr>
          <a:lstStyle/>
          <a:p>
            <a:pPr>
              <a:spcAft>
                <a:spcPts val="0"/>
              </a:spcAft>
            </a:pPr>
            <a:r>
              <a:rPr lang="en-US" sz="800" b="1" i="0" baseline="0" dirty="0">
                <a:solidFill>
                  <a:schemeClr val="accent2"/>
                </a:solidFill>
                <a:latin typeface="+mn-lt"/>
                <a:ea typeface="Red Hat Display" panose="02010303040201060303" pitchFamily="2" charset="0"/>
                <a:cs typeface="Red Hat Display" panose="02010303040201060303" pitchFamily="2" charset="0"/>
              </a:rPr>
              <a:t>REPRESENTATIVE OFFICE </a:t>
            </a:r>
          </a:p>
          <a:p>
            <a:pPr>
              <a:spcAft>
                <a:spcPts val="900"/>
              </a:spcAft>
            </a:pPr>
            <a:r>
              <a:rPr lang="en-US" sz="800" baseline="0" dirty="0">
                <a:solidFill>
                  <a:schemeClr val="tx1"/>
                </a:solidFill>
                <a:latin typeface="+mn-lt"/>
              </a:rPr>
              <a:t>Prescient Management Company (RF) (Pty) Ltd is registered and approved under the Collective Investment Schemes Control Act (No.45 of 2002) Registration number 2002/022560/07, acting as the representative office.</a:t>
            </a:r>
          </a:p>
          <a:p>
            <a:pPr>
              <a:spcAft>
                <a:spcPts val="0"/>
              </a:spcAft>
            </a:pPr>
            <a:r>
              <a:rPr lang="en-US" sz="800" b="1" i="0" baseline="0" dirty="0">
                <a:solidFill>
                  <a:schemeClr val="accent2"/>
                </a:solidFill>
                <a:latin typeface="+mn-lt"/>
                <a:ea typeface="Red Hat Display" panose="02010303040201060303" pitchFamily="2" charset="0"/>
                <a:cs typeface="Red Hat Display" panose="02010303040201060303" pitchFamily="2" charset="0"/>
              </a:rPr>
              <a:t>BUSINESS ADDRESS </a:t>
            </a:r>
          </a:p>
          <a:p>
            <a:pPr>
              <a:spcAft>
                <a:spcPts val="0"/>
              </a:spcAft>
            </a:pPr>
            <a:r>
              <a:rPr lang="en-US" sz="800" baseline="0" dirty="0">
                <a:solidFill>
                  <a:schemeClr val="tx1"/>
                </a:solidFill>
                <a:latin typeface="+mn-lt"/>
              </a:rPr>
              <a:t>Block B, Silverwood, Silverwood Lane, Steenberg Office Park, 7945</a:t>
            </a:r>
          </a:p>
          <a:p>
            <a:pPr>
              <a:spcAft>
                <a:spcPts val="900"/>
              </a:spcAft>
            </a:pPr>
            <a:r>
              <a:rPr lang="en-US" sz="800" baseline="0" dirty="0">
                <a:solidFill>
                  <a:schemeClr val="tx1"/>
                </a:solidFill>
                <a:latin typeface="+mn-lt"/>
              </a:rPr>
              <a:t>Tel:  +27 21 700 3600   Website: </a:t>
            </a:r>
            <a:r>
              <a:rPr lang="en-US" sz="800" baseline="0" dirty="0">
                <a:solidFill>
                  <a:schemeClr val="accent2"/>
                </a:solidFill>
                <a:latin typeface="+mn-lt"/>
                <a:hlinkClick r:id="rId2">
                  <a:extLst>
                    <a:ext uri="{A12FA001-AC4F-418D-AE19-62706E023703}">
                      <ahyp:hlinkClr xmlns:ahyp="http://schemas.microsoft.com/office/drawing/2018/hyperlinkcolor" val="tx"/>
                    </a:ext>
                  </a:extLst>
                </a:hlinkClick>
              </a:rPr>
              <a:t>www.prescient.co.za</a:t>
            </a:r>
            <a:endParaRPr lang="en-US" sz="800" baseline="0" dirty="0">
              <a:solidFill>
                <a:schemeClr val="accent2"/>
              </a:solidFill>
              <a:latin typeface="+mn-lt"/>
            </a:endParaRPr>
          </a:p>
          <a:p>
            <a:pPr>
              <a:spcAft>
                <a:spcPts val="0"/>
              </a:spcAft>
            </a:pPr>
            <a:r>
              <a:rPr lang="en-US" sz="800" baseline="0" dirty="0">
                <a:solidFill>
                  <a:schemeClr val="tx1"/>
                </a:solidFill>
                <a:latin typeface="+mn-lt"/>
              </a:rPr>
              <a:t>This presentation is for information purposes only and does not constitute or form part of any offer to issue or sell or any solicitation of any offer to subscribe for or purchase any particular investments.  Opinions expressed in this document may be changed without notice at any time after publication. We therefore disclaim any liability for any loss, liability, damage (whether direct or consequential) or expense of any nature whatsoever which may be suffered as a result of or which may be attributable directly or indirectly to the use of or reliance upon the information. </a:t>
            </a:r>
          </a:p>
          <a:p>
            <a:pPr>
              <a:spcAft>
                <a:spcPts val="0"/>
              </a:spcAft>
            </a:pPr>
            <a:endParaRPr lang="en-US" sz="800" baseline="0" dirty="0">
              <a:solidFill>
                <a:schemeClr val="tx1"/>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baseline="0" dirty="0">
                <a:solidFill>
                  <a:schemeClr val="accent2"/>
                </a:solidFill>
                <a:latin typeface="+mn-lt"/>
              </a:rPr>
              <a:t>Prescient Investment Management is a signatory to the UNPRI </a:t>
            </a:r>
          </a:p>
          <a:p>
            <a:pPr>
              <a:spcAft>
                <a:spcPts val="0"/>
              </a:spcAft>
            </a:pPr>
            <a:endParaRPr lang="en-US" sz="800" baseline="0" dirty="0">
              <a:solidFill>
                <a:schemeClr val="tx1"/>
              </a:solidFill>
              <a:latin typeface="+mn-lt"/>
            </a:endParaRPr>
          </a:p>
        </p:txBody>
      </p:sp>
      <p:sp>
        <p:nvSpPr>
          <p:cNvPr id="2" name="TextBox 1">
            <a:extLst>
              <a:ext uri="{FF2B5EF4-FFF2-40B4-BE49-F238E27FC236}">
                <a16:creationId xmlns:a16="http://schemas.microsoft.com/office/drawing/2014/main" id="{C55C7EB2-CBBA-8E3E-8372-597E005ECE88}"/>
              </a:ext>
            </a:extLst>
          </p:cNvPr>
          <p:cNvSpPr txBox="1">
            <a:spLocks noChangeAspect="1"/>
          </p:cNvSpPr>
          <p:nvPr userDrawn="1"/>
        </p:nvSpPr>
        <p:spPr>
          <a:xfrm>
            <a:off x="619673" y="3333654"/>
            <a:ext cx="4245375" cy="492443"/>
          </a:xfrm>
          <a:prstGeom prst="rect">
            <a:avLst/>
          </a:prstGeom>
          <a:noFill/>
        </p:spPr>
        <p:txBody>
          <a:bodyPr wrap="square" lIns="0" tIns="0" rIns="0" bIns="0" rtlCol="0">
            <a:spAutoFit/>
          </a:bodyPr>
          <a:lstStyle/>
          <a:p>
            <a:pPr>
              <a:spcAft>
                <a:spcPts val="1200"/>
              </a:spcAft>
            </a:pPr>
            <a:r>
              <a:rPr lang="en-US" sz="3200" b="0" i="0" baseline="0" dirty="0">
                <a:solidFill>
                  <a:schemeClr val="tx2"/>
                </a:solidFill>
                <a:latin typeface="+mn-lt"/>
                <a:ea typeface="Red Hat Display" panose="02010303040201060303" pitchFamily="2" charset="0"/>
                <a:cs typeface="Red Hat Display" panose="02010303040201060303" pitchFamily="2" charset="0"/>
              </a:rPr>
              <a:t>THANK YOU</a:t>
            </a:r>
          </a:p>
        </p:txBody>
      </p:sp>
      <p:pic>
        <p:nvPicPr>
          <p:cNvPr id="4" name="Graphic 3">
            <a:extLst>
              <a:ext uri="{FF2B5EF4-FFF2-40B4-BE49-F238E27FC236}">
                <a16:creationId xmlns:a16="http://schemas.microsoft.com/office/drawing/2014/main" id="{BD62C7F1-C942-4CD8-38C3-01067ED8417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65794" y="2618893"/>
            <a:ext cx="1613607" cy="502719"/>
          </a:xfrm>
          <a:prstGeom prst="rect">
            <a:avLst/>
          </a:prstGeom>
        </p:spPr>
      </p:pic>
    </p:spTree>
    <p:extLst>
      <p:ext uri="{BB962C8B-B14F-4D97-AF65-F5344CB8AC3E}">
        <p14:creationId xmlns:p14="http://schemas.microsoft.com/office/powerpoint/2010/main" val="3575098108"/>
      </p:ext>
    </p:extLst>
  </p:cSld>
  <p:clrMapOvr>
    <a:masterClrMapping/>
  </p:clrMapOvr>
  <p:transition spd="slow">
    <p:wipe dir="r"/>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1_Light_Thank_You_Slide_Opt2_V3">
    <p:bg>
      <p:bgPr>
        <a:solidFill>
          <a:schemeClr val="bg1"/>
        </a:solidFill>
        <a:effectLst/>
      </p:bgPr>
    </p:bg>
    <p:spTree>
      <p:nvGrpSpPr>
        <p:cNvPr id="1" name=""/>
        <p:cNvGrpSpPr/>
        <p:nvPr/>
      </p:nvGrpSpPr>
      <p:grpSpPr>
        <a:xfrm>
          <a:off x="0" y="0"/>
          <a:ext cx="0" cy="0"/>
          <a:chOff x="0" y="0"/>
          <a:chExt cx="0" cy="0"/>
        </a:xfrm>
      </p:grpSpPr>
      <p:sp>
        <p:nvSpPr>
          <p:cNvPr id="10" name="Text Placeholder 11">
            <a:extLst>
              <a:ext uri="{FF2B5EF4-FFF2-40B4-BE49-F238E27FC236}">
                <a16:creationId xmlns:a16="http://schemas.microsoft.com/office/drawing/2014/main" id="{43F5B192-BEB0-84B8-A428-E62BA7ECE712}"/>
              </a:ext>
            </a:extLst>
          </p:cNvPr>
          <p:cNvSpPr>
            <a:spLocks noGrp="1"/>
          </p:cNvSpPr>
          <p:nvPr>
            <p:ph type="body" sz="quarter" idx="15" hasCustomPrompt="1"/>
          </p:nvPr>
        </p:nvSpPr>
        <p:spPr>
          <a:xfrm>
            <a:off x="462731" y="403376"/>
            <a:ext cx="6002724" cy="487762"/>
          </a:xfrm>
        </p:spPr>
        <p:txBody>
          <a:bodyPr wrap="square" lIns="0" tIns="0" rIns="0" bIns="0">
            <a:spAutoFit/>
          </a:bodyPr>
          <a:lstStyle>
            <a:lvl1pPr marL="0" indent="0">
              <a:buFont typeface="+mj-lt"/>
              <a:buNone/>
              <a:defRPr sz="3500" b="0" i="0" cap="none" baseline="0">
                <a:solidFill>
                  <a:schemeClr val="tx2"/>
                </a:solidFill>
                <a:latin typeface="Arial" panose="020B0604020202020204" pitchFamily="34" charset="0"/>
                <a:ea typeface="Red Hat Display" panose="02010303040201060303" pitchFamily="2" charset="0"/>
                <a:cs typeface="Arial" panose="020B0604020202020204" pitchFamily="34" charset="0"/>
              </a:defRPr>
            </a:lvl1pPr>
          </a:lstStyle>
          <a:p>
            <a:pPr lvl="0"/>
            <a:r>
              <a:rPr lang="en-US" dirty="0"/>
              <a:t>Teal Theme Warm Palette</a:t>
            </a:r>
          </a:p>
        </p:txBody>
      </p:sp>
      <p:sp>
        <p:nvSpPr>
          <p:cNvPr id="11" name="Content Placeholder 12">
            <a:extLst>
              <a:ext uri="{FF2B5EF4-FFF2-40B4-BE49-F238E27FC236}">
                <a16:creationId xmlns:a16="http://schemas.microsoft.com/office/drawing/2014/main" id="{69087646-02FD-8F4F-CF71-9441968C5ED2}"/>
              </a:ext>
            </a:extLst>
          </p:cNvPr>
          <p:cNvSpPr>
            <a:spLocks noGrp="1"/>
          </p:cNvSpPr>
          <p:nvPr>
            <p:ph sz="quarter" idx="18"/>
          </p:nvPr>
        </p:nvSpPr>
        <p:spPr>
          <a:xfrm flipV="1">
            <a:off x="462732" y="1033188"/>
            <a:ext cx="503999" cy="36000"/>
          </a:xfrm>
          <a:custGeom>
            <a:avLst/>
            <a:gdLst>
              <a:gd name="connsiteX0" fmla="*/ 0 w 503999"/>
              <a:gd name="connsiteY0" fmla="*/ 36000 h 36000"/>
              <a:gd name="connsiteX1" fmla="*/ 503999 w 503999"/>
              <a:gd name="connsiteY1" fmla="*/ 36000 h 36000"/>
              <a:gd name="connsiteX2" fmla="*/ 459178 w 503999"/>
              <a:gd name="connsiteY2" fmla="*/ 0 h 36000"/>
              <a:gd name="connsiteX3" fmla="*/ 0 w 503999"/>
              <a:gd name="connsiteY3" fmla="*/ 0 h 36000"/>
            </a:gdLst>
            <a:ahLst/>
            <a:cxnLst>
              <a:cxn ang="0">
                <a:pos x="connsiteX0" y="connsiteY0"/>
              </a:cxn>
              <a:cxn ang="0">
                <a:pos x="connsiteX1" y="connsiteY1"/>
              </a:cxn>
              <a:cxn ang="0">
                <a:pos x="connsiteX2" y="connsiteY2"/>
              </a:cxn>
              <a:cxn ang="0">
                <a:pos x="connsiteX3" y="connsiteY3"/>
              </a:cxn>
            </a:cxnLst>
            <a:rect l="l" t="t" r="r" b="b"/>
            <a:pathLst>
              <a:path w="503999" h="36000">
                <a:moveTo>
                  <a:pt x="0" y="36000"/>
                </a:moveTo>
                <a:lnTo>
                  <a:pt x="503999" y="36000"/>
                </a:lnTo>
                <a:lnTo>
                  <a:pt x="459178" y="0"/>
                </a:lnTo>
                <a:lnTo>
                  <a:pt x="0" y="0"/>
                </a:lnTo>
                <a:close/>
              </a:path>
            </a:pathLst>
          </a:custGeom>
          <a:solidFill>
            <a:schemeClr val="accent2"/>
          </a:solidFill>
        </p:spPr>
        <p:txBody>
          <a:bodyPr wrap="square">
            <a:noAutofit/>
          </a:bodyPr>
          <a:lstStyle>
            <a:lvl1pPr marL="0" indent="0">
              <a:buNone/>
              <a:defRPr sz="800">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grpSp>
        <p:nvGrpSpPr>
          <p:cNvPr id="52" name="Group 51">
            <a:extLst>
              <a:ext uri="{FF2B5EF4-FFF2-40B4-BE49-F238E27FC236}">
                <a16:creationId xmlns:a16="http://schemas.microsoft.com/office/drawing/2014/main" id="{E20175AA-0C93-8EF5-2F3F-4B723750BB35}"/>
              </a:ext>
            </a:extLst>
          </p:cNvPr>
          <p:cNvGrpSpPr/>
          <p:nvPr userDrawn="1"/>
        </p:nvGrpSpPr>
        <p:grpSpPr>
          <a:xfrm>
            <a:off x="462731" y="1496291"/>
            <a:ext cx="11256563" cy="3811429"/>
            <a:chOff x="462731" y="1496291"/>
            <a:chExt cx="8218537" cy="2782765"/>
          </a:xfrm>
        </p:grpSpPr>
        <p:sp>
          <p:nvSpPr>
            <p:cNvPr id="12" name="Rectangle 11">
              <a:extLst>
                <a:ext uri="{FF2B5EF4-FFF2-40B4-BE49-F238E27FC236}">
                  <a16:creationId xmlns:a16="http://schemas.microsoft.com/office/drawing/2014/main" id="{5194D3E6-5078-4485-F07C-70212FD9C5EC}"/>
                </a:ext>
              </a:extLst>
            </p:cNvPr>
            <p:cNvSpPr/>
            <p:nvPr userDrawn="1"/>
          </p:nvSpPr>
          <p:spPr>
            <a:xfrm>
              <a:off x="462731" y="1496291"/>
              <a:ext cx="377071" cy="2336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9BC7D8E-6260-3EDC-60F8-C15EDF6DACE5}"/>
                </a:ext>
              </a:extLst>
            </p:cNvPr>
            <p:cNvSpPr>
              <a:spLocks/>
            </p:cNvSpPr>
            <p:nvPr userDrawn="1"/>
          </p:nvSpPr>
          <p:spPr>
            <a:xfrm>
              <a:off x="525266" y="4027056"/>
              <a:ext cx="252000" cy="252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BF4A2EC-BA79-65BA-AA0A-C72361477869}"/>
                </a:ext>
              </a:extLst>
            </p:cNvPr>
            <p:cNvSpPr/>
            <p:nvPr userDrawn="1"/>
          </p:nvSpPr>
          <p:spPr>
            <a:xfrm>
              <a:off x="874268" y="1496291"/>
              <a:ext cx="377071" cy="233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11EA7B81-7AFB-141F-3CF5-F910E2719DD5}"/>
                </a:ext>
              </a:extLst>
            </p:cNvPr>
            <p:cNvSpPr>
              <a:spLocks/>
            </p:cNvSpPr>
            <p:nvPr userDrawn="1"/>
          </p:nvSpPr>
          <p:spPr>
            <a:xfrm>
              <a:off x="937975" y="4027056"/>
              <a:ext cx="252000" cy="25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F244C0C-0AAD-0C28-E6E6-367CE5378451}"/>
                </a:ext>
              </a:extLst>
            </p:cNvPr>
            <p:cNvSpPr/>
            <p:nvPr userDrawn="1"/>
          </p:nvSpPr>
          <p:spPr>
            <a:xfrm>
              <a:off x="1285807" y="1496291"/>
              <a:ext cx="377071" cy="23368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04CC8800-7F43-BD05-357A-7B175E0D21D6}"/>
                </a:ext>
              </a:extLst>
            </p:cNvPr>
            <p:cNvSpPr>
              <a:spLocks/>
            </p:cNvSpPr>
            <p:nvPr userDrawn="1"/>
          </p:nvSpPr>
          <p:spPr>
            <a:xfrm>
              <a:off x="1350684" y="4027056"/>
              <a:ext cx="252000" cy="252000"/>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F80A7E5-F82F-7509-3F93-87C3F227EE77}"/>
                </a:ext>
              </a:extLst>
            </p:cNvPr>
            <p:cNvSpPr/>
            <p:nvPr userDrawn="1"/>
          </p:nvSpPr>
          <p:spPr>
            <a:xfrm>
              <a:off x="1697344" y="1496291"/>
              <a:ext cx="377071" cy="2336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59EE1CDF-9974-ED88-6FA5-9F7A84754C0D}"/>
                </a:ext>
              </a:extLst>
            </p:cNvPr>
            <p:cNvSpPr>
              <a:spLocks/>
            </p:cNvSpPr>
            <p:nvPr userDrawn="1"/>
          </p:nvSpPr>
          <p:spPr>
            <a:xfrm>
              <a:off x="1763393" y="4027056"/>
              <a:ext cx="252000" cy="25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003A668-D038-8172-05B4-1D716270D773}"/>
                </a:ext>
              </a:extLst>
            </p:cNvPr>
            <p:cNvSpPr/>
            <p:nvPr userDrawn="1"/>
          </p:nvSpPr>
          <p:spPr>
            <a:xfrm>
              <a:off x="2108883" y="1496291"/>
              <a:ext cx="377071" cy="233680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BA06EBDC-8AA1-82C4-FD61-03AC7BB208EB}"/>
                </a:ext>
              </a:extLst>
            </p:cNvPr>
            <p:cNvSpPr>
              <a:spLocks/>
            </p:cNvSpPr>
            <p:nvPr userDrawn="1"/>
          </p:nvSpPr>
          <p:spPr>
            <a:xfrm>
              <a:off x="2176102" y="4027056"/>
              <a:ext cx="252000" cy="252000"/>
            </a:xfrm>
            <a:prstGeom prst="ellips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4E5064-C14D-4DB9-44F3-207FD40F78B4}"/>
                </a:ext>
              </a:extLst>
            </p:cNvPr>
            <p:cNvSpPr/>
            <p:nvPr userDrawn="1"/>
          </p:nvSpPr>
          <p:spPr>
            <a:xfrm>
              <a:off x="2520420" y="1496291"/>
              <a:ext cx="377071" cy="233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29C66F6F-7F1B-6A18-D806-20C862391B10}"/>
                </a:ext>
              </a:extLst>
            </p:cNvPr>
            <p:cNvSpPr>
              <a:spLocks/>
            </p:cNvSpPr>
            <p:nvPr userDrawn="1"/>
          </p:nvSpPr>
          <p:spPr>
            <a:xfrm>
              <a:off x="2588811" y="4027056"/>
              <a:ext cx="252000" cy="25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D849341-F892-F642-5BD7-316086B98EBC}"/>
                </a:ext>
              </a:extLst>
            </p:cNvPr>
            <p:cNvSpPr/>
            <p:nvPr userDrawn="1"/>
          </p:nvSpPr>
          <p:spPr>
            <a:xfrm>
              <a:off x="2931959" y="1496291"/>
              <a:ext cx="377071" cy="2336800"/>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998549E0-85ED-81B0-DDF1-7E79BA52967B}"/>
                </a:ext>
              </a:extLst>
            </p:cNvPr>
            <p:cNvSpPr>
              <a:spLocks/>
            </p:cNvSpPr>
            <p:nvPr userDrawn="1"/>
          </p:nvSpPr>
          <p:spPr>
            <a:xfrm>
              <a:off x="3001520" y="4027056"/>
              <a:ext cx="252000" cy="252000"/>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8B48362-FDA2-1540-15CF-CC347F9C2F8D}"/>
                </a:ext>
              </a:extLst>
            </p:cNvPr>
            <p:cNvSpPr/>
            <p:nvPr userDrawn="1"/>
          </p:nvSpPr>
          <p:spPr>
            <a:xfrm>
              <a:off x="3343496" y="1496291"/>
              <a:ext cx="377071" cy="2336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0355606B-3257-AFF9-4544-7742BBB6BF04}"/>
                </a:ext>
              </a:extLst>
            </p:cNvPr>
            <p:cNvSpPr>
              <a:spLocks/>
            </p:cNvSpPr>
            <p:nvPr userDrawn="1"/>
          </p:nvSpPr>
          <p:spPr>
            <a:xfrm>
              <a:off x="3414229" y="4027056"/>
              <a:ext cx="252000" cy="252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BD50C67-9179-EE2B-4311-D2BBA9B1EF1A}"/>
                </a:ext>
              </a:extLst>
            </p:cNvPr>
            <p:cNvSpPr/>
            <p:nvPr userDrawn="1"/>
          </p:nvSpPr>
          <p:spPr>
            <a:xfrm>
              <a:off x="3766158" y="1496291"/>
              <a:ext cx="377071" cy="23368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2CE10D8A-19E1-75B6-93FB-B565885948DB}"/>
                </a:ext>
              </a:extLst>
            </p:cNvPr>
            <p:cNvSpPr>
              <a:spLocks/>
            </p:cNvSpPr>
            <p:nvPr userDrawn="1"/>
          </p:nvSpPr>
          <p:spPr>
            <a:xfrm>
              <a:off x="3826938" y="4027056"/>
              <a:ext cx="252000" cy="252000"/>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96A97DAE-068B-7D21-922A-2591D0B3961A}"/>
                </a:ext>
              </a:extLst>
            </p:cNvPr>
            <p:cNvSpPr/>
            <p:nvPr userDrawn="1"/>
          </p:nvSpPr>
          <p:spPr>
            <a:xfrm>
              <a:off x="4177695" y="1496291"/>
              <a:ext cx="377071" cy="2336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71A8D183-660B-269A-BC24-D56F9EB878DE}"/>
                </a:ext>
              </a:extLst>
            </p:cNvPr>
            <p:cNvSpPr>
              <a:spLocks/>
            </p:cNvSpPr>
            <p:nvPr userDrawn="1"/>
          </p:nvSpPr>
          <p:spPr>
            <a:xfrm>
              <a:off x="4239647" y="4027056"/>
              <a:ext cx="252000" cy="252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6487E248-D9ED-5AE4-571A-AA51D9E160A6}"/>
                </a:ext>
              </a:extLst>
            </p:cNvPr>
            <p:cNvSpPr/>
            <p:nvPr userDrawn="1"/>
          </p:nvSpPr>
          <p:spPr>
            <a:xfrm>
              <a:off x="4589233" y="1496291"/>
              <a:ext cx="377071" cy="23368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9BCE650F-6592-AFFB-4D9D-E4897923E776}"/>
                </a:ext>
              </a:extLst>
            </p:cNvPr>
            <p:cNvSpPr>
              <a:spLocks/>
            </p:cNvSpPr>
            <p:nvPr userDrawn="1"/>
          </p:nvSpPr>
          <p:spPr>
            <a:xfrm>
              <a:off x="4652356" y="4027056"/>
              <a:ext cx="252000" cy="252000"/>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05D83D84-234F-32FA-8F81-4D1D3D97D703}"/>
                </a:ext>
              </a:extLst>
            </p:cNvPr>
            <p:cNvSpPr/>
            <p:nvPr userDrawn="1"/>
          </p:nvSpPr>
          <p:spPr>
            <a:xfrm>
              <a:off x="5000770" y="1496291"/>
              <a:ext cx="377071" cy="2336800"/>
            </a:xfrm>
            <a:prstGeom prst="rect">
              <a:avLst/>
            </a:prstGeom>
            <a:solidFill>
              <a:srgbClr val="BAB4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67759EE6-5349-4202-3AE0-0E6CF40C88EA}"/>
                </a:ext>
              </a:extLst>
            </p:cNvPr>
            <p:cNvSpPr>
              <a:spLocks/>
            </p:cNvSpPr>
            <p:nvPr userDrawn="1"/>
          </p:nvSpPr>
          <p:spPr>
            <a:xfrm>
              <a:off x="5065065" y="4027056"/>
              <a:ext cx="252000" cy="252000"/>
            </a:xfrm>
            <a:prstGeom prst="ellipse">
              <a:avLst/>
            </a:prstGeom>
            <a:solidFill>
              <a:srgbClr val="BAB4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C1FE82C9-5AF1-F743-2567-2F814B40AB09}"/>
                </a:ext>
              </a:extLst>
            </p:cNvPr>
            <p:cNvSpPr/>
            <p:nvPr userDrawn="1"/>
          </p:nvSpPr>
          <p:spPr>
            <a:xfrm>
              <a:off x="5412308" y="1496291"/>
              <a:ext cx="377071" cy="2336800"/>
            </a:xfrm>
            <a:prstGeom prst="rect">
              <a:avLst/>
            </a:prstGeom>
            <a:solidFill>
              <a:srgbClr val="DDD9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73C8E7A1-F4EA-114A-8CD8-66AE9EC96CC3}"/>
                </a:ext>
              </a:extLst>
            </p:cNvPr>
            <p:cNvSpPr>
              <a:spLocks/>
            </p:cNvSpPr>
            <p:nvPr userDrawn="1"/>
          </p:nvSpPr>
          <p:spPr>
            <a:xfrm>
              <a:off x="5477774" y="4027056"/>
              <a:ext cx="252000" cy="252000"/>
            </a:xfrm>
            <a:prstGeom prst="ellipse">
              <a:avLst/>
            </a:prstGeom>
            <a:solidFill>
              <a:srgbClr val="DDD9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F982A492-D653-8680-D375-87F8314D9795}"/>
                </a:ext>
              </a:extLst>
            </p:cNvPr>
            <p:cNvSpPr/>
            <p:nvPr userDrawn="1"/>
          </p:nvSpPr>
          <p:spPr>
            <a:xfrm>
              <a:off x="5823846" y="1496291"/>
              <a:ext cx="377071" cy="2336800"/>
            </a:xfrm>
            <a:prstGeom prst="rect">
              <a:avLst/>
            </a:prstGeom>
            <a:solidFill>
              <a:srgbClr val="00AD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258961A2-8C25-3B86-3554-7687F2722922}"/>
                </a:ext>
              </a:extLst>
            </p:cNvPr>
            <p:cNvSpPr>
              <a:spLocks/>
            </p:cNvSpPr>
            <p:nvPr userDrawn="1"/>
          </p:nvSpPr>
          <p:spPr>
            <a:xfrm>
              <a:off x="5890483" y="4027056"/>
              <a:ext cx="252000" cy="252000"/>
            </a:xfrm>
            <a:prstGeom prst="ellipse">
              <a:avLst/>
            </a:prstGeom>
            <a:solidFill>
              <a:srgbClr val="00AD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3DCF65F4-6ECA-BAC4-041A-DAD22FB186A6}"/>
                </a:ext>
              </a:extLst>
            </p:cNvPr>
            <p:cNvSpPr/>
            <p:nvPr userDrawn="1"/>
          </p:nvSpPr>
          <p:spPr>
            <a:xfrm>
              <a:off x="6235384" y="1496291"/>
              <a:ext cx="377071" cy="2336800"/>
            </a:xfrm>
            <a:prstGeom prst="rect">
              <a:avLst/>
            </a:prstGeom>
            <a:solidFill>
              <a:srgbClr val="D1CD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AFA25F4A-B6F0-EC7C-CA42-A17378B09C49}"/>
                </a:ext>
              </a:extLst>
            </p:cNvPr>
            <p:cNvSpPr>
              <a:spLocks/>
            </p:cNvSpPr>
            <p:nvPr userDrawn="1"/>
          </p:nvSpPr>
          <p:spPr>
            <a:xfrm>
              <a:off x="6303192" y="4027056"/>
              <a:ext cx="252000" cy="252000"/>
            </a:xfrm>
            <a:prstGeom prst="ellipse">
              <a:avLst/>
            </a:prstGeom>
            <a:solidFill>
              <a:srgbClr val="D1CD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62382CEF-A2C8-D43E-8879-2D8734AD8E19}"/>
                </a:ext>
              </a:extLst>
            </p:cNvPr>
            <p:cNvSpPr/>
            <p:nvPr userDrawn="1"/>
          </p:nvSpPr>
          <p:spPr>
            <a:xfrm>
              <a:off x="6646922" y="1496291"/>
              <a:ext cx="377071" cy="2336800"/>
            </a:xfrm>
            <a:prstGeom prst="rect">
              <a:avLst/>
            </a:prstGeom>
            <a:solidFill>
              <a:srgbClr val="00B2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4EED4F47-4288-0376-928E-975DA3710DC7}"/>
                </a:ext>
              </a:extLst>
            </p:cNvPr>
            <p:cNvSpPr>
              <a:spLocks/>
            </p:cNvSpPr>
            <p:nvPr userDrawn="1"/>
          </p:nvSpPr>
          <p:spPr>
            <a:xfrm>
              <a:off x="6715901" y="4027056"/>
              <a:ext cx="252000" cy="252000"/>
            </a:xfrm>
            <a:prstGeom prst="ellipse">
              <a:avLst/>
            </a:prstGeom>
            <a:solidFill>
              <a:srgbClr val="00B2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423DB286-C94A-71A0-F038-E250D22801AD}"/>
                </a:ext>
              </a:extLst>
            </p:cNvPr>
            <p:cNvSpPr/>
            <p:nvPr userDrawn="1"/>
          </p:nvSpPr>
          <p:spPr>
            <a:xfrm>
              <a:off x="7058460" y="1496291"/>
              <a:ext cx="377071" cy="2336800"/>
            </a:xfrm>
            <a:prstGeom prst="rect">
              <a:avLst/>
            </a:prstGeom>
            <a:solidFill>
              <a:srgbClr val="80D8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726700AC-7960-332D-211C-77E2F35D870D}"/>
                </a:ext>
              </a:extLst>
            </p:cNvPr>
            <p:cNvSpPr>
              <a:spLocks/>
            </p:cNvSpPr>
            <p:nvPr userDrawn="1"/>
          </p:nvSpPr>
          <p:spPr>
            <a:xfrm>
              <a:off x="7128610" y="4027056"/>
              <a:ext cx="252000" cy="252000"/>
            </a:xfrm>
            <a:prstGeom prst="ellipse">
              <a:avLst/>
            </a:prstGeom>
            <a:solidFill>
              <a:srgbClr val="80D8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E83AF5C4-8831-6B96-25A4-30B059A134AE}"/>
                </a:ext>
              </a:extLst>
            </p:cNvPr>
            <p:cNvSpPr/>
            <p:nvPr userDrawn="1"/>
          </p:nvSpPr>
          <p:spPr>
            <a:xfrm>
              <a:off x="7469997" y="1496291"/>
              <a:ext cx="377071" cy="2336800"/>
            </a:xfrm>
            <a:prstGeom prst="rect">
              <a:avLst/>
            </a:prstGeom>
            <a:solidFill>
              <a:srgbClr val="5476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ED84E682-E0D9-9102-CB12-E5EAF92E97BA}"/>
                </a:ext>
              </a:extLst>
            </p:cNvPr>
            <p:cNvSpPr>
              <a:spLocks/>
            </p:cNvSpPr>
            <p:nvPr userDrawn="1"/>
          </p:nvSpPr>
          <p:spPr>
            <a:xfrm>
              <a:off x="7541319" y="4027056"/>
              <a:ext cx="252000" cy="252000"/>
            </a:xfrm>
            <a:prstGeom prst="ellipse">
              <a:avLst/>
            </a:prstGeom>
            <a:solidFill>
              <a:srgbClr val="5476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9C7B8336-917D-DA87-D851-A43BB8C913BA}"/>
                </a:ext>
              </a:extLst>
            </p:cNvPr>
            <p:cNvSpPr/>
            <p:nvPr userDrawn="1"/>
          </p:nvSpPr>
          <p:spPr>
            <a:xfrm>
              <a:off x="7892659" y="1496291"/>
              <a:ext cx="377071" cy="2336800"/>
            </a:xfrm>
            <a:prstGeom prst="rect">
              <a:avLst/>
            </a:prstGeom>
            <a:solidFill>
              <a:srgbClr val="AAB9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DF3B9C1C-6776-ED68-2685-011B3C67DD8B}"/>
                </a:ext>
              </a:extLst>
            </p:cNvPr>
            <p:cNvSpPr>
              <a:spLocks/>
            </p:cNvSpPr>
            <p:nvPr userDrawn="1"/>
          </p:nvSpPr>
          <p:spPr>
            <a:xfrm>
              <a:off x="7954028" y="4027056"/>
              <a:ext cx="252000" cy="252000"/>
            </a:xfrm>
            <a:prstGeom prst="ellipse">
              <a:avLst/>
            </a:prstGeom>
            <a:solidFill>
              <a:srgbClr val="AAB9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7657D4AC-CCE6-C9B0-3992-1C9DB215EF7C}"/>
                </a:ext>
              </a:extLst>
            </p:cNvPr>
            <p:cNvSpPr/>
            <p:nvPr userDrawn="1"/>
          </p:nvSpPr>
          <p:spPr>
            <a:xfrm>
              <a:off x="8304197" y="1496291"/>
              <a:ext cx="377071" cy="2336800"/>
            </a:xfrm>
            <a:prstGeom prst="rect">
              <a:avLst/>
            </a:prstGeom>
            <a:solidFill>
              <a:srgbClr val="8092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2F5DF7F-1619-0358-F8FA-24B7B606C98B}"/>
                </a:ext>
              </a:extLst>
            </p:cNvPr>
            <p:cNvSpPr>
              <a:spLocks/>
            </p:cNvSpPr>
            <p:nvPr userDrawn="1"/>
          </p:nvSpPr>
          <p:spPr>
            <a:xfrm>
              <a:off x="8366732" y="4027056"/>
              <a:ext cx="252000" cy="252000"/>
            </a:xfrm>
            <a:prstGeom prst="ellipse">
              <a:avLst/>
            </a:prstGeom>
            <a:solidFill>
              <a:srgbClr val="8092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3" name="Straight Connector 52">
            <a:extLst>
              <a:ext uri="{FF2B5EF4-FFF2-40B4-BE49-F238E27FC236}">
                <a16:creationId xmlns:a16="http://schemas.microsoft.com/office/drawing/2014/main" id="{CC7F62F0-4808-1314-39AA-84160D8EF5A4}"/>
              </a:ext>
            </a:extLst>
          </p:cNvPr>
          <p:cNvCxnSpPr>
            <a:cxnSpLocks/>
          </p:cNvCxnSpPr>
          <p:nvPr userDrawn="1"/>
        </p:nvCxnSpPr>
        <p:spPr>
          <a:xfrm>
            <a:off x="-1" y="6298795"/>
            <a:ext cx="444419"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
        <p:nvSpPr>
          <p:cNvPr id="54" name="Slide Number Placeholder 5">
            <a:extLst>
              <a:ext uri="{FF2B5EF4-FFF2-40B4-BE49-F238E27FC236}">
                <a16:creationId xmlns:a16="http://schemas.microsoft.com/office/drawing/2014/main" id="{27CF3F9C-642F-9074-18B6-93BA3C168352}"/>
              </a:ext>
            </a:extLst>
          </p:cNvPr>
          <p:cNvSpPr>
            <a:spLocks noGrp="1"/>
          </p:cNvSpPr>
          <p:nvPr>
            <p:ph type="sldNum" sz="quarter" idx="4"/>
          </p:nvPr>
        </p:nvSpPr>
        <p:spPr>
          <a:xfrm>
            <a:off x="-1" y="6396981"/>
            <a:ext cx="447675" cy="184666"/>
          </a:xfrm>
          <a:prstGeom prst="rect">
            <a:avLst/>
          </a:prstGeom>
        </p:spPr>
        <p:txBody>
          <a:bodyPr vert="horz" wrap="square" lIns="0" tIns="0" rIns="0" bIns="0" rtlCol="0" anchor="ctr">
            <a:spAutoFit/>
          </a:bodyPr>
          <a:lstStyle>
            <a:lvl1pPr algn="r">
              <a:defRPr sz="1200">
                <a:solidFill>
                  <a:schemeClr val="tx1"/>
                </a:solidFill>
              </a:defRPr>
            </a:lvl1pPr>
          </a:lstStyle>
          <a:p>
            <a:fld id="{73490A59-D3E2-A64D-A2FA-D689A8266F0F}" type="slidenum">
              <a:rPr lang="en-US" smtClean="0"/>
              <a:pPr/>
              <a:t>‹#›</a:t>
            </a:fld>
            <a:endParaRPr lang="en-US" dirty="0"/>
          </a:p>
        </p:txBody>
      </p:sp>
      <p:sp>
        <p:nvSpPr>
          <p:cNvPr id="2" name="Picture Placeholder 8">
            <a:extLst>
              <a:ext uri="{FF2B5EF4-FFF2-40B4-BE49-F238E27FC236}">
                <a16:creationId xmlns:a16="http://schemas.microsoft.com/office/drawing/2014/main" id="{2D03B827-A163-E6A1-38E1-6050BE2E85B7}"/>
              </a:ext>
            </a:extLst>
          </p:cNvPr>
          <p:cNvSpPr>
            <a:spLocks noGrp="1"/>
          </p:cNvSpPr>
          <p:nvPr>
            <p:ph type="pic" sz="quarter" idx="22"/>
          </p:nvPr>
        </p:nvSpPr>
        <p:spPr>
          <a:xfrm>
            <a:off x="10270656" y="6221328"/>
            <a:ext cx="1301497" cy="431463"/>
          </a:xfrm>
          <a:blipFill>
            <a:blip r:embed="rId2"/>
            <a:stretch>
              <a:fillRect/>
            </a:stretch>
          </a:blipFill>
        </p:spPr>
        <p:txBody>
          <a:bodyPr>
            <a:normAutofit/>
          </a:bodyPr>
          <a:lstStyle>
            <a:lvl1pPr marL="0" indent="0">
              <a:buNone/>
              <a:defRPr sz="100">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3713133717"/>
      </p:ext>
    </p:extLst>
  </p:cSld>
  <p:clrMapOvr>
    <a:masterClrMapping/>
  </p:clrMapOvr>
  <p:transition spd="slow">
    <p:wipe dir="r"/>
  </p:transition>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theme" Target="../theme/theme1.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8A8A82-3723-1207-C3D3-A645BCB81B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151D3F8-7F20-73CA-50CB-395F733972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39FECE-9FB2-AA1C-151D-3FA03E5240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olidFill>
              </a:defRPr>
            </a:lvl1pPr>
          </a:lstStyle>
          <a:p>
            <a:fld id="{72EF2CDF-F704-2D43-9F69-42B005201150}" type="datetime1">
              <a:rPr lang="en-ZA" smtClean="0"/>
              <a:pPr/>
              <a:t>24 Feb 2026</a:t>
            </a:fld>
            <a:endParaRPr lang="en-US"/>
          </a:p>
        </p:txBody>
      </p:sp>
      <p:sp>
        <p:nvSpPr>
          <p:cNvPr id="5" name="Footer Placeholder 4">
            <a:extLst>
              <a:ext uri="{FF2B5EF4-FFF2-40B4-BE49-F238E27FC236}">
                <a16:creationId xmlns:a16="http://schemas.microsoft.com/office/drawing/2014/main" id="{349CA430-85BA-9674-0912-4E5C488439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8EB5B811-B72D-F95C-196C-FD01272EE4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defRPr>
            </a:lvl1pPr>
          </a:lstStyle>
          <a:p>
            <a:fld id="{24DCF817-D50A-8E4C-9FAA-F68FEF8EB68A}" type="slidenum">
              <a:rPr lang="en-US" smtClean="0"/>
              <a:pPr/>
              <a:t>‹#›</a:t>
            </a:fld>
            <a:endParaRPr lang="en-US"/>
          </a:p>
        </p:txBody>
      </p:sp>
    </p:spTree>
    <p:extLst>
      <p:ext uri="{BB962C8B-B14F-4D97-AF65-F5344CB8AC3E}">
        <p14:creationId xmlns:p14="http://schemas.microsoft.com/office/powerpoint/2010/main" val="1351151537"/>
      </p:ext>
    </p:extLst>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 id="2147483825" r:id="rId12"/>
    <p:sldLayoutId id="2147483826" r:id="rId13"/>
    <p:sldLayoutId id="2147483827" r:id="rId14"/>
    <p:sldLayoutId id="2147483828" r:id="rId15"/>
    <p:sldLayoutId id="2147483829" r:id="rId16"/>
    <p:sldLayoutId id="2147483830" r:id="rId17"/>
    <p:sldLayoutId id="2147483831" r:id="rId18"/>
    <p:sldLayoutId id="2147483832" r:id="rId19"/>
    <p:sldLayoutId id="2147483833" r:id="rId20"/>
    <p:sldLayoutId id="2147483834" r:id="rId21"/>
    <p:sldLayoutId id="2147483835" r:id="rId22"/>
    <p:sldLayoutId id="2147483836" r:id="rId23"/>
    <p:sldLayoutId id="2147483837" r:id="rId24"/>
    <p:sldLayoutId id="2147483838" r:id="rId25"/>
    <p:sldLayoutId id="2147483839" r:id="rId26"/>
    <p:sldLayoutId id="2147483840" r:id="rId27"/>
    <p:sldLayoutId id="2147483841" r:id="rId28"/>
    <p:sldLayoutId id="2147483842" r:id="rId29"/>
    <p:sldLayoutId id="2147483843" r:id="rId30"/>
    <p:sldLayoutId id="2147483844" r:id="rId31"/>
    <p:sldLayoutId id="2147483845" r:id="rId32"/>
    <p:sldLayoutId id="2147483846" r:id="rId33"/>
    <p:sldLayoutId id="2147483847" r:id="rId34"/>
    <p:sldLayoutId id="2147483848" r:id="rId35"/>
    <p:sldLayoutId id="2147483849" r:id="rId36"/>
    <p:sldLayoutId id="2147483850" r:id="rId37"/>
    <p:sldLayoutId id="2147483851" r:id="rId38"/>
    <p:sldLayoutId id="2147483852" r:id="rId39"/>
    <p:sldLayoutId id="2147483853" r:id="rId40"/>
    <p:sldLayoutId id="2147483854" r:id="rId41"/>
    <p:sldLayoutId id="2147483855" r:id="rId42"/>
    <p:sldLayoutId id="2147483856" r:id="rId43"/>
    <p:sldLayoutId id="2147483857" r:id="rId44"/>
    <p:sldLayoutId id="2147483858" r:id="rId45"/>
    <p:sldLayoutId id="2147483859" r:id="rId46"/>
    <p:sldLayoutId id="2147483860" r:id="rId47"/>
    <p:sldLayoutId id="2147483861" r:id="rId48"/>
    <p:sldLayoutId id="2147483862" r:id="rId49"/>
    <p:sldLayoutId id="2147483863" r:id="rId50"/>
    <p:sldLayoutId id="2147483864" r:id="rId51"/>
    <p:sldLayoutId id="2147483865" r:id="rId52"/>
    <p:sldLayoutId id="2147483866" r:id="rId53"/>
    <p:sldLayoutId id="2147483867" r:id="rId54"/>
    <p:sldLayoutId id="2147483868" r:id="rId55"/>
    <p:sldLayoutId id="2147483869" r:id="rId56"/>
    <p:sldLayoutId id="2147483870" r:id="rId57"/>
    <p:sldLayoutId id="2147483871" r:id="rId58"/>
    <p:sldLayoutId id="2147483872" r:id="rId59"/>
    <p:sldLayoutId id="2147483873" r:id="rId60"/>
    <p:sldLayoutId id="2147483874" r:id="rId61"/>
    <p:sldLayoutId id="2147483875" r:id="rId62"/>
    <p:sldLayoutId id="2147483876" r:id="rId63"/>
    <p:sldLayoutId id="2147483877" r:id="rId64"/>
    <p:sldLayoutId id="2147483878" r:id="rId65"/>
    <p:sldLayoutId id="2147483879" r:id="rId66"/>
    <p:sldLayoutId id="2147483880" r:id="rId67"/>
    <p:sldLayoutId id="2147483881" r:id="rId68"/>
    <p:sldLayoutId id="2147483882" r:id="rId69"/>
    <p:sldLayoutId id="2147483883" r:id="rId70"/>
    <p:sldLayoutId id="2147483884" r:id="rId71"/>
    <p:sldLayoutId id="2147483885" r:id="rId72"/>
    <p:sldLayoutId id="2147483886" r:id="rId73"/>
    <p:sldLayoutId id="2147483887" r:id="rId74"/>
    <p:sldLayoutId id="2147483888" r:id="rId75"/>
    <p:sldLayoutId id="2147483889" r:id="rId76"/>
    <p:sldLayoutId id="2147483890" r:id="rId77"/>
    <p:sldLayoutId id="2147483891" r:id="rId78"/>
    <p:sldLayoutId id="2147483892" r:id="rId79"/>
    <p:sldLayoutId id="2147483893" r:id="rId80"/>
    <p:sldLayoutId id="2147483894" r:id="rId81"/>
    <p:sldLayoutId id="2147483895" r:id="rId82"/>
    <p:sldLayoutId id="2147483896" r:id="rId83"/>
    <p:sldLayoutId id="2147483897" r:id="rId84"/>
    <p:sldLayoutId id="2147483898" r:id="rId85"/>
    <p:sldLayoutId id="2147483899" r:id="rId86"/>
    <p:sldLayoutId id="2147483900" r:id="rId87"/>
    <p:sldLayoutId id="2147483901" r:id="rId88"/>
    <p:sldLayoutId id="2147483902" r:id="rId89"/>
    <p:sldLayoutId id="2147483903" r:id="rId90"/>
    <p:sldLayoutId id="2147483904" r:id="rId91"/>
    <p:sldLayoutId id="2147483905" r:id="rId92"/>
    <p:sldLayoutId id="2147483906" r:id="rId93"/>
    <p:sldLayoutId id="2147483907" r:id="rId94"/>
    <p:sldLayoutId id="2147483908" r:id="rId95"/>
    <p:sldLayoutId id="2147483909" r:id="rId96"/>
    <p:sldLayoutId id="2147483910" r:id="rId97"/>
    <p:sldLayoutId id="2147483911" r:id="rId98"/>
    <p:sldLayoutId id="2147483912" r:id="rId99"/>
    <p:sldLayoutId id="2147483913" r:id="rId100"/>
    <p:sldLayoutId id="2147483914" r:id="rId101"/>
  </p:sldLayoutIdLst>
  <p:transition spd="slow">
    <p:wipe dir="r"/>
  </p:transition>
  <p:hf hdr="0" ftr="0" dt="0"/>
  <p:txStyles>
    <p:titleStyle>
      <a:lvl1pPr algn="l" defTabSz="914400" rtl="0" eaLnBrk="1" latinLnBrk="0" hangingPunct="1">
        <a:lnSpc>
          <a:spcPct val="90000"/>
        </a:lnSpc>
        <a:spcBef>
          <a:spcPct val="0"/>
        </a:spcBef>
        <a:buNone/>
        <a:defRPr sz="4400" kern="1200">
          <a:solidFill>
            <a:schemeClr val="accent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24.xml"/><Relationship Id="rId4" Type="http://schemas.openxmlformats.org/officeDocument/2006/relationships/chart" Target="../charts/chart2.xml"/></Relationships>
</file>

<file path=ppt/slides/_rels/slide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2.xml"/><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18.xml"/><Relationship Id="rId4" Type="http://schemas.openxmlformats.org/officeDocument/2006/relationships/image" Target="../media/image14.emf"/></Relationships>
</file>

<file path=ppt/slides/_rels/slide11.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0.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image" Target="../media/image21.png"/><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2.png"/><Relationship Id="rId1" Type="http://schemas.openxmlformats.org/officeDocument/2006/relationships/slideLayout" Target="../slideLayouts/slideLayout18.xml"/><Relationship Id="rId5" Type="http://schemas.microsoft.com/office/2007/relationships/hdphoto" Target="../media/hdphoto2.wdp"/><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22.xml"/></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2.xml"/></Relationships>
</file>

<file path=ppt/slides/_rels/slide3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2.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2.xml"/></Relationships>
</file>

<file path=ppt/slides/_rels/slide4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22.xml"/></Relationships>
</file>

<file path=ppt/slides/_rels/slide43.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22.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2.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2.xml"/></Relationships>
</file>

<file path=ppt/slides/_rels/slide4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02C34-E386-FA13-6C40-10599CB3130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89F8F5-30F6-2C07-D9E5-50396E74A4D1}"/>
              </a:ext>
            </a:extLst>
          </p:cNvPr>
          <p:cNvSpPr>
            <a:spLocks noGrp="1"/>
          </p:cNvSpPr>
          <p:nvPr>
            <p:ph type="sldNum" sz="quarter" idx="4"/>
          </p:nvPr>
        </p:nvSpPr>
        <p:spPr/>
        <p:txBody>
          <a:bodyPr/>
          <a:lstStyle/>
          <a:p>
            <a:fld id="{73490A59-D3E2-A64D-A2FA-D689A8266F0F}" type="slidenum">
              <a:rPr lang="en-US" smtClean="0"/>
              <a:pPr/>
              <a:t>1</a:t>
            </a:fld>
            <a:endParaRPr lang="en-US" dirty="0"/>
          </a:p>
        </p:txBody>
      </p:sp>
      <p:sp>
        <p:nvSpPr>
          <p:cNvPr id="9" name="Text Placeholder 8">
            <a:extLst>
              <a:ext uri="{FF2B5EF4-FFF2-40B4-BE49-F238E27FC236}">
                <a16:creationId xmlns:a16="http://schemas.microsoft.com/office/drawing/2014/main" id="{F6B94AB4-631D-99F4-8F4C-B6C146D01F65}"/>
              </a:ext>
            </a:extLst>
          </p:cNvPr>
          <p:cNvSpPr>
            <a:spLocks noGrp="1"/>
          </p:cNvSpPr>
          <p:nvPr>
            <p:ph type="body" sz="quarter" idx="11"/>
          </p:nvPr>
        </p:nvSpPr>
        <p:spPr>
          <a:xfrm>
            <a:off x="647387" y="546756"/>
            <a:ext cx="10570510" cy="553998"/>
          </a:xfrm>
        </p:spPr>
        <p:txBody>
          <a:bodyPr/>
          <a:lstStyle/>
          <a:p>
            <a:r>
              <a:rPr lang="en-ZA" dirty="0"/>
              <a:t>Assets Under Management</a:t>
            </a:r>
          </a:p>
        </p:txBody>
      </p:sp>
      <p:sp>
        <p:nvSpPr>
          <p:cNvPr id="4" name="Text Placeholder 3">
            <a:extLst>
              <a:ext uri="{FF2B5EF4-FFF2-40B4-BE49-F238E27FC236}">
                <a16:creationId xmlns:a16="http://schemas.microsoft.com/office/drawing/2014/main" id="{BFB09554-758D-4E71-E15C-8FF8321F1F60}"/>
              </a:ext>
            </a:extLst>
          </p:cNvPr>
          <p:cNvSpPr>
            <a:spLocks noGrp="1"/>
          </p:cNvSpPr>
          <p:nvPr>
            <p:ph type="body" sz="quarter" idx="14"/>
          </p:nvPr>
        </p:nvSpPr>
        <p:spPr>
          <a:xfrm>
            <a:off x="637317" y="6056721"/>
            <a:ext cx="5413578" cy="124650"/>
          </a:xfrm>
        </p:spPr>
        <p:txBody>
          <a:bodyPr/>
          <a:lstStyle/>
          <a:p>
            <a:r>
              <a:rPr lang="en-ZA" dirty="0"/>
              <a:t>Source: Prescient Investment Management (31 January 2026)</a:t>
            </a:r>
          </a:p>
        </p:txBody>
      </p:sp>
      <p:sp>
        <p:nvSpPr>
          <p:cNvPr id="7" name="Text Placeholder 6">
            <a:extLst>
              <a:ext uri="{FF2B5EF4-FFF2-40B4-BE49-F238E27FC236}">
                <a16:creationId xmlns:a16="http://schemas.microsoft.com/office/drawing/2014/main" id="{A62D2A4B-BD0C-2FC6-4448-4B482A24C1CE}"/>
              </a:ext>
            </a:extLst>
          </p:cNvPr>
          <p:cNvSpPr>
            <a:spLocks noGrp="1"/>
          </p:cNvSpPr>
          <p:nvPr>
            <p:ph type="body" sz="quarter" idx="19"/>
          </p:nvPr>
        </p:nvSpPr>
        <p:spPr>
          <a:xfrm>
            <a:off x="6209931" y="6056571"/>
            <a:ext cx="5443075" cy="124650"/>
          </a:xfrm>
        </p:spPr>
        <p:txBody>
          <a:bodyPr/>
          <a:lstStyle/>
          <a:p>
            <a:r>
              <a:rPr lang="en-ZA" dirty="0"/>
              <a:t>Source: Prescient Investment Management (31 January 2026)</a:t>
            </a:r>
          </a:p>
        </p:txBody>
      </p:sp>
      <p:sp>
        <p:nvSpPr>
          <p:cNvPr id="3" name="Content Placeholder 10">
            <a:extLst>
              <a:ext uri="{FF2B5EF4-FFF2-40B4-BE49-F238E27FC236}">
                <a16:creationId xmlns:a16="http://schemas.microsoft.com/office/drawing/2014/main" id="{5EDFDB3B-9EA5-21A7-F603-EDF4FCFB5805}"/>
              </a:ext>
            </a:extLst>
          </p:cNvPr>
          <p:cNvSpPr txBox="1">
            <a:spLocks/>
          </p:cNvSpPr>
          <p:nvPr/>
        </p:nvSpPr>
        <p:spPr>
          <a:xfrm>
            <a:off x="6362690" y="1457287"/>
            <a:ext cx="5519047" cy="315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ZA" sz="1400" dirty="0">
                <a:solidFill>
                  <a:schemeClr val="accent2"/>
                </a:solidFill>
              </a:rPr>
              <a:t>Client Type</a:t>
            </a:r>
          </a:p>
        </p:txBody>
      </p:sp>
      <p:sp>
        <p:nvSpPr>
          <p:cNvPr id="5" name="Content Placeholder 11">
            <a:extLst>
              <a:ext uri="{FF2B5EF4-FFF2-40B4-BE49-F238E27FC236}">
                <a16:creationId xmlns:a16="http://schemas.microsoft.com/office/drawing/2014/main" id="{7A315CA9-2605-F603-87C9-C985616C0108}"/>
              </a:ext>
            </a:extLst>
          </p:cNvPr>
          <p:cNvSpPr txBox="1">
            <a:spLocks/>
          </p:cNvSpPr>
          <p:nvPr/>
        </p:nvSpPr>
        <p:spPr>
          <a:xfrm>
            <a:off x="647700" y="1457286"/>
            <a:ext cx="5519047" cy="315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ZA" sz="1400" dirty="0">
                <a:solidFill>
                  <a:schemeClr val="accent2"/>
                </a:solidFill>
              </a:rPr>
              <a:t>Asset Class (AUM </a:t>
            </a:r>
            <a:r>
              <a:rPr lang="en-ZA" sz="1400" dirty="0" err="1">
                <a:solidFill>
                  <a:schemeClr val="accent2"/>
                </a:solidFill>
              </a:rPr>
              <a:t>R’bn</a:t>
            </a:r>
            <a:r>
              <a:rPr lang="en-ZA" sz="1400" dirty="0">
                <a:solidFill>
                  <a:schemeClr val="accent2"/>
                </a:solidFill>
              </a:rPr>
              <a:t>)</a:t>
            </a:r>
          </a:p>
        </p:txBody>
      </p:sp>
      <p:graphicFrame>
        <p:nvGraphicFramePr>
          <p:cNvPr id="16" name="Chart Placeholder 15">
            <a:extLst>
              <a:ext uri="{FF2B5EF4-FFF2-40B4-BE49-F238E27FC236}">
                <a16:creationId xmlns:a16="http://schemas.microsoft.com/office/drawing/2014/main" id="{91C98892-CB03-6C1F-3C8C-94FAECC16BFE}"/>
              </a:ext>
            </a:extLst>
          </p:cNvPr>
          <p:cNvGraphicFramePr>
            <a:graphicFrameLocks noGrp="1"/>
          </p:cNvGraphicFramePr>
          <p:nvPr>
            <p:ph type="chart" sz="quarter" idx="18"/>
          </p:nvPr>
        </p:nvGraphicFramePr>
        <p:xfrm>
          <a:off x="6221605" y="2152715"/>
          <a:ext cx="5419725" cy="369080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Placeholder 5">
            <a:extLst>
              <a:ext uri="{FF2B5EF4-FFF2-40B4-BE49-F238E27FC236}">
                <a16:creationId xmlns:a16="http://schemas.microsoft.com/office/drawing/2014/main" id="{B61A240F-89F5-452A-265E-56AED54CF6A1}"/>
              </a:ext>
            </a:extLst>
          </p:cNvPr>
          <p:cNvGraphicFramePr>
            <a:graphicFrameLocks noGrp="1"/>
          </p:cNvGraphicFramePr>
          <p:nvPr>
            <p:ph type="chart" sz="quarter" idx="17"/>
          </p:nvPr>
        </p:nvGraphicFramePr>
        <p:xfrm>
          <a:off x="631825" y="2041525"/>
          <a:ext cx="5419725" cy="391318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165621851"/>
      </p:ext>
    </p:extLst>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1E78EF-35F6-ADC7-A8B2-D194168CDF96}"/>
              </a:ext>
            </a:extLst>
          </p:cNvPr>
          <p:cNvSpPr>
            <a:spLocks noGrp="1"/>
          </p:cNvSpPr>
          <p:nvPr>
            <p:ph type="sldNum" sz="quarter" idx="4"/>
          </p:nvPr>
        </p:nvSpPr>
        <p:spPr>
          <a:xfrm>
            <a:off x="-1" y="6396981"/>
            <a:ext cx="447675" cy="184666"/>
          </a:xfrm>
        </p:spPr>
        <p:txBody>
          <a:bodyPr/>
          <a:lstStyle/>
          <a:p>
            <a:fld id="{73490A59-D3E2-A64D-A2FA-D689A8266F0F}" type="slidenum">
              <a:rPr lang="en-US" smtClean="0"/>
              <a:pPr/>
              <a:t>2</a:t>
            </a:fld>
            <a:endParaRPr lang="en-US" dirty="0"/>
          </a:p>
        </p:txBody>
      </p:sp>
      <p:sp>
        <p:nvSpPr>
          <p:cNvPr id="15" name="Text Placeholder 14">
            <a:extLst>
              <a:ext uri="{FF2B5EF4-FFF2-40B4-BE49-F238E27FC236}">
                <a16:creationId xmlns:a16="http://schemas.microsoft.com/office/drawing/2014/main" id="{41FE9792-05CE-81A5-4052-3A84F73E85F1}"/>
              </a:ext>
            </a:extLst>
          </p:cNvPr>
          <p:cNvSpPr>
            <a:spLocks noGrp="1"/>
          </p:cNvSpPr>
          <p:nvPr>
            <p:ph type="body" sz="quarter" idx="10"/>
          </p:nvPr>
        </p:nvSpPr>
        <p:spPr>
          <a:xfrm>
            <a:off x="647387" y="525188"/>
            <a:ext cx="9896788" cy="346249"/>
          </a:xfrm>
        </p:spPr>
        <p:txBody>
          <a:bodyPr/>
          <a:lstStyle/>
          <a:p>
            <a:r>
              <a:rPr lang="en-ZA" dirty="0"/>
              <a:t>Prescient investment management</a:t>
            </a:r>
          </a:p>
        </p:txBody>
      </p:sp>
      <p:sp>
        <p:nvSpPr>
          <p:cNvPr id="8" name="Text Placeholder 7">
            <a:extLst>
              <a:ext uri="{FF2B5EF4-FFF2-40B4-BE49-F238E27FC236}">
                <a16:creationId xmlns:a16="http://schemas.microsoft.com/office/drawing/2014/main" id="{F4F6D965-01F2-EA91-44B1-A90A17299473}"/>
              </a:ext>
            </a:extLst>
          </p:cNvPr>
          <p:cNvSpPr>
            <a:spLocks noGrp="1"/>
          </p:cNvSpPr>
          <p:nvPr>
            <p:ph type="body" sz="quarter" idx="11"/>
          </p:nvPr>
        </p:nvSpPr>
        <p:spPr>
          <a:xfrm>
            <a:off x="647700" y="903288"/>
            <a:ext cx="7435596" cy="553998"/>
          </a:xfrm>
        </p:spPr>
        <p:txBody>
          <a:bodyPr/>
          <a:lstStyle/>
          <a:p>
            <a:r>
              <a:rPr lang="en-US" dirty="0"/>
              <a:t>Assets under management</a:t>
            </a:r>
          </a:p>
        </p:txBody>
      </p:sp>
      <p:sp>
        <p:nvSpPr>
          <p:cNvPr id="16" name="Text Placeholder 15">
            <a:extLst>
              <a:ext uri="{FF2B5EF4-FFF2-40B4-BE49-F238E27FC236}">
                <a16:creationId xmlns:a16="http://schemas.microsoft.com/office/drawing/2014/main" id="{FF7020F1-3619-394A-9B1E-E09AA067E1BA}"/>
              </a:ext>
            </a:extLst>
          </p:cNvPr>
          <p:cNvSpPr>
            <a:spLocks noGrp="1"/>
          </p:cNvSpPr>
          <p:nvPr>
            <p:ph type="body" sz="quarter" idx="14"/>
          </p:nvPr>
        </p:nvSpPr>
        <p:spPr>
          <a:xfrm>
            <a:off x="597988" y="6450812"/>
            <a:ext cx="5791760" cy="124650"/>
          </a:xfrm>
        </p:spPr>
        <p:txBody>
          <a:bodyPr/>
          <a:lstStyle/>
          <a:p>
            <a:r>
              <a:rPr lang="en-US" dirty="0"/>
              <a:t>Source: Prescient Investment Management (as at 31 January 2026)</a:t>
            </a:r>
          </a:p>
        </p:txBody>
      </p:sp>
      <p:graphicFrame>
        <p:nvGraphicFramePr>
          <p:cNvPr id="7" name="Chart Placeholder 6">
            <a:extLst>
              <a:ext uri="{FF2B5EF4-FFF2-40B4-BE49-F238E27FC236}">
                <a16:creationId xmlns:a16="http://schemas.microsoft.com/office/drawing/2014/main" id="{07444F59-3F52-4E88-A5A0-3264AF858B88}"/>
              </a:ext>
            </a:extLst>
          </p:cNvPr>
          <p:cNvGraphicFramePr>
            <a:graphicFrameLocks noGrp="1"/>
          </p:cNvGraphicFramePr>
          <p:nvPr>
            <p:ph type="chart" sz="quarter" idx="17"/>
          </p:nvPr>
        </p:nvGraphicFramePr>
        <p:xfrm>
          <a:off x="598488" y="2032000"/>
          <a:ext cx="10968037" cy="392271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003193966"/>
      </p:ext>
    </p:extLst>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DEACF-F5F5-76A1-DBB3-05BC9DFB98EF}"/>
            </a:ext>
          </a:extLst>
        </p:cNvPr>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AA6850DC-764D-91FB-6921-56DE7CA612F4}"/>
              </a:ext>
            </a:extLst>
          </p:cNvPr>
          <p:cNvCxnSpPr>
            <a:cxnSpLocks/>
          </p:cNvCxnSpPr>
          <p:nvPr/>
        </p:nvCxnSpPr>
        <p:spPr>
          <a:xfrm>
            <a:off x="6134556" y="1972797"/>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44887C3-8BB2-50DF-1939-CFA7FA889868}"/>
              </a:ext>
            </a:extLst>
          </p:cNvPr>
          <p:cNvCxnSpPr>
            <a:cxnSpLocks/>
          </p:cNvCxnSpPr>
          <p:nvPr/>
        </p:nvCxnSpPr>
        <p:spPr>
          <a:xfrm>
            <a:off x="6145079" y="2499861"/>
            <a:ext cx="0" cy="21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42DC2D8A-93A5-4CCD-30F6-86E5C0648E6F}"/>
              </a:ext>
            </a:extLst>
          </p:cNvPr>
          <p:cNvSpPr>
            <a:spLocks noGrp="1"/>
          </p:cNvSpPr>
          <p:nvPr>
            <p:ph type="sldNum" sz="quarter" idx="4"/>
          </p:nvPr>
        </p:nvSpPr>
        <p:spPr>
          <a:xfrm>
            <a:off x="-9729" y="6396981"/>
            <a:ext cx="447675" cy="184666"/>
          </a:xfrm>
        </p:spPr>
        <p:txBody>
          <a:bodyPr/>
          <a:lstStyle/>
          <a:p>
            <a:fld id="{73490A59-D3E2-A64D-A2FA-D689A8266F0F}" type="slidenum">
              <a:rPr lang="en-US" smtClean="0"/>
              <a:pPr/>
              <a:t>3</a:t>
            </a:fld>
            <a:endParaRPr lang="en-US" dirty="0"/>
          </a:p>
        </p:txBody>
      </p:sp>
      <p:sp>
        <p:nvSpPr>
          <p:cNvPr id="7" name="Text Placeholder 6">
            <a:extLst>
              <a:ext uri="{FF2B5EF4-FFF2-40B4-BE49-F238E27FC236}">
                <a16:creationId xmlns:a16="http://schemas.microsoft.com/office/drawing/2014/main" id="{8A799C4A-D164-68D8-2B8C-1317470394B8}"/>
              </a:ext>
            </a:extLst>
          </p:cNvPr>
          <p:cNvSpPr>
            <a:spLocks noGrp="1"/>
          </p:cNvSpPr>
          <p:nvPr>
            <p:ph type="body" sz="quarter" idx="10"/>
          </p:nvPr>
        </p:nvSpPr>
        <p:spPr>
          <a:xfrm>
            <a:off x="647387" y="525189"/>
            <a:ext cx="7704133" cy="378100"/>
          </a:xfrm>
        </p:spPr>
        <p:txBody>
          <a:bodyPr/>
          <a:lstStyle/>
          <a:p>
            <a:r>
              <a:rPr lang="en-ZA" dirty="0"/>
              <a:t>Prescient investment management</a:t>
            </a:r>
          </a:p>
        </p:txBody>
      </p:sp>
      <p:sp>
        <p:nvSpPr>
          <p:cNvPr id="8" name="Text Placeholder 7">
            <a:extLst>
              <a:ext uri="{FF2B5EF4-FFF2-40B4-BE49-F238E27FC236}">
                <a16:creationId xmlns:a16="http://schemas.microsoft.com/office/drawing/2014/main" id="{AC4040B4-3814-66E4-9512-CDA63730CDBB}"/>
              </a:ext>
            </a:extLst>
          </p:cNvPr>
          <p:cNvSpPr>
            <a:spLocks noGrp="1"/>
          </p:cNvSpPr>
          <p:nvPr>
            <p:ph type="body" sz="quarter" idx="11"/>
          </p:nvPr>
        </p:nvSpPr>
        <p:spPr>
          <a:xfrm>
            <a:off x="647700" y="903288"/>
            <a:ext cx="10098677" cy="553998"/>
          </a:xfrm>
        </p:spPr>
        <p:txBody>
          <a:bodyPr/>
          <a:lstStyle/>
          <a:p>
            <a:r>
              <a:rPr lang="en-ZA" dirty="0"/>
              <a:t>Investment team organogram</a:t>
            </a:r>
          </a:p>
        </p:txBody>
      </p:sp>
      <p:cxnSp>
        <p:nvCxnSpPr>
          <p:cNvPr id="3" name="Straight Connector 2">
            <a:extLst>
              <a:ext uri="{FF2B5EF4-FFF2-40B4-BE49-F238E27FC236}">
                <a16:creationId xmlns:a16="http://schemas.microsoft.com/office/drawing/2014/main" id="{6BCE2336-A8A1-9B81-A6B0-A6C251CBBFB9}"/>
              </a:ext>
            </a:extLst>
          </p:cNvPr>
          <p:cNvCxnSpPr>
            <a:cxnSpLocks/>
            <a:stCxn id="11" idx="1"/>
            <a:endCxn id="31" idx="1"/>
          </p:cNvCxnSpPr>
          <p:nvPr/>
        </p:nvCxnSpPr>
        <p:spPr>
          <a:xfrm flipH="1" flipV="1">
            <a:off x="5413680" y="2363331"/>
            <a:ext cx="1968186" cy="7162"/>
          </a:xfrm>
          <a:prstGeom prst="line">
            <a:avLst/>
          </a:prstGeom>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0199345A-2765-B0ED-71EE-7E21866B3F50}"/>
              </a:ext>
            </a:extLst>
          </p:cNvPr>
          <p:cNvSpPr/>
          <p:nvPr/>
        </p:nvSpPr>
        <p:spPr>
          <a:xfrm>
            <a:off x="177769" y="3673396"/>
            <a:ext cx="1512000" cy="3204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rial" panose="020B0604020202020204"/>
                <a:ea typeface="+mn-ea"/>
                <a:cs typeface="+mn-cs"/>
              </a:rPr>
              <a:t>Jabulani Ngobese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Arial" panose="020B0604020202020204"/>
                <a:ea typeface="+mn-ea"/>
                <a:cs typeface="+mn-cs"/>
              </a:rPr>
              <a:t>Portfolio Manager</a:t>
            </a:r>
          </a:p>
        </p:txBody>
      </p:sp>
      <p:sp>
        <p:nvSpPr>
          <p:cNvPr id="20" name="Rectangle: Rounded Corners 19">
            <a:extLst>
              <a:ext uri="{FF2B5EF4-FFF2-40B4-BE49-F238E27FC236}">
                <a16:creationId xmlns:a16="http://schemas.microsoft.com/office/drawing/2014/main" id="{E78A91BE-9509-B25A-E276-883A6B1AD844}"/>
              </a:ext>
            </a:extLst>
          </p:cNvPr>
          <p:cNvSpPr/>
          <p:nvPr/>
        </p:nvSpPr>
        <p:spPr>
          <a:xfrm>
            <a:off x="2041335" y="2923479"/>
            <a:ext cx="1260000" cy="3600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rial" panose="020B0604020202020204"/>
                <a:ea typeface="+mn-ea"/>
                <a:cs typeface="+mn-cs"/>
              </a:rPr>
              <a:t>Bonds</a:t>
            </a:r>
            <a:endPar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1" name="Rectangle: Rounded Corners 20">
            <a:extLst>
              <a:ext uri="{FF2B5EF4-FFF2-40B4-BE49-F238E27FC236}">
                <a16:creationId xmlns:a16="http://schemas.microsoft.com/office/drawing/2014/main" id="{971C63FC-CA16-8EDB-BA37-BCAD2540AFF2}"/>
              </a:ext>
            </a:extLst>
          </p:cNvPr>
          <p:cNvSpPr/>
          <p:nvPr/>
        </p:nvSpPr>
        <p:spPr>
          <a:xfrm>
            <a:off x="3746940" y="2909376"/>
            <a:ext cx="1260000" cy="3600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rial" panose="020B0604020202020204"/>
                <a:ea typeface="+mn-ea"/>
                <a:cs typeface="+mn-cs"/>
              </a:rPr>
              <a:t>Credit</a:t>
            </a:r>
            <a:endPar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2" name="Rectangle: Rounded Corners 21">
            <a:extLst>
              <a:ext uri="{FF2B5EF4-FFF2-40B4-BE49-F238E27FC236}">
                <a16:creationId xmlns:a16="http://schemas.microsoft.com/office/drawing/2014/main" id="{E0698520-22C9-343D-6664-7168E3BFAD72}"/>
              </a:ext>
            </a:extLst>
          </p:cNvPr>
          <p:cNvSpPr/>
          <p:nvPr/>
        </p:nvSpPr>
        <p:spPr>
          <a:xfrm>
            <a:off x="5489316" y="2904042"/>
            <a:ext cx="1260000" cy="3600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rial" panose="020B0604020202020204"/>
                <a:ea typeface="+mn-ea"/>
                <a:cs typeface="+mn-cs"/>
              </a:rPr>
              <a:t>Multi-Asset</a:t>
            </a:r>
            <a:endPar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3" name="Rectangle: Rounded Corners 22">
            <a:extLst>
              <a:ext uri="{FF2B5EF4-FFF2-40B4-BE49-F238E27FC236}">
                <a16:creationId xmlns:a16="http://schemas.microsoft.com/office/drawing/2014/main" id="{99B9D081-999F-BF08-134B-0EB704DB63B8}"/>
              </a:ext>
            </a:extLst>
          </p:cNvPr>
          <p:cNvSpPr/>
          <p:nvPr/>
        </p:nvSpPr>
        <p:spPr>
          <a:xfrm>
            <a:off x="7194921" y="2913978"/>
            <a:ext cx="1260000" cy="360000"/>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rial" panose="020B0604020202020204"/>
                <a:ea typeface="+mn-ea"/>
                <a:cs typeface="+mn-cs"/>
              </a:rPr>
              <a:t>Equities</a:t>
            </a:r>
            <a:endPar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4" name="Rectangle: Rounded Corners 23">
            <a:extLst>
              <a:ext uri="{FF2B5EF4-FFF2-40B4-BE49-F238E27FC236}">
                <a16:creationId xmlns:a16="http://schemas.microsoft.com/office/drawing/2014/main" id="{5E5DD2C5-5A49-D5F8-9EE8-37EA125DF3BA}"/>
              </a:ext>
            </a:extLst>
          </p:cNvPr>
          <p:cNvSpPr/>
          <p:nvPr/>
        </p:nvSpPr>
        <p:spPr>
          <a:xfrm>
            <a:off x="335730" y="2913978"/>
            <a:ext cx="1260000" cy="3600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rial" panose="020B0604020202020204"/>
                <a:ea typeface="+mn-ea"/>
                <a:cs typeface="+mn-cs"/>
              </a:rPr>
              <a:t>Cash &amp; Income</a:t>
            </a:r>
            <a:endPar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cxnSp>
        <p:nvCxnSpPr>
          <p:cNvPr id="26" name="Straight Connector 25">
            <a:extLst>
              <a:ext uri="{FF2B5EF4-FFF2-40B4-BE49-F238E27FC236}">
                <a16:creationId xmlns:a16="http://schemas.microsoft.com/office/drawing/2014/main" id="{3D79221E-F39D-420B-8270-30DE8DAC5116}"/>
              </a:ext>
            </a:extLst>
          </p:cNvPr>
          <p:cNvCxnSpPr>
            <a:cxnSpLocks/>
          </p:cNvCxnSpPr>
          <p:nvPr/>
        </p:nvCxnSpPr>
        <p:spPr>
          <a:xfrm>
            <a:off x="923004" y="2715861"/>
            <a:ext cx="10412587" cy="8454"/>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7F87143-FDCC-B0C2-F141-1710CB760109}"/>
              </a:ext>
            </a:extLst>
          </p:cNvPr>
          <p:cNvCxnSpPr>
            <a:cxnSpLocks/>
          </p:cNvCxnSpPr>
          <p:nvPr/>
        </p:nvCxnSpPr>
        <p:spPr>
          <a:xfrm>
            <a:off x="2644495" y="2734595"/>
            <a:ext cx="0" cy="10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181FDB0-0219-8DD2-0475-96F9FE8DABBE}"/>
              </a:ext>
            </a:extLst>
          </p:cNvPr>
          <p:cNvCxnSpPr>
            <a:cxnSpLocks/>
          </p:cNvCxnSpPr>
          <p:nvPr/>
        </p:nvCxnSpPr>
        <p:spPr>
          <a:xfrm>
            <a:off x="923004" y="2730858"/>
            <a:ext cx="0" cy="10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1266BD9-8544-AEAF-645D-9DBDEFC33B4C}"/>
              </a:ext>
            </a:extLst>
          </p:cNvPr>
          <p:cNvCxnSpPr>
            <a:cxnSpLocks/>
          </p:cNvCxnSpPr>
          <p:nvPr/>
        </p:nvCxnSpPr>
        <p:spPr>
          <a:xfrm>
            <a:off x="6152144" y="2737630"/>
            <a:ext cx="0" cy="10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A464D5B-7246-BDE3-07E9-669651D0D9F1}"/>
              </a:ext>
            </a:extLst>
          </p:cNvPr>
          <p:cNvCxnSpPr>
            <a:cxnSpLocks/>
          </p:cNvCxnSpPr>
          <p:nvPr/>
        </p:nvCxnSpPr>
        <p:spPr>
          <a:xfrm>
            <a:off x="7840476" y="2737630"/>
            <a:ext cx="0" cy="10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Rectangle: Rounded Corners 30">
            <a:extLst>
              <a:ext uri="{FF2B5EF4-FFF2-40B4-BE49-F238E27FC236}">
                <a16:creationId xmlns:a16="http://schemas.microsoft.com/office/drawing/2014/main" id="{3A54F89B-9E31-C078-C206-6902A09D9073}"/>
              </a:ext>
            </a:extLst>
          </p:cNvPr>
          <p:cNvSpPr/>
          <p:nvPr/>
        </p:nvSpPr>
        <p:spPr>
          <a:xfrm>
            <a:off x="5413680" y="2130888"/>
            <a:ext cx="1517904" cy="46488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rial" panose="020B0604020202020204"/>
                <a:ea typeface="+mn-ea"/>
                <a:cs typeface="+mn-cs"/>
              </a:rPr>
              <a:t>Bastian Teichgreeber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Chief Investment Officer</a:t>
            </a:r>
          </a:p>
        </p:txBody>
      </p:sp>
      <p:sp>
        <p:nvSpPr>
          <p:cNvPr id="34" name="Rectangle: Rounded Corners 33">
            <a:extLst>
              <a:ext uri="{FF2B5EF4-FFF2-40B4-BE49-F238E27FC236}">
                <a16:creationId xmlns:a16="http://schemas.microsoft.com/office/drawing/2014/main" id="{425B0B7F-4ADA-2551-D8E2-9F0FCFCA16B3}"/>
              </a:ext>
            </a:extLst>
          </p:cNvPr>
          <p:cNvSpPr/>
          <p:nvPr/>
        </p:nvSpPr>
        <p:spPr>
          <a:xfrm>
            <a:off x="5419140" y="1588122"/>
            <a:ext cx="1517904" cy="4572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rial" panose="020B0604020202020204"/>
                <a:ea typeface="+mn-ea"/>
                <a:cs typeface="+mn-cs"/>
              </a:rPr>
              <a:t>Cheree Dyers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rPr>
              <a:t>Chief Executive Officer</a:t>
            </a:r>
          </a:p>
        </p:txBody>
      </p:sp>
      <p:sp>
        <p:nvSpPr>
          <p:cNvPr id="40" name="Rectangle: Rounded Corners 39">
            <a:extLst>
              <a:ext uri="{FF2B5EF4-FFF2-40B4-BE49-F238E27FC236}">
                <a16:creationId xmlns:a16="http://schemas.microsoft.com/office/drawing/2014/main" id="{3CEC58E4-1283-5D94-50DE-60F580DCBA16}"/>
              </a:ext>
            </a:extLst>
          </p:cNvPr>
          <p:cNvSpPr/>
          <p:nvPr/>
        </p:nvSpPr>
        <p:spPr>
          <a:xfrm>
            <a:off x="8937297" y="2916581"/>
            <a:ext cx="1260000" cy="354794"/>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rial" panose="020B0604020202020204"/>
                <a:ea typeface="+mn-ea"/>
                <a:cs typeface="+mn-cs"/>
              </a:rPr>
              <a:t>Data Science</a:t>
            </a:r>
            <a:endPar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cxnSp>
        <p:nvCxnSpPr>
          <p:cNvPr id="46" name="Straight Connector 45">
            <a:extLst>
              <a:ext uri="{FF2B5EF4-FFF2-40B4-BE49-F238E27FC236}">
                <a16:creationId xmlns:a16="http://schemas.microsoft.com/office/drawing/2014/main" id="{FE58DC0A-B768-8B99-4959-C30E88399970}"/>
              </a:ext>
            </a:extLst>
          </p:cNvPr>
          <p:cNvCxnSpPr>
            <a:cxnSpLocks/>
          </p:cNvCxnSpPr>
          <p:nvPr/>
        </p:nvCxnSpPr>
        <p:spPr>
          <a:xfrm>
            <a:off x="9552918" y="2737630"/>
            <a:ext cx="0" cy="10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92360D70-BE92-3098-C75D-8FAE4BFF14B9}"/>
              </a:ext>
            </a:extLst>
          </p:cNvPr>
          <p:cNvCxnSpPr>
            <a:cxnSpLocks/>
          </p:cNvCxnSpPr>
          <p:nvPr/>
        </p:nvCxnSpPr>
        <p:spPr>
          <a:xfrm>
            <a:off x="4319384" y="2731779"/>
            <a:ext cx="0" cy="10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Rectangle: Rounded Corners 50">
            <a:extLst>
              <a:ext uri="{FF2B5EF4-FFF2-40B4-BE49-F238E27FC236}">
                <a16:creationId xmlns:a16="http://schemas.microsoft.com/office/drawing/2014/main" id="{B26822D9-38A8-BF1B-F60B-0F2AEAA1467F}"/>
              </a:ext>
            </a:extLst>
          </p:cNvPr>
          <p:cNvSpPr/>
          <p:nvPr/>
        </p:nvSpPr>
        <p:spPr>
          <a:xfrm>
            <a:off x="177769" y="4005681"/>
            <a:ext cx="1512000" cy="3204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rial" panose="020B0604020202020204"/>
                <a:ea typeface="+mn-ea"/>
                <a:cs typeface="+mn-cs"/>
              </a:rPr>
              <a:t>Michele van der Berg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Arial" panose="020B0604020202020204"/>
                <a:ea typeface="+mn-ea"/>
                <a:cs typeface="+mn-cs"/>
              </a:rPr>
              <a:t>Portfolio Manager</a:t>
            </a:r>
          </a:p>
        </p:txBody>
      </p:sp>
      <p:sp>
        <p:nvSpPr>
          <p:cNvPr id="52" name="Rectangle: Rounded Corners 51">
            <a:extLst>
              <a:ext uri="{FF2B5EF4-FFF2-40B4-BE49-F238E27FC236}">
                <a16:creationId xmlns:a16="http://schemas.microsoft.com/office/drawing/2014/main" id="{E5FE5DC8-790B-40DA-C0E8-9ACC454897E5}"/>
              </a:ext>
            </a:extLst>
          </p:cNvPr>
          <p:cNvSpPr/>
          <p:nvPr/>
        </p:nvSpPr>
        <p:spPr>
          <a:xfrm>
            <a:off x="177769" y="4347800"/>
            <a:ext cx="1512000" cy="3204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rial" panose="020B0604020202020204"/>
                <a:ea typeface="+mn-ea"/>
                <a:cs typeface="+mn-cs"/>
              </a:rPr>
              <a:t>Ishma-eel Allie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Arial" panose="020B0604020202020204"/>
                <a:ea typeface="+mn-ea"/>
                <a:cs typeface="+mn-cs"/>
              </a:rPr>
              <a:t>Portfolio Manager</a:t>
            </a:r>
          </a:p>
        </p:txBody>
      </p:sp>
      <p:sp>
        <p:nvSpPr>
          <p:cNvPr id="57" name="Rectangle: Rounded Corners 56">
            <a:extLst>
              <a:ext uri="{FF2B5EF4-FFF2-40B4-BE49-F238E27FC236}">
                <a16:creationId xmlns:a16="http://schemas.microsoft.com/office/drawing/2014/main" id="{0FC786AD-F863-A4FB-0758-086EE5C6F343}"/>
              </a:ext>
            </a:extLst>
          </p:cNvPr>
          <p:cNvSpPr/>
          <p:nvPr/>
        </p:nvSpPr>
        <p:spPr>
          <a:xfrm>
            <a:off x="177769" y="4685002"/>
            <a:ext cx="1512000" cy="3204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rial" panose="020B0604020202020204"/>
                <a:ea typeface="+mn-ea"/>
                <a:cs typeface="+mn-cs"/>
              </a:rPr>
              <a:t>Chant</a:t>
            </a:r>
            <a:r>
              <a:rPr kumimoji="0" lang="en-US" sz="800" b="1"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é</a:t>
            </a:r>
            <a:r>
              <a:rPr kumimoji="0" lang="en-US" sz="800" b="1" i="0" u="none" strike="noStrike" kern="1200" cap="none" spc="0" normalizeH="0" baseline="0" noProof="0" dirty="0">
                <a:ln>
                  <a:noFill/>
                </a:ln>
                <a:solidFill>
                  <a:srgbClr val="FFFFFF"/>
                </a:solidFill>
                <a:effectLst/>
                <a:uLnTx/>
                <a:uFillTx/>
                <a:latin typeface="Arial" panose="020B0604020202020204"/>
                <a:ea typeface="+mn-ea"/>
                <a:cs typeface="+mn-cs"/>
              </a:rPr>
              <a:t> Burger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Arial" panose="020B0604020202020204"/>
                <a:ea typeface="+mn-ea"/>
                <a:cs typeface="+mn-cs"/>
              </a:rPr>
              <a:t>Portfolio Manager</a:t>
            </a:r>
          </a:p>
        </p:txBody>
      </p:sp>
      <p:sp>
        <p:nvSpPr>
          <p:cNvPr id="59" name="Rectangle: Rounded Corners 58">
            <a:extLst>
              <a:ext uri="{FF2B5EF4-FFF2-40B4-BE49-F238E27FC236}">
                <a16:creationId xmlns:a16="http://schemas.microsoft.com/office/drawing/2014/main" id="{4BF0E547-5E14-9186-E641-7C88B00C1D0E}"/>
              </a:ext>
            </a:extLst>
          </p:cNvPr>
          <p:cNvSpPr/>
          <p:nvPr/>
        </p:nvSpPr>
        <p:spPr>
          <a:xfrm>
            <a:off x="177769" y="5022204"/>
            <a:ext cx="1512000" cy="3204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rial" panose="020B0604020202020204"/>
                <a:ea typeface="+mn-ea"/>
                <a:cs typeface="+mn-cs"/>
              </a:rPr>
              <a:t>Noxolo Sicuku</a:t>
            </a:r>
          </a:p>
          <a:p>
            <a:pPr lvl="0" algn="ctr">
              <a:defRPr/>
            </a:pPr>
            <a:r>
              <a:rPr lang="en-US" sz="700" dirty="0">
                <a:solidFill>
                  <a:srgbClr val="FFFFFF"/>
                </a:solidFill>
              </a:rPr>
              <a:t>Implementation Specialist &amp; Quantitative Analyst</a:t>
            </a:r>
          </a:p>
        </p:txBody>
      </p:sp>
      <p:sp>
        <p:nvSpPr>
          <p:cNvPr id="62" name="Rectangle: Rounded Corners 61">
            <a:extLst>
              <a:ext uri="{FF2B5EF4-FFF2-40B4-BE49-F238E27FC236}">
                <a16:creationId xmlns:a16="http://schemas.microsoft.com/office/drawing/2014/main" id="{C08723EB-1A4D-BD08-90FB-09CAB7EC29FF}"/>
              </a:ext>
            </a:extLst>
          </p:cNvPr>
          <p:cNvSpPr/>
          <p:nvPr/>
        </p:nvSpPr>
        <p:spPr>
          <a:xfrm>
            <a:off x="177769" y="5359406"/>
            <a:ext cx="1512000" cy="3204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rial" panose="020B0604020202020204"/>
                <a:ea typeface="+mn-ea"/>
                <a:cs typeface="+mn-cs"/>
              </a:rPr>
              <a:t>Michael Temple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Arial" panose="020B0604020202020204"/>
                <a:ea typeface="+mn-ea"/>
                <a:cs typeface="+mn-cs"/>
              </a:rPr>
              <a:t>Quantitative Analyst</a:t>
            </a:r>
          </a:p>
        </p:txBody>
      </p:sp>
      <p:sp>
        <p:nvSpPr>
          <p:cNvPr id="64" name="Rectangle: Rounded Corners 63">
            <a:extLst>
              <a:ext uri="{FF2B5EF4-FFF2-40B4-BE49-F238E27FC236}">
                <a16:creationId xmlns:a16="http://schemas.microsoft.com/office/drawing/2014/main" id="{432F028F-034E-E492-275E-D7CA61B62F2F}"/>
              </a:ext>
            </a:extLst>
          </p:cNvPr>
          <p:cNvSpPr/>
          <p:nvPr/>
        </p:nvSpPr>
        <p:spPr>
          <a:xfrm>
            <a:off x="177769" y="5696608"/>
            <a:ext cx="1512000" cy="3204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rial" panose="020B0604020202020204"/>
                <a:ea typeface="+mn-ea"/>
                <a:cs typeface="+mn-cs"/>
              </a:rPr>
              <a:t>Kelli Frew</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Arial" panose="020B0604020202020204"/>
                <a:ea typeface="+mn-ea"/>
                <a:cs typeface="+mn-cs"/>
              </a:rPr>
              <a:t>Quantitative Analyst</a:t>
            </a:r>
          </a:p>
        </p:txBody>
      </p:sp>
      <p:sp>
        <p:nvSpPr>
          <p:cNvPr id="65" name="Rectangle: Rounded Corners 64">
            <a:extLst>
              <a:ext uri="{FF2B5EF4-FFF2-40B4-BE49-F238E27FC236}">
                <a16:creationId xmlns:a16="http://schemas.microsoft.com/office/drawing/2014/main" id="{48912EDA-392D-975E-3AC0-9BD15A53412F}"/>
              </a:ext>
            </a:extLst>
          </p:cNvPr>
          <p:cNvSpPr/>
          <p:nvPr/>
        </p:nvSpPr>
        <p:spPr>
          <a:xfrm>
            <a:off x="177769" y="6033810"/>
            <a:ext cx="1512000" cy="3204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rial" panose="020B0604020202020204"/>
                <a:ea typeface="+mn-ea"/>
                <a:cs typeface="+mn-cs"/>
              </a:rPr>
              <a:t>Snothando Ntshembeni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Arial" panose="020B0604020202020204"/>
                <a:ea typeface="+mn-ea"/>
                <a:cs typeface="+mn-cs"/>
              </a:rPr>
              <a:t>Quantitative Analyst</a:t>
            </a:r>
          </a:p>
        </p:txBody>
      </p:sp>
      <p:sp>
        <p:nvSpPr>
          <p:cNvPr id="66" name="Rectangle: Rounded Corners 65">
            <a:extLst>
              <a:ext uri="{FF2B5EF4-FFF2-40B4-BE49-F238E27FC236}">
                <a16:creationId xmlns:a16="http://schemas.microsoft.com/office/drawing/2014/main" id="{CB7D8F3A-4B68-04B8-13CB-95A8FA62BDA6}"/>
              </a:ext>
            </a:extLst>
          </p:cNvPr>
          <p:cNvSpPr/>
          <p:nvPr/>
        </p:nvSpPr>
        <p:spPr>
          <a:xfrm>
            <a:off x="177770" y="6371010"/>
            <a:ext cx="1512000" cy="3204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rial" panose="020B0604020202020204"/>
                <a:ea typeface="+mn-ea"/>
                <a:cs typeface="+mn-cs"/>
              </a:rPr>
              <a:t>Lauren Naidoo</a:t>
            </a:r>
          </a:p>
          <a:p>
            <a:pPr lvl="0" algn="ctr">
              <a:defRPr/>
            </a:pPr>
            <a:r>
              <a:rPr lang="en-US" sz="700" dirty="0">
                <a:solidFill>
                  <a:srgbClr val="FFFFFF"/>
                </a:solidFill>
              </a:rPr>
              <a:t>Implementation Specialist &amp; Quantitative Analyst</a:t>
            </a:r>
          </a:p>
        </p:txBody>
      </p:sp>
      <p:sp>
        <p:nvSpPr>
          <p:cNvPr id="43" name="Rectangle: Rounded Corners 42">
            <a:extLst>
              <a:ext uri="{FF2B5EF4-FFF2-40B4-BE49-F238E27FC236}">
                <a16:creationId xmlns:a16="http://schemas.microsoft.com/office/drawing/2014/main" id="{0DB5104F-902A-871C-B9A1-5E4E4CCD5C64}"/>
              </a:ext>
            </a:extLst>
          </p:cNvPr>
          <p:cNvSpPr/>
          <p:nvPr/>
        </p:nvSpPr>
        <p:spPr>
          <a:xfrm>
            <a:off x="1909120" y="3673396"/>
            <a:ext cx="1512000" cy="3204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800" b="1" dirty="0">
                <a:solidFill>
                  <a:srgbClr val="FFFFFF"/>
                </a:solidFill>
              </a:rPr>
              <a:t>Vishal Rama</a:t>
            </a:r>
          </a:p>
          <a:p>
            <a:pPr lvl="0" algn="ctr">
              <a:defRPr/>
            </a:pPr>
            <a:r>
              <a:rPr lang="en-US" sz="700" dirty="0">
                <a:solidFill>
                  <a:srgbClr val="FFFFFF"/>
                </a:solidFill>
              </a:rPr>
              <a:t>Quantitative Analyst</a:t>
            </a:r>
          </a:p>
        </p:txBody>
      </p:sp>
      <p:sp>
        <p:nvSpPr>
          <p:cNvPr id="56" name="Rectangle: Rounded Corners 55">
            <a:extLst>
              <a:ext uri="{FF2B5EF4-FFF2-40B4-BE49-F238E27FC236}">
                <a16:creationId xmlns:a16="http://schemas.microsoft.com/office/drawing/2014/main" id="{50A5CDA2-8019-9450-4AE6-49C6F588B64E}"/>
              </a:ext>
            </a:extLst>
          </p:cNvPr>
          <p:cNvSpPr/>
          <p:nvPr/>
        </p:nvSpPr>
        <p:spPr>
          <a:xfrm>
            <a:off x="3640471" y="3673396"/>
            <a:ext cx="1512000" cy="3204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800" b="1" dirty="0">
                <a:solidFill>
                  <a:srgbClr val="FFFFFF"/>
                </a:solidFill>
              </a:rPr>
              <a:t>Luzuko Nomjana</a:t>
            </a:r>
          </a:p>
          <a:p>
            <a:pPr lvl="0" algn="ctr">
              <a:defRPr/>
            </a:pPr>
            <a:r>
              <a:rPr lang="en-US" sz="700" dirty="0">
                <a:solidFill>
                  <a:srgbClr val="FFFFFF"/>
                </a:solidFill>
              </a:rPr>
              <a:t>Portfolio Manager</a:t>
            </a:r>
          </a:p>
        </p:txBody>
      </p:sp>
      <p:sp>
        <p:nvSpPr>
          <p:cNvPr id="60" name="Rectangle: Rounded Corners 59">
            <a:extLst>
              <a:ext uri="{FF2B5EF4-FFF2-40B4-BE49-F238E27FC236}">
                <a16:creationId xmlns:a16="http://schemas.microsoft.com/office/drawing/2014/main" id="{4342312C-A907-4BCE-D53B-C204D0315C3A}"/>
              </a:ext>
            </a:extLst>
          </p:cNvPr>
          <p:cNvSpPr/>
          <p:nvPr/>
        </p:nvSpPr>
        <p:spPr>
          <a:xfrm>
            <a:off x="3636673" y="4005681"/>
            <a:ext cx="1512000" cy="3204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800" b="1" dirty="0">
                <a:solidFill>
                  <a:srgbClr val="FFFFFF"/>
                </a:solidFill>
              </a:rPr>
              <a:t>Michelle Green</a:t>
            </a:r>
          </a:p>
          <a:p>
            <a:pPr lvl="0" algn="ctr">
              <a:defRPr/>
            </a:pPr>
            <a:r>
              <a:rPr lang="en-US" sz="700" dirty="0">
                <a:solidFill>
                  <a:srgbClr val="FFFFFF"/>
                </a:solidFill>
              </a:rPr>
              <a:t>Credit Analyst</a:t>
            </a:r>
          </a:p>
        </p:txBody>
      </p:sp>
      <p:sp>
        <p:nvSpPr>
          <p:cNvPr id="61" name="Rectangle: Rounded Corners 60">
            <a:extLst>
              <a:ext uri="{FF2B5EF4-FFF2-40B4-BE49-F238E27FC236}">
                <a16:creationId xmlns:a16="http://schemas.microsoft.com/office/drawing/2014/main" id="{40700720-AC91-B962-4E2C-FEEDB9808B42}"/>
              </a:ext>
            </a:extLst>
          </p:cNvPr>
          <p:cNvSpPr/>
          <p:nvPr/>
        </p:nvSpPr>
        <p:spPr>
          <a:xfrm>
            <a:off x="3629053" y="4347800"/>
            <a:ext cx="1512000" cy="3204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800" b="1" dirty="0">
                <a:solidFill>
                  <a:srgbClr val="FFFFFF"/>
                </a:solidFill>
              </a:rPr>
              <a:t>Sajjaad Ahmed</a:t>
            </a:r>
          </a:p>
          <a:p>
            <a:pPr lvl="0" algn="ctr">
              <a:defRPr/>
            </a:pPr>
            <a:r>
              <a:rPr lang="en-US" sz="700" dirty="0">
                <a:solidFill>
                  <a:srgbClr val="FFFFFF"/>
                </a:solidFill>
              </a:rPr>
              <a:t>Portfolio Manager</a:t>
            </a:r>
            <a:endParaRPr kumimoji="0" lang="en-US" sz="7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68" name="Rectangle: Rounded Corners 67">
            <a:extLst>
              <a:ext uri="{FF2B5EF4-FFF2-40B4-BE49-F238E27FC236}">
                <a16:creationId xmlns:a16="http://schemas.microsoft.com/office/drawing/2014/main" id="{1AC431F0-5709-0D5B-446E-C4167BD1FA2F}"/>
              </a:ext>
            </a:extLst>
          </p:cNvPr>
          <p:cNvSpPr/>
          <p:nvPr/>
        </p:nvSpPr>
        <p:spPr>
          <a:xfrm>
            <a:off x="5371822" y="3673396"/>
            <a:ext cx="1512000" cy="3204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800" b="1" dirty="0">
                <a:solidFill>
                  <a:srgbClr val="FFFFFF"/>
                </a:solidFill>
              </a:rPr>
              <a:t>Martin Hammond </a:t>
            </a:r>
          </a:p>
          <a:p>
            <a:pPr lvl="0" algn="ctr">
              <a:defRPr/>
            </a:pPr>
            <a:r>
              <a:rPr lang="en-US" sz="700" dirty="0">
                <a:solidFill>
                  <a:srgbClr val="FFFFFF"/>
                </a:solidFill>
              </a:rPr>
              <a:t>Portfolio Manager</a:t>
            </a:r>
          </a:p>
        </p:txBody>
      </p:sp>
      <p:sp>
        <p:nvSpPr>
          <p:cNvPr id="69" name="Rectangle: Rounded Corners 68">
            <a:extLst>
              <a:ext uri="{FF2B5EF4-FFF2-40B4-BE49-F238E27FC236}">
                <a16:creationId xmlns:a16="http://schemas.microsoft.com/office/drawing/2014/main" id="{BAB6BB41-283B-ED3B-87EE-1CD202A332FB}"/>
              </a:ext>
            </a:extLst>
          </p:cNvPr>
          <p:cNvSpPr/>
          <p:nvPr/>
        </p:nvSpPr>
        <p:spPr>
          <a:xfrm>
            <a:off x="5378532" y="4005681"/>
            <a:ext cx="1512000" cy="3204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800" b="1" dirty="0">
                <a:solidFill>
                  <a:srgbClr val="FFFFFF"/>
                </a:solidFill>
              </a:rPr>
              <a:t>Nabeel Kolia</a:t>
            </a:r>
          </a:p>
          <a:p>
            <a:pPr lvl="0" algn="ctr">
              <a:defRPr/>
            </a:pPr>
            <a:r>
              <a:rPr lang="en-US" sz="700" dirty="0">
                <a:solidFill>
                  <a:srgbClr val="FFFFFF"/>
                </a:solidFill>
              </a:rPr>
              <a:t>Portfolio Manager</a:t>
            </a:r>
          </a:p>
        </p:txBody>
      </p:sp>
      <p:sp>
        <p:nvSpPr>
          <p:cNvPr id="70" name="Rectangle: Rounded Corners 69">
            <a:extLst>
              <a:ext uri="{FF2B5EF4-FFF2-40B4-BE49-F238E27FC236}">
                <a16:creationId xmlns:a16="http://schemas.microsoft.com/office/drawing/2014/main" id="{877807CE-0AB5-C385-7865-581B8BE0A699}"/>
              </a:ext>
            </a:extLst>
          </p:cNvPr>
          <p:cNvSpPr/>
          <p:nvPr/>
        </p:nvSpPr>
        <p:spPr>
          <a:xfrm>
            <a:off x="5378532" y="4347800"/>
            <a:ext cx="1512000" cy="3204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800" b="1" dirty="0">
                <a:solidFill>
                  <a:srgbClr val="FFFFFF"/>
                </a:solidFill>
              </a:rPr>
              <a:t>Shriya Roy </a:t>
            </a:r>
          </a:p>
          <a:p>
            <a:pPr lvl="0" algn="ctr">
              <a:defRPr/>
            </a:pPr>
            <a:r>
              <a:rPr lang="en-US" sz="700" dirty="0">
                <a:solidFill>
                  <a:srgbClr val="FFFFFF"/>
                </a:solidFill>
              </a:rPr>
              <a:t>Portfolio Manager</a:t>
            </a:r>
          </a:p>
        </p:txBody>
      </p:sp>
      <p:sp>
        <p:nvSpPr>
          <p:cNvPr id="72" name="Rectangle: Rounded Corners 71">
            <a:extLst>
              <a:ext uri="{FF2B5EF4-FFF2-40B4-BE49-F238E27FC236}">
                <a16:creationId xmlns:a16="http://schemas.microsoft.com/office/drawing/2014/main" id="{55BBF12D-2DE2-2FA8-8260-74D4A46FD366}"/>
              </a:ext>
            </a:extLst>
          </p:cNvPr>
          <p:cNvSpPr/>
          <p:nvPr/>
        </p:nvSpPr>
        <p:spPr>
          <a:xfrm>
            <a:off x="5378532" y="4688829"/>
            <a:ext cx="1512000" cy="3204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800" b="1" dirty="0">
                <a:solidFill>
                  <a:srgbClr val="FFFFFF"/>
                </a:solidFill>
              </a:rPr>
              <a:t>Noeriniche Appels</a:t>
            </a:r>
          </a:p>
          <a:p>
            <a:pPr lvl="0" algn="ctr">
              <a:defRPr/>
            </a:pPr>
            <a:r>
              <a:rPr lang="en-US" sz="700" dirty="0">
                <a:solidFill>
                  <a:srgbClr val="FFFFFF"/>
                </a:solidFill>
              </a:rPr>
              <a:t>Quantitative Analyst</a:t>
            </a:r>
          </a:p>
        </p:txBody>
      </p:sp>
      <p:sp>
        <p:nvSpPr>
          <p:cNvPr id="73" name="Rectangle: Rounded Corners 72">
            <a:extLst>
              <a:ext uri="{FF2B5EF4-FFF2-40B4-BE49-F238E27FC236}">
                <a16:creationId xmlns:a16="http://schemas.microsoft.com/office/drawing/2014/main" id="{CD00F7E7-A9E0-5D4F-6A23-1DB36879607F}"/>
              </a:ext>
            </a:extLst>
          </p:cNvPr>
          <p:cNvSpPr/>
          <p:nvPr/>
        </p:nvSpPr>
        <p:spPr>
          <a:xfrm>
            <a:off x="5378532" y="5025643"/>
            <a:ext cx="1512000" cy="3204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800" b="1" dirty="0">
                <a:solidFill>
                  <a:srgbClr val="FFFFFF"/>
                </a:solidFill>
              </a:rPr>
              <a:t>Kelly Vlug</a:t>
            </a:r>
          </a:p>
          <a:p>
            <a:pPr lvl="0" algn="ctr">
              <a:defRPr/>
            </a:pPr>
            <a:r>
              <a:rPr lang="en-US" sz="700" dirty="0">
                <a:solidFill>
                  <a:srgbClr val="FFFFFF"/>
                </a:solidFill>
              </a:rPr>
              <a:t>Quantitative Analyst</a:t>
            </a:r>
          </a:p>
        </p:txBody>
      </p:sp>
      <p:sp>
        <p:nvSpPr>
          <p:cNvPr id="75" name="Rectangle: Rounded Corners 74">
            <a:extLst>
              <a:ext uri="{FF2B5EF4-FFF2-40B4-BE49-F238E27FC236}">
                <a16:creationId xmlns:a16="http://schemas.microsoft.com/office/drawing/2014/main" id="{CB852ED3-9ADA-C712-28C0-63018A645024}"/>
              </a:ext>
            </a:extLst>
          </p:cNvPr>
          <p:cNvSpPr/>
          <p:nvPr/>
        </p:nvSpPr>
        <p:spPr>
          <a:xfrm>
            <a:off x="7103173" y="3673396"/>
            <a:ext cx="1512000" cy="320400"/>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800" b="1" dirty="0">
                <a:solidFill>
                  <a:srgbClr val="FFFFFF"/>
                </a:solidFill>
              </a:rPr>
              <a:t>Romelon Chetty</a:t>
            </a:r>
          </a:p>
          <a:p>
            <a:pPr lvl="0" algn="ctr">
              <a:defRPr/>
            </a:pPr>
            <a:r>
              <a:rPr lang="en-US" sz="700" dirty="0">
                <a:solidFill>
                  <a:srgbClr val="FFFFFF"/>
                </a:solidFill>
              </a:rPr>
              <a:t>Portfolio Manager</a:t>
            </a:r>
          </a:p>
        </p:txBody>
      </p:sp>
      <p:sp>
        <p:nvSpPr>
          <p:cNvPr id="76" name="Rectangle: Rounded Corners 75">
            <a:extLst>
              <a:ext uri="{FF2B5EF4-FFF2-40B4-BE49-F238E27FC236}">
                <a16:creationId xmlns:a16="http://schemas.microsoft.com/office/drawing/2014/main" id="{E87E130C-3B5E-A565-02C5-34539C8CCE40}"/>
              </a:ext>
            </a:extLst>
          </p:cNvPr>
          <p:cNvSpPr/>
          <p:nvPr/>
        </p:nvSpPr>
        <p:spPr>
          <a:xfrm>
            <a:off x="7110147" y="4005681"/>
            <a:ext cx="1512000" cy="320400"/>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800" b="1" dirty="0">
                <a:solidFill>
                  <a:srgbClr val="FFFFFF"/>
                </a:solidFill>
              </a:rPr>
              <a:t>Ashleigh Allan</a:t>
            </a:r>
          </a:p>
          <a:p>
            <a:pPr lvl="0" algn="ctr">
              <a:defRPr/>
            </a:pPr>
            <a:r>
              <a:rPr lang="en-US" sz="700" dirty="0">
                <a:solidFill>
                  <a:srgbClr val="FFFFFF"/>
                </a:solidFill>
              </a:rPr>
              <a:t>Dealer</a:t>
            </a:r>
          </a:p>
        </p:txBody>
      </p:sp>
      <p:sp>
        <p:nvSpPr>
          <p:cNvPr id="77" name="Rectangle: Rounded Corners 76">
            <a:extLst>
              <a:ext uri="{FF2B5EF4-FFF2-40B4-BE49-F238E27FC236}">
                <a16:creationId xmlns:a16="http://schemas.microsoft.com/office/drawing/2014/main" id="{2187F7E9-2473-2317-C727-68B27D6D2252}"/>
              </a:ext>
            </a:extLst>
          </p:cNvPr>
          <p:cNvSpPr/>
          <p:nvPr/>
        </p:nvSpPr>
        <p:spPr>
          <a:xfrm>
            <a:off x="7110147" y="4347800"/>
            <a:ext cx="1512000" cy="320400"/>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800" b="1" dirty="0">
                <a:solidFill>
                  <a:srgbClr val="FFFFFF"/>
                </a:solidFill>
              </a:rPr>
              <a:t>Dimpho Sekhaolelo</a:t>
            </a:r>
          </a:p>
          <a:p>
            <a:pPr lvl="0" algn="ctr">
              <a:defRPr/>
            </a:pPr>
            <a:r>
              <a:rPr lang="en-US" sz="700" dirty="0">
                <a:solidFill>
                  <a:srgbClr val="FFFFFF"/>
                </a:solidFill>
              </a:rPr>
              <a:t>Quantitative Analyst</a:t>
            </a:r>
          </a:p>
        </p:txBody>
      </p:sp>
      <p:sp>
        <p:nvSpPr>
          <p:cNvPr id="78" name="Rectangle: Rounded Corners 77">
            <a:extLst>
              <a:ext uri="{FF2B5EF4-FFF2-40B4-BE49-F238E27FC236}">
                <a16:creationId xmlns:a16="http://schemas.microsoft.com/office/drawing/2014/main" id="{06328F40-9FD2-CE1E-D446-43E040BC9F8F}"/>
              </a:ext>
            </a:extLst>
          </p:cNvPr>
          <p:cNvSpPr/>
          <p:nvPr/>
        </p:nvSpPr>
        <p:spPr>
          <a:xfrm>
            <a:off x="7110147" y="4687554"/>
            <a:ext cx="1512000" cy="320400"/>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800" b="1" dirty="0">
                <a:solidFill>
                  <a:srgbClr val="FFFFFF"/>
                </a:solidFill>
              </a:rPr>
              <a:t>Nicholas de Clercq</a:t>
            </a:r>
          </a:p>
          <a:p>
            <a:pPr lvl="0" algn="ctr">
              <a:defRPr/>
            </a:pPr>
            <a:r>
              <a:rPr lang="en-US" sz="700" dirty="0">
                <a:solidFill>
                  <a:srgbClr val="FFFFFF"/>
                </a:solidFill>
              </a:rPr>
              <a:t>Quantitative Analyst</a:t>
            </a:r>
          </a:p>
        </p:txBody>
      </p:sp>
      <p:sp>
        <p:nvSpPr>
          <p:cNvPr id="80" name="Rectangle: Rounded Corners 79">
            <a:extLst>
              <a:ext uri="{FF2B5EF4-FFF2-40B4-BE49-F238E27FC236}">
                <a16:creationId xmlns:a16="http://schemas.microsoft.com/office/drawing/2014/main" id="{89A54BFA-1976-3264-7E81-91263146800A}"/>
              </a:ext>
            </a:extLst>
          </p:cNvPr>
          <p:cNvSpPr/>
          <p:nvPr/>
        </p:nvSpPr>
        <p:spPr>
          <a:xfrm>
            <a:off x="8834524" y="3673396"/>
            <a:ext cx="1512000" cy="320400"/>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800" b="1" dirty="0">
                <a:solidFill>
                  <a:srgbClr val="FFFFFF"/>
                </a:solidFill>
              </a:rPr>
              <a:t>Chloe Townsend</a:t>
            </a:r>
          </a:p>
          <a:p>
            <a:pPr lvl="0" algn="ctr">
              <a:defRPr/>
            </a:pPr>
            <a:r>
              <a:rPr lang="en-US" sz="700" dirty="0">
                <a:solidFill>
                  <a:srgbClr val="FFFFFF"/>
                </a:solidFill>
              </a:rPr>
              <a:t>Data Scientist</a:t>
            </a:r>
          </a:p>
        </p:txBody>
      </p:sp>
      <p:sp>
        <p:nvSpPr>
          <p:cNvPr id="82" name="Rectangle: Rounded Corners 81">
            <a:extLst>
              <a:ext uri="{FF2B5EF4-FFF2-40B4-BE49-F238E27FC236}">
                <a16:creationId xmlns:a16="http://schemas.microsoft.com/office/drawing/2014/main" id="{A0DC15C1-C403-5D29-A1E2-63879FBECB7F}"/>
              </a:ext>
            </a:extLst>
          </p:cNvPr>
          <p:cNvSpPr/>
          <p:nvPr/>
        </p:nvSpPr>
        <p:spPr>
          <a:xfrm>
            <a:off x="177769" y="3336194"/>
            <a:ext cx="1512000" cy="3204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800" b="1" dirty="0">
                <a:solidFill>
                  <a:srgbClr val="FFFFFF"/>
                </a:solidFill>
              </a:rPr>
              <a:t>Henk Kotze </a:t>
            </a:r>
          </a:p>
          <a:p>
            <a:pPr lvl="0" algn="ctr">
              <a:defRPr/>
            </a:pPr>
            <a:r>
              <a:rPr lang="en-US" sz="700" dirty="0">
                <a:solidFill>
                  <a:srgbClr val="FFFFFF"/>
                </a:solidFill>
              </a:rPr>
              <a:t>Head of Cash &amp; Income</a:t>
            </a:r>
          </a:p>
        </p:txBody>
      </p:sp>
      <p:sp>
        <p:nvSpPr>
          <p:cNvPr id="83" name="Rectangle: Rounded Corners 82">
            <a:extLst>
              <a:ext uri="{FF2B5EF4-FFF2-40B4-BE49-F238E27FC236}">
                <a16:creationId xmlns:a16="http://schemas.microsoft.com/office/drawing/2014/main" id="{1A694D95-755D-1AE6-8ADE-E65400A3D434}"/>
              </a:ext>
            </a:extLst>
          </p:cNvPr>
          <p:cNvSpPr/>
          <p:nvPr/>
        </p:nvSpPr>
        <p:spPr>
          <a:xfrm>
            <a:off x="1909120" y="3336194"/>
            <a:ext cx="1512000" cy="3204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800" b="1" dirty="0">
                <a:solidFill>
                  <a:srgbClr val="FFFFFF"/>
                </a:solidFill>
              </a:rPr>
              <a:t>Reza Ismail</a:t>
            </a:r>
          </a:p>
          <a:p>
            <a:pPr lvl="0" algn="ctr">
              <a:defRPr/>
            </a:pPr>
            <a:r>
              <a:rPr lang="en-US" sz="700" dirty="0">
                <a:solidFill>
                  <a:srgbClr val="FFFFFF"/>
                </a:solidFill>
              </a:rPr>
              <a:t>Head of Bonds</a:t>
            </a:r>
          </a:p>
        </p:txBody>
      </p:sp>
      <p:sp>
        <p:nvSpPr>
          <p:cNvPr id="84" name="Rectangle: Rounded Corners 83">
            <a:extLst>
              <a:ext uri="{FF2B5EF4-FFF2-40B4-BE49-F238E27FC236}">
                <a16:creationId xmlns:a16="http://schemas.microsoft.com/office/drawing/2014/main" id="{4D17F914-C639-BB94-7E0A-E69142527BA3}"/>
              </a:ext>
            </a:extLst>
          </p:cNvPr>
          <p:cNvSpPr/>
          <p:nvPr/>
        </p:nvSpPr>
        <p:spPr>
          <a:xfrm>
            <a:off x="3640471" y="3336194"/>
            <a:ext cx="1512000" cy="3204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800" b="1" dirty="0">
                <a:solidFill>
                  <a:srgbClr val="FFFFFF"/>
                </a:solidFill>
              </a:rPr>
              <a:t>Conway Williams </a:t>
            </a:r>
          </a:p>
          <a:p>
            <a:pPr lvl="0" algn="ctr">
              <a:defRPr/>
            </a:pPr>
            <a:r>
              <a:rPr lang="en-US" sz="700" dirty="0">
                <a:solidFill>
                  <a:srgbClr val="FFFFFF"/>
                </a:solidFill>
              </a:rPr>
              <a:t>Head of Credit</a:t>
            </a:r>
          </a:p>
        </p:txBody>
      </p:sp>
      <p:sp>
        <p:nvSpPr>
          <p:cNvPr id="85" name="Rectangle: Rounded Corners 84">
            <a:extLst>
              <a:ext uri="{FF2B5EF4-FFF2-40B4-BE49-F238E27FC236}">
                <a16:creationId xmlns:a16="http://schemas.microsoft.com/office/drawing/2014/main" id="{E2D09A84-EC1B-1603-5300-E84E5BF50D8B}"/>
              </a:ext>
            </a:extLst>
          </p:cNvPr>
          <p:cNvSpPr/>
          <p:nvPr/>
        </p:nvSpPr>
        <p:spPr>
          <a:xfrm>
            <a:off x="5371822" y="3336194"/>
            <a:ext cx="1512000" cy="3204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800" b="1" dirty="0">
                <a:solidFill>
                  <a:srgbClr val="FFFFFF"/>
                </a:solidFill>
              </a:rPr>
              <a:t>Rupert Hare</a:t>
            </a:r>
          </a:p>
          <a:p>
            <a:pPr lvl="0" algn="ctr">
              <a:defRPr/>
            </a:pPr>
            <a:r>
              <a:rPr lang="en-US" sz="700" dirty="0">
                <a:solidFill>
                  <a:srgbClr val="FFFFFF"/>
                </a:solidFill>
              </a:rPr>
              <a:t>Head of Multi-Asset</a:t>
            </a:r>
          </a:p>
        </p:txBody>
      </p:sp>
      <p:sp>
        <p:nvSpPr>
          <p:cNvPr id="86" name="Rectangle: Rounded Corners 85">
            <a:extLst>
              <a:ext uri="{FF2B5EF4-FFF2-40B4-BE49-F238E27FC236}">
                <a16:creationId xmlns:a16="http://schemas.microsoft.com/office/drawing/2014/main" id="{541049A1-87E7-570C-04E9-22B5941490DD}"/>
              </a:ext>
            </a:extLst>
          </p:cNvPr>
          <p:cNvSpPr/>
          <p:nvPr/>
        </p:nvSpPr>
        <p:spPr>
          <a:xfrm>
            <a:off x="7103173" y="3336194"/>
            <a:ext cx="1512000" cy="320400"/>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800" b="1" dirty="0">
                <a:solidFill>
                  <a:srgbClr val="FFFFFF"/>
                </a:solidFill>
              </a:rPr>
              <a:t>Seeiso Matlanyane</a:t>
            </a:r>
          </a:p>
          <a:p>
            <a:pPr lvl="0" algn="ctr">
              <a:defRPr/>
            </a:pPr>
            <a:r>
              <a:rPr lang="en-US" sz="700" dirty="0">
                <a:solidFill>
                  <a:srgbClr val="FFFFFF"/>
                </a:solidFill>
              </a:rPr>
              <a:t>Head of Equities</a:t>
            </a:r>
          </a:p>
        </p:txBody>
      </p:sp>
      <p:sp>
        <p:nvSpPr>
          <p:cNvPr id="87" name="Rectangle: Rounded Corners 86">
            <a:extLst>
              <a:ext uri="{FF2B5EF4-FFF2-40B4-BE49-F238E27FC236}">
                <a16:creationId xmlns:a16="http://schemas.microsoft.com/office/drawing/2014/main" id="{1821653B-1FE9-E950-A5D8-0935A3B0FF2B}"/>
              </a:ext>
            </a:extLst>
          </p:cNvPr>
          <p:cNvSpPr/>
          <p:nvPr/>
        </p:nvSpPr>
        <p:spPr>
          <a:xfrm>
            <a:off x="8834524" y="3336194"/>
            <a:ext cx="1512000" cy="320400"/>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800" b="1" dirty="0">
                <a:solidFill>
                  <a:srgbClr val="FFFFFF"/>
                </a:solidFill>
              </a:rPr>
              <a:t>Tim Terblanche</a:t>
            </a:r>
          </a:p>
          <a:p>
            <a:pPr lvl="0" algn="ctr">
              <a:defRPr/>
            </a:pPr>
            <a:r>
              <a:rPr lang="en-US" sz="700" dirty="0">
                <a:solidFill>
                  <a:srgbClr val="FFFFFF"/>
                </a:solidFill>
              </a:rPr>
              <a:t>Head of Data Science</a:t>
            </a:r>
          </a:p>
        </p:txBody>
      </p:sp>
      <p:sp>
        <p:nvSpPr>
          <p:cNvPr id="4" name="Rectangle: Rounded Corners 3">
            <a:extLst>
              <a:ext uri="{FF2B5EF4-FFF2-40B4-BE49-F238E27FC236}">
                <a16:creationId xmlns:a16="http://schemas.microsoft.com/office/drawing/2014/main" id="{67C4015E-7D45-B599-9268-F6D612141DFD}"/>
              </a:ext>
            </a:extLst>
          </p:cNvPr>
          <p:cNvSpPr/>
          <p:nvPr/>
        </p:nvSpPr>
        <p:spPr>
          <a:xfrm>
            <a:off x="10689251" y="2899294"/>
            <a:ext cx="1260000" cy="354794"/>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rial" panose="020B0604020202020204"/>
                <a:ea typeface="+mn-ea"/>
                <a:cs typeface="+mn-cs"/>
              </a:rPr>
              <a:t>Portfolio Risk and Analytics</a:t>
            </a:r>
            <a:endParaRPr kumimoji="0" lang="en-US" sz="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672BAC62-C51B-0489-6633-52EF9EAD953E}"/>
              </a:ext>
            </a:extLst>
          </p:cNvPr>
          <p:cNvSpPr/>
          <p:nvPr/>
        </p:nvSpPr>
        <p:spPr>
          <a:xfrm>
            <a:off x="10565875" y="3685008"/>
            <a:ext cx="1512000" cy="320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800" b="1" dirty="0">
                <a:solidFill>
                  <a:srgbClr val="FFFFFF"/>
                </a:solidFill>
              </a:rPr>
              <a:t>Keasha Richards</a:t>
            </a:r>
          </a:p>
          <a:p>
            <a:pPr lvl="0" algn="ctr">
              <a:defRPr/>
            </a:pPr>
            <a:r>
              <a:rPr lang="en-US" sz="700" dirty="0">
                <a:solidFill>
                  <a:srgbClr val="FFFFFF"/>
                </a:solidFill>
              </a:rPr>
              <a:t>Risk and Performance Analyst</a:t>
            </a:r>
          </a:p>
        </p:txBody>
      </p:sp>
      <p:sp>
        <p:nvSpPr>
          <p:cNvPr id="9" name="Rectangle: Rounded Corners 8">
            <a:extLst>
              <a:ext uri="{FF2B5EF4-FFF2-40B4-BE49-F238E27FC236}">
                <a16:creationId xmlns:a16="http://schemas.microsoft.com/office/drawing/2014/main" id="{49B63341-0E4F-F5E1-69D9-771F17960A0D}"/>
              </a:ext>
            </a:extLst>
          </p:cNvPr>
          <p:cNvSpPr/>
          <p:nvPr/>
        </p:nvSpPr>
        <p:spPr>
          <a:xfrm>
            <a:off x="10565875" y="3338078"/>
            <a:ext cx="1512000" cy="320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800" b="1" dirty="0">
                <a:solidFill>
                  <a:srgbClr val="FFFFFF"/>
                </a:solidFill>
              </a:rPr>
              <a:t>Ruan Yacumakis</a:t>
            </a:r>
          </a:p>
          <a:p>
            <a:pPr lvl="0" algn="ctr">
              <a:defRPr/>
            </a:pPr>
            <a:r>
              <a:rPr lang="en-ZA" sz="700" dirty="0">
                <a:solidFill>
                  <a:srgbClr val="FFFFFF"/>
                </a:solidFill>
              </a:rPr>
              <a:t>Manager: Portfolio Risk and Analytics</a:t>
            </a:r>
          </a:p>
        </p:txBody>
      </p:sp>
      <p:sp>
        <p:nvSpPr>
          <p:cNvPr id="38" name="Rectangle: Rounded Corners 37">
            <a:extLst>
              <a:ext uri="{FF2B5EF4-FFF2-40B4-BE49-F238E27FC236}">
                <a16:creationId xmlns:a16="http://schemas.microsoft.com/office/drawing/2014/main" id="{B45A8E2C-4003-71DC-BD88-2B34D6351B4E}"/>
              </a:ext>
            </a:extLst>
          </p:cNvPr>
          <p:cNvSpPr/>
          <p:nvPr/>
        </p:nvSpPr>
        <p:spPr>
          <a:xfrm>
            <a:off x="1909120" y="4005681"/>
            <a:ext cx="1512000" cy="3204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800" b="1" dirty="0">
                <a:solidFill>
                  <a:srgbClr val="FFFFFF"/>
                </a:solidFill>
              </a:rPr>
              <a:t>Isabella Turro</a:t>
            </a:r>
          </a:p>
          <a:p>
            <a:pPr lvl="0" algn="ctr">
              <a:defRPr/>
            </a:pPr>
            <a:r>
              <a:rPr lang="en-US" sz="700" dirty="0">
                <a:solidFill>
                  <a:srgbClr val="FFFFFF"/>
                </a:solidFill>
              </a:rPr>
              <a:t>Quantitative Analyst</a:t>
            </a:r>
          </a:p>
        </p:txBody>
      </p:sp>
      <p:sp>
        <p:nvSpPr>
          <p:cNvPr id="39" name="Rectangle: Rounded Corners 38">
            <a:extLst>
              <a:ext uri="{FF2B5EF4-FFF2-40B4-BE49-F238E27FC236}">
                <a16:creationId xmlns:a16="http://schemas.microsoft.com/office/drawing/2014/main" id="{FDFA212F-67C0-1812-5F3D-D98DFDBCB62C}"/>
              </a:ext>
            </a:extLst>
          </p:cNvPr>
          <p:cNvSpPr/>
          <p:nvPr/>
        </p:nvSpPr>
        <p:spPr>
          <a:xfrm>
            <a:off x="8834142" y="4005681"/>
            <a:ext cx="1512000" cy="320400"/>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800" b="1" dirty="0">
                <a:solidFill>
                  <a:srgbClr val="FFFFFF"/>
                </a:solidFill>
              </a:rPr>
              <a:t>New Joiner</a:t>
            </a:r>
          </a:p>
          <a:p>
            <a:pPr lvl="0" algn="ctr">
              <a:defRPr/>
            </a:pPr>
            <a:r>
              <a:rPr lang="en-US" sz="700" dirty="0">
                <a:solidFill>
                  <a:srgbClr val="FFFFFF"/>
                </a:solidFill>
              </a:rPr>
              <a:t>Data Scientist</a:t>
            </a:r>
          </a:p>
        </p:txBody>
      </p:sp>
      <p:sp>
        <p:nvSpPr>
          <p:cNvPr id="11" name="Rectangle: Rounded Corners 10">
            <a:extLst>
              <a:ext uri="{FF2B5EF4-FFF2-40B4-BE49-F238E27FC236}">
                <a16:creationId xmlns:a16="http://schemas.microsoft.com/office/drawing/2014/main" id="{4F63A031-F277-0770-BD5C-8B0960141CE8}"/>
              </a:ext>
            </a:extLst>
          </p:cNvPr>
          <p:cNvSpPr/>
          <p:nvPr/>
        </p:nvSpPr>
        <p:spPr>
          <a:xfrm>
            <a:off x="7381866" y="2141893"/>
            <a:ext cx="1517904" cy="457200"/>
          </a:xfrm>
          <a:prstGeom prst="roundRect">
            <a:avLst/>
          </a:prstGeom>
          <a:solidFill>
            <a:srgbClr val="D1CC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02855"/>
                </a:solidFill>
                <a:effectLst/>
                <a:uLnTx/>
                <a:uFillTx/>
                <a:latin typeface="Arial" panose="020B0604020202020204"/>
                <a:ea typeface="+mn-ea"/>
                <a:cs typeface="+mn-cs"/>
              </a:rPr>
              <a:t>Odwa Sihlobo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2855"/>
                </a:solidFill>
                <a:effectLst/>
                <a:uLnTx/>
                <a:uFillTx/>
                <a:latin typeface="Arial" panose="020B0604020202020204"/>
                <a:ea typeface="+mn-ea"/>
                <a:cs typeface="+mn-cs"/>
              </a:rPr>
              <a:t>Head of Research</a:t>
            </a:r>
          </a:p>
        </p:txBody>
      </p:sp>
      <p:sp>
        <p:nvSpPr>
          <p:cNvPr id="12" name="Rectangle: Rounded Corners 11">
            <a:extLst>
              <a:ext uri="{FF2B5EF4-FFF2-40B4-BE49-F238E27FC236}">
                <a16:creationId xmlns:a16="http://schemas.microsoft.com/office/drawing/2014/main" id="{7F5F910B-FEE3-FE80-6280-4365B8A6AC0E}"/>
              </a:ext>
            </a:extLst>
          </p:cNvPr>
          <p:cNvSpPr/>
          <p:nvPr/>
        </p:nvSpPr>
        <p:spPr>
          <a:xfrm>
            <a:off x="3623087" y="4688829"/>
            <a:ext cx="1512000" cy="3204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800" b="1" dirty="0">
                <a:solidFill>
                  <a:srgbClr val="FFFFFF"/>
                </a:solidFill>
              </a:rPr>
              <a:t>Adelay Pretorius</a:t>
            </a:r>
          </a:p>
          <a:p>
            <a:pPr lvl="0" algn="ctr">
              <a:defRPr/>
            </a:pPr>
            <a:r>
              <a:rPr lang="en-US" sz="700" dirty="0">
                <a:solidFill>
                  <a:srgbClr val="FFFFFF"/>
                </a:solidFill>
              </a:rPr>
              <a:t>Graduate Programme</a:t>
            </a:r>
            <a:endParaRPr kumimoji="0" lang="en-US" sz="7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cxnSp>
        <p:nvCxnSpPr>
          <p:cNvPr id="10" name="Straight Connector 9">
            <a:extLst>
              <a:ext uri="{FF2B5EF4-FFF2-40B4-BE49-F238E27FC236}">
                <a16:creationId xmlns:a16="http://schemas.microsoft.com/office/drawing/2014/main" id="{D8A0A499-A0B3-9D9C-5B90-4E03DE9F3A0C}"/>
              </a:ext>
            </a:extLst>
          </p:cNvPr>
          <p:cNvCxnSpPr>
            <a:cxnSpLocks/>
          </p:cNvCxnSpPr>
          <p:nvPr/>
        </p:nvCxnSpPr>
        <p:spPr>
          <a:xfrm>
            <a:off x="11335591" y="2737630"/>
            <a:ext cx="0" cy="10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9116643"/>
      </p:ext>
    </p:extLst>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1E78EF-35F6-ADC7-A8B2-D194168CDF96}"/>
              </a:ext>
            </a:extLst>
          </p:cNvPr>
          <p:cNvSpPr>
            <a:spLocks noGrp="1"/>
          </p:cNvSpPr>
          <p:nvPr>
            <p:ph type="sldNum" sz="quarter" idx="4"/>
          </p:nvPr>
        </p:nvSpPr>
        <p:spPr/>
        <p:txBody>
          <a:bodyPr/>
          <a:lstStyle/>
          <a:p>
            <a:fld id="{73490A59-D3E2-A64D-A2FA-D689A8266F0F}" type="slidenum">
              <a:rPr lang="en-US" smtClean="0"/>
              <a:pPr/>
              <a:t>4</a:t>
            </a:fld>
            <a:endParaRPr lang="en-US" dirty="0"/>
          </a:p>
        </p:txBody>
      </p:sp>
      <p:sp>
        <p:nvSpPr>
          <p:cNvPr id="7" name="Text Placeholder 6">
            <a:extLst>
              <a:ext uri="{FF2B5EF4-FFF2-40B4-BE49-F238E27FC236}">
                <a16:creationId xmlns:a16="http://schemas.microsoft.com/office/drawing/2014/main" id="{23C5F017-6E50-3598-96A2-830D36DC481E}"/>
              </a:ext>
            </a:extLst>
          </p:cNvPr>
          <p:cNvSpPr>
            <a:spLocks noGrp="1"/>
          </p:cNvSpPr>
          <p:nvPr>
            <p:ph type="body" sz="quarter" idx="10"/>
          </p:nvPr>
        </p:nvSpPr>
        <p:spPr/>
        <p:txBody>
          <a:bodyPr/>
          <a:lstStyle/>
          <a:p>
            <a:endParaRPr lang="en-US"/>
          </a:p>
        </p:txBody>
      </p:sp>
      <p:sp>
        <p:nvSpPr>
          <p:cNvPr id="8" name="Text Placeholder 7">
            <a:extLst>
              <a:ext uri="{FF2B5EF4-FFF2-40B4-BE49-F238E27FC236}">
                <a16:creationId xmlns:a16="http://schemas.microsoft.com/office/drawing/2014/main" id="{F4F6D965-01F2-EA91-44B1-A90A17299473}"/>
              </a:ext>
            </a:extLst>
          </p:cNvPr>
          <p:cNvSpPr>
            <a:spLocks noGrp="1"/>
          </p:cNvSpPr>
          <p:nvPr>
            <p:ph type="body" sz="quarter" idx="11"/>
          </p:nvPr>
        </p:nvSpPr>
        <p:spPr/>
        <p:txBody>
          <a:bodyPr/>
          <a:lstStyle/>
          <a:p>
            <a:r>
              <a:rPr lang="en-US" dirty="0"/>
              <a:t>Equity Team</a:t>
            </a:r>
          </a:p>
        </p:txBody>
      </p:sp>
      <p:sp>
        <p:nvSpPr>
          <p:cNvPr id="9" name="Text Placeholder 8">
            <a:extLst>
              <a:ext uri="{FF2B5EF4-FFF2-40B4-BE49-F238E27FC236}">
                <a16:creationId xmlns:a16="http://schemas.microsoft.com/office/drawing/2014/main" id="{AC6A01C6-CCA7-C003-F535-4DC711D7B4F0}"/>
              </a:ext>
            </a:extLst>
          </p:cNvPr>
          <p:cNvSpPr>
            <a:spLocks noGrp="1"/>
          </p:cNvSpPr>
          <p:nvPr>
            <p:ph type="body" sz="quarter" idx="14"/>
          </p:nvPr>
        </p:nvSpPr>
        <p:spPr/>
        <p:txBody>
          <a:bodyPr/>
          <a:lstStyle/>
          <a:p>
            <a:endParaRPr lang="en-US"/>
          </a:p>
        </p:txBody>
      </p:sp>
      <p:sp>
        <p:nvSpPr>
          <p:cNvPr id="3" name="Text Placeholder 4">
            <a:extLst>
              <a:ext uri="{FF2B5EF4-FFF2-40B4-BE49-F238E27FC236}">
                <a16:creationId xmlns:a16="http://schemas.microsoft.com/office/drawing/2014/main" id="{2A077965-F858-3B22-2EA7-9944B554754C}"/>
              </a:ext>
            </a:extLst>
          </p:cNvPr>
          <p:cNvSpPr txBox="1">
            <a:spLocks/>
          </p:cNvSpPr>
          <p:nvPr/>
        </p:nvSpPr>
        <p:spPr>
          <a:xfrm>
            <a:off x="1410788" y="5758400"/>
            <a:ext cx="10326032" cy="315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ZA" sz="900" dirty="0">
                <a:solidFill>
                  <a:schemeClr val="tx2"/>
                </a:solidFill>
              </a:rPr>
              <a:t>* </a:t>
            </a:r>
            <a:r>
              <a:rPr lang="en-ZA" sz="900" i="1" dirty="0">
                <a:solidFill>
                  <a:schemeClr val="tx2"/>
                </a:solidFill>
              </a:rPr>
              <a:t>FAIS Representative under supervision</a:t>
            </a:r>
          </a:p>
          <a:p>
            <a:pPr marL="0" indent="0">
              <a:buNone/>
            </a:pPr>
            <a:endParaRPr lang="en-ZA" dirty="0"/>
          </a:p>
        </p:txBody>
      </p:sp>
      <p:graphicFrame>
        <p:nvGraphicFramePr>
          <p:cNvPr id="4" name="Table 6">
            <a:extLst>
              <a:ext uri="{FF2B5EF4-FFF2-40B4-BE49-F238E27FC236}">
                <a16:creationId xmlns:a16="http://schemas.microsoft.com/office/drawing/2014/main" id="{AA2528C4-CC66-12EC-D86F-A71A6302F009}"/>
              </a:ext>
            </a:extLst>
          </p:cNvPr>
          <p:cNvGraphicFramePr>
            <a:graphicFrameLocks noGrp="1"/>
          </p:cNvGraphicFramePr>
          <p:nvPr/>
        </p:nvGraphicFramePr>
        <p:xfrm>
          <a:off x="1410788" y="1696275"/>
          <a:ext cx="9718768" cy="3826949"/>
        </p:xfrm>
        <a:graphic>
          <a:graphicData uri="http://schemas.openxmlformats.org/drawingml/2006/table">
            <a:tbl>
              <a:tblPr firstRow="1" bandRow="1">
                <a:tableStyleId>{69012ECD-51FC-41F1-AA8D-1B2483CD663E}</a:tableStyleId>
              </a:tblPr>
              <a:tblGrid>
                <a:gridCol w="1368688">
                  <a:extLst>
                    <a:ext uri="{9D8B030D-6E8A-4147-A177-3AD203B41FA5}">
                      <a16:colId xmlns:a16="http://schemas.microsoft.com/office/drawing/2014/main" val="2874651017"/>
                    </a:ext>
                  </a:extLst>
                </a:gridCol>
                <a:gridCol w="1670016">
                  <a:extLst>
                    <a:ext uri="{9D8B030D-6E8A-4147-A177-3AD203B41FA5}">
                      <a16:colId xmlns:a16="http://schemas.microsoft.com/office/drawing/2014/main" val="2589114183"/>
                    </a:ext>
                  </a:extLst>
                </a:gridCol>
                <a:gridCol w="1670016">
                  <a:extLst>
                    <a:ext uri="{9D8B030D-6E8A-4147-A177-3AD203B41FA5}">
                      <a16:colId xmlns:a16="http://schemas.microsoft.com/office/drawing/2014/main" val="1244374454"/>
                    </a:ext>
                  </a:extLst>
                </a:gridCol>
                <a:gridCol w="1670016">
                  <a:extLst>
                    <a:ext uri="{9D8B030D-6E8A-4147-A177-3AD203B41FA5}">
                      <a16:colId xmlns:a16="http://schemas.microsoft.com/office/drawing/2014/main" val="2190200222"/>
                    </a:ext>
                  </a:extLst>
                </a:gridCol>
                <a:gridCol w="1670016">
                  <a:extLst>
                    <a:ext uri="{9D8B030D-6E8A-4147-A177-3AD203B41FA5}">
                      <a16:colId xmlns:a16="http://schemas.microsoft.com/office/drawing/2014/main" val="3852793688"/>
                    </a:ext>
                  </a:extLst>
                </a:gridCol>
                <a:gridCol w="1670016">
                  <a:extLst>
                    <a:ext uri="{9D8B030D-6E8A-4147-A177-3AD203B41FA5}">
                      <a16:colId xmlns:a16="http://schemas.microsoft.com/office/drawing/2014/main" val="1176372346"/>
                    </a:ext>
                  </a:extLst>
                </a:gridCol>
              </a:tblGrid>
              <a:tr h="1095077">
                <a:tc>
                  <a:txBody>
                    <a:bodyPr/>
                    <a:lstStyle/>
                    <a:p>
                      <a:endParaRPr lang="en-ZA" sz="16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solidFill>
                  </a:tcPr>
                </a:tc>
                <a:tc>
                  <a:txBody>
                    <a:bodyPr/>
                    <a:lstStyle/>
                    <a:p>
                      <a:pPr algn="ctr"/>
                      <a:endParaRPr lang="en-ZA" sz="10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solidFill>
                  </a:tcPr>
                </a:tc>
                <a:tc>
                  <a:txBody>
                    <a:bodyPr/>
                    <a:lstStyle/>
                    <a:p>
                      <a:pPr algn="ctr"/>
                      <a:endParaRPr lang="en-ZA" sz="10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solidFill>
                  </a:tcPr>
                </a:tc>
                <a:tc>
                  <a:txBody>
                    <a:bodyPr/>
                    <a:lstStyle/>
                    <a:p>
                      <a:pPr algn="ctr"/>
                      <a:endParaRPr lang="en-ZA" sz="10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solidFill>
                  </a:tcPr>
                </a:tc>
                <a:tc>
                  <a:txBody>
                    <a:bodyPr/>
                    <a:lstStyle/>
                    <a:p>
                      <a:pPr algn="ctr"/>
                      <a:endParaRPr lang="en-ZA" sz="10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solidFill>
                  </a:tcPr>
                </a:tc>
                <a:tc>
                  <a:txBody>
                    <a:bodyPr/>
                    <a:lstStyle/>
                    <a:p>
                      <a:pPr algn="ctr"/>
                      <a:endParaRPr lang="en-ZA" sz="10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solidFill>
                  </a:tcPr>
                </a:tc>
                <a:extLst>
                  <a:ext uri="{0D108BD9-81ED-4DB2-BD59-A6C34878D82A}">
                    <a16:rowId xmlns:a16="http://schemas.microsoft.com/office/drawing/2014/main" val="3625380314"/>
                  </a:ext>
                </a:extLst>
              </a:tr>
              <a:tr h="508242">
                <a:tc>
                  <a:txBody>
                    <a:bodyPr/>
                    <a:lstStyle/>
                    <a:p>
                      <a:endParaRPr lang="en-ZA" sz="105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D1CCBD"/>
                      </a:solidFill>
                      <a:prstDash val="solid"/>
                      <a:round/>
                      <a:headEnd type="none" w="med" len="med"/>
                      <a:tailEnd type="none" w="med" len="med"/>
                    </a:lnB>
                    <a:solidFill>
                      <a:schemeClr val="accent1"/>
                    </a:solidFill>
                  </a:tcPr>
                </a:tc>
                <a:tc>
                  <a:txBody>
                    <a:bodyPr/>
                    <a:lstStyle/>
                    <a:p>
                      <a:pPr algn="ctr"/>
                      <a:r>
                        <a:rPr lang="en-ZA" sz="1200" b="1" dirty="0">
                          <a:solidFill>
                            <a:schemeClr val="bg1"/>
                          </a:solidFill>
                        </a:rPr>
                        <a:t>Seeiso Matlanyane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D1CCBD"/>
                      </a:solidFill>
                      <a:prstDash val="solid"/>
                      <a:round/>
                      <a:headEnd type="none" w="med" len="med"/>
                      <a:tailEnd type="none" w="med" len="med"/>
                    </a:lnB>
                    <a:solidFill>
                      <a:schemeClr val="accent1"/>
                    </a:solidFill>
                  </a:tcPr>
                </a:tc>
                <a:tc>
                  <a:txBody>
                    <a:bodyPr/>
                    <a:lstStyle/>
                    <a:p>
                      <a:pPr algn="ctr"/>
                      <a:r>
                        <a:rPr lang="en-ZA" sz="1200" b="1" dirty="0">
                          <a:solidFill>
                            <a:schemeClr val="bg1"/>
                          </a:solidFill>
                        </a:rPr>
                        <a:t>Romelon Chetty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D1CCBD"/>
                      </a:solidFill>
                      <a:prstDash val="solid"/>
                      <a:round/>
                      <a:headEnd type="none" w="med" len="med"/>
                      <a:tailEnd type="none" w="med" len="med"/>
                    </a:lnB>
                    <a:solidFill>
                      <a:schemeClr val="accent1"/>
                    </a:solidFill>
                  </a:tcPr>
                </a:tc>
                <a:tc>
                  <a:txBody>
                    <a:bodyPr/>
                    <a:lstStyle/>
                    <a:p>
                      <a:pPr algn="ctr"/>
                      <a:r>
                        <a:rPr lang="en-ZA" sz="1200" b="1" dirty="0">
                          <a:solidFill>
                            <a:schemeClr val="bg1"/>
                          </a:solidFill>
                        </a:rPr>
                        <a:t>Ashleigh Allan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D1CCBD"/>
                      </a:solidFill>
                      <a:prstDash val="solid"/>
                      <a:round/>
                      <a:headEnd type="none" w="med" len="med"/>
                      <a:tailEnd type="none" w="med" len="med"/>
                    </a:lnB>
                    <a:solidFill>
                      <a:schemeClr val="accent1"/>
                    </a:solidFill>
                  </a:tcPr>
                </a:tc>
                <a:tc>
                  <a:txBody>
                    <a:bodyPr/>
                    <a:lstStyle/>
                    <a:p>
                      <a:pPr algn="ctr"/>
                      <a:r>
                        <a:rPr lang="en-ZA" sz="1200" b="1" dirty="0">
                          <a:solidFill>
                            <a:schemeClr val="bg1"/>
                          </a:solidFill>
                        </a:rPr>
                        <a:t>Dimpho Sekhaolelo</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D1CCBD"/>
                      </a:solidFill>
                      <a:prstDash val="solid"/>
                      <a:round/>
                      <a:headEnd type="none" w="med" len="med"/>
                      <a:tailEnd type="none" w="med" len="med"/>
                    </a:lnB>
                    <a:solidFill>
                      <a:schemeClr val="accent1"/>
                    </a:solidFill>
                  </a:tcPr>
                </a:tc>
                <a:tc>
                  <a:txBody>
                    <a:bodyPr/>
                    <a:lstStyle/>
                    <a:p>
                      <a:pPr algn="ctr"/>
                      <a:r>
                        <a:rPr lang="en-ZA" sz="1200" b="1" dirty="0">
                          <a:solidFill>
                            <a:schemeClr val="bg1"/>
                          </a:solidFill>
                        </a:rPr>
                        <a:t>Nicholas de Clercq*</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D1CCBD"/>
                      </a:solidFill>
                      <a:prstDash val="solid"/>
                      <a:round/>
                      <a:headEnd type="none" w="med" len="med"/>
                      <a:tailEnd type="none" w="med" len="med"/>
                    </a:lnB>
                    <a:solidFill>
                      <a:schemeClr val="accent1"/>
                    </a:solidFill>
                  </a:tcPr>
                </a:tc>
                <a:extLst>
                  <a:ext uri="{0D108BD9-81ED-4DB2-BD59-A6C34878D82A}">
                    <a16:rowId xmlns:a16="http://schemas.microsoft.com/office/drawing/2014/main" val="1508550834"/>
                  </a:ext>
                </a:extLst>
              </a:tr>
              <a:tr h="916729">
                <a:tc>
                  <a:txBody>
                    <a:bodyPr/>
                    <a:lstStyle/>
                    <a:p>
                      <a:r>
                        <a:rPr lang="en-ZA" sz="1100" b="1" dirty="0">
                          <a:solidFill>
                            <a:schemeClr val="tx2"/>
                          </a:solidFill>
                        </a:rPr>
                        <a:t>Qualification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100" dirty="0">
                          <a:solidFill>
                            <a:schemeClr val="tx2"/>
                          </a:solidFill>
                        </a:rPr>
                        <a:t>BBusSc Economics, FRM, CAIA, CFA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100" kern="1200" dirty="0">
                          <a:solidFill>
                            <a:schemeClr val="tx2"/>
                          </a:solidFill>
                          <a:latin typeface="+mn-lt"/>
                          <a:ea typeface="+mn-ea"/>
                          <a:cs typeface="+mn-cs"/>
                        </a:rPr>
                        <a:t>BBusSc Analytics, FRM</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100" kern="1200" dirty="0">
                          <a:solidFill>
                            <a:schemeClr val="tx2"/>
                          </a:solidFill>
                          <a:latin typeface="+mn-lt"/>
                          <a:ea typeface="+mn-ea"/>
                          <a:cs typeface="+mn-cs"/>
                        </a:rPr>
                        <a:t>BCom Investment Management, BCom (Hons) Financial Planning, Adv Dip Financial Markets, Adv Cert in Management Practice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100" kern="1200" dirty="0">
                          <a:solidFill>
                            <a:schemeClr val="tx2"/>
                          </a:solidFill>
                          <a:latin typeface="+mn-lt"/>
                          <a:ea typeface="+mn-ea"/>
                          <a:cs typeface="+mn-cs"/>
                        </a:rPr>
                        <a:t>BSc Mathematical Statistics, MBA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100" kern="1200" dirty="0">
                          <a:solidFill>
                            <a:schemeClr val="tx2"/>
                          </a:solidFill>
                          <a:latin typeface="+mn-lt"/>
                          <a:ea typeface="+mn-ea"/>
                          <a:cs typeface="+mn-cs"/>
                        </a:rPr>
                        <a:t>BCom (Hons) Actuarial Science, CQF</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extLst>
                  <a:ext uri="{0D108BD9-81ED-4DB2-BD59-A6C34878D82A}">
                    <a16:rowId xmlns:a16="http://schemas.microsoft.com/office/drawing/2014/main" val="3182125889"/>
                  </a:ext>
                </a:extLst>
              </a:tr>
              <a:tr h="444904">
                <a:tc>
                  <a:txBody>
                    <a:bodyPr/>
                    <a:lstStyle/>
                    <a:p>
                      <a:r>
                        <a:rPr lang="en-ZA" sz="1100" b="1" dirty="0">
                          <a:solidFill>
                            <a:schemeClr val="tx2"/>
                          </a:solidFill>
                        </a:rPr>
                        <a:t>Industry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100" dirty="0">
                          <a:solidFill>
                            <a:schemeClr val="tx2"/>
                          </a:solidFill>
                        </a:rPr>
                        <a:t>11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100" kern="1200" dirty="0">
                          <a:solidFill>
                            <a:schemeClr val="tx2"/>
                          </a:solidFill>
                          <a:latin typeface="+mn-lt"/>
                          <a:ea typeface="+mn-ea"/>
                          <a:cs typeface="+mn-cs"/>
                        </a:rPr>
                        <a:t>7</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100" dirty="0">
                          <a:solidFill>
                            <a:schemeClr val="tx2"/>
                          </a:solidFill>
                        </a:rPr>
                        <a:t>16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100" dirty="0">
                          <a:solidFill>
                            <a:schemeClr val="tx2"/>
                          </a:solidFill>
                        </a:rPr>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100" dirty="0">
                          <a:solidFill>
                            <a:schemeClr val="tx2"/>
                          </a:solidFill>
                        </a:rPr>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extLst>
                  <a:ext uri="{0D108BD9-81ED-4DB2-BD59-A6C34878D82A}">
                    <a16:rowId xmlns:a16="http://schemas.microsoft.com/office/drawing/2014/main" val="2136192071"/>
                  </a:ext>
                </a:extLst>
              </a:tr>
              <a:tr h="513806">
                <a:tc>
                  <a:txBody>
                    <a:bodyPr/>
                    <a:lstStyle/>
                    <a:p>
                      <a:r>
                        <a:rPr lang="en-ZA" sz="1100" b="1" dirty="0">
                          <a:solidFill>
                            <a:schemeClr val="tx2"/>
                          </a:solidFill>
                        </a:rPr>
                        <a:t>Title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100" dirty="0">
                          <a:solidFill>
                            <a:schemeClr val="tx2"/>
                          </a:solidFill>
                        </a:rPr>
                        <a:t>Head of Equities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100" kern="1200" dirty="0">
                          <a:solidFill>
                            <a:schemeClr val="tx2"/>
                          </a:solidFill>
                          <a:latin typeface="+mn-lt"/>
                          <a:ea typeface="+mn-ea"/>
                          <a:cs typeface="+mn-cs"/>
                        </a:rPr>
                        <a:t>Portfolio Manager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100" kern="1200" dirty="0">
                          <a:solidFill>
                            <a:schemeClr val="tx2"/>
                          </a:solidFill>
                          <a:latin typeface="+mn-lt"/>
                          <a:ea typeface="+mn-ea"/>
                          <a:cs typeface="+mn-cs"/>
                        </a:rPr>
                        <a:t>Trader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100" kern="1200" dirty="0">
                          <a:solidFill>
                            <a:schemeClr val="tx2"/>
                          </a:solidFill>
                          <a:latin typeface="+mn-lt"/>
                          <a:ea typeface="+mn-ea"/>
                          <a:cs typeface="+mn-cs"/>
                        </a:rPr>
                        <a:t>Quantitative Analyst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100" kern="1200" dirty="0">
                          <a:solidFill>
                            <a:schemeClr val="tx2"/>
                          </a:solidFill>
                          <a:latin typeface="+mn-lt"/>
                          <a:ea typeface="+mn-ea"/>
                          <a:cs typeface="+mn-cs"/>
                        </a:rPr>
                        <a:t>Quantitative Analyst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extLst>
                  <a:ext uri="{0D108BD9-81ED-4DB2-BD59-A6C34878D82A}">
                    <a16:rowId xmlns:a16="http://schemas.microsoft.com/office/drawing/2014/main" val="1490504647"/>
                  </a:ext>
                </a:extLst>
              </a:tr>
            </a:tbl>
          </a:graphicData>
        </a:graphic>
      </p:graphicFrame>
      <p:sp>
        <p:nvSpPr>
          <p:cNvPr id="5" name="Rectangle: Single Corner Snipped 4">
            <a:extLst>
              <a:ext uri="{FF2B5EF4-FFF2-40B4-BE49-F238E27FC236}">
                <a16:creationId xmlns:a16="http://schemas.microsoft.com/office/drawing/2014/main" id="{E35BF05C-2AD3-3801-A886-2AE6FF1AFAA3}"/>
              </a:ext>
            </a:extLst>
          </p:cNvPr>
          <p:cNvSpPr/>
          <p:nvPr/>
        </p:nvSpPr>
        <p:spPr>
          <a:xfrm>
            <a:off x="4654879" y="1787101"/>
            <a:ext cx="1084599" cy="1085821"/>
          </a:xfrm>
          <a:prstGeom prst="snip1Rect">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Single Corner Snipped 5">
            <a:extLst>
              <a:ext uri="{FF2B5EF4-FFF2-40B4-BE49-F238E27FC236}">
                <a16:creationId xmlns:a16="http://schemas.microsoft.com/office/drawing/2014/main" id="{6463ECB9-5ABE-CEBE-3A89-5DE84220ECEF}"/>
              </a:ext>
            </a:extLst>
          </p:cNvPr>
          <p:cNvSpPr/>
          <p:nvPr/>
        </p:nvSpPr>
        <p:spPr>
          <a:xfrm>
            <a:off x="6427319" y="1810999"/>
            <a:ext cx="1084599" cy="1085821"/>
          </a:xfrm>
          <a:prstGeom prst="snip1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Single Corner Snipped 10">
            <a:extLst>
              <a:ext uri="{FF2B5EF4-FFF2-40B4-BE49-F238E27FC236}">
                <a16:creationId xmlns:a16="http://schemas.microsoft.com/office/drawing/2014/main" id="{DC244ACC-30A7-AD95-8A5C-DF288BAC6B96}"/>
              </a:ext>
            </a:extLst>
          </p:cNvPr>
          <p:cNvSpPr/>
          <p:nvPr/>
        </p:nvSpPr>
        <p:spPr>
          <a:xfrm>
            <a:off x="8002601" y="1787100"/>
            <a:ext cx="1084599" cy="1085821"/>
          </a:xfrm>
          <a:prstGeom prst="snip1Rect">
            <a:avLst/>
          </a:prstGeom>
          <a:blipFill dpi="0" rotWithShape="1">
            <a:blip r:embed="rId4">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Single Corner Snipped 18">
            <a:extLst>
              <a:ext uri="{FF2B5EF4-FFF2-40B4-BE49-F238E27FC236}">
                <a16:creationId xmlns:a16="http://schemas.microsoft.com/office/drawing/2014/main" id="{CBB176D4-42F4-1EDF-111A-827F0CF7EA4C}"/>
              </a:ext>
            </a:extLst>
          </p:cNvPr>
          <p:cNvSpPr/>
          <p:nvPr/>
        </p:nvSpPr>
        <p:spPr>
          <a:xfrm>
            <a:off x="3072680" y="1787101"/>
            <a:ext cx="1084599" cy="1085821"/>
          </a:xfrm>
          <a:prstGeom prst="snip1Rect">
            <a:avLst/>
          </a:prstGeom>
          <a:blipFill dpi="0" rotWithShape="1">
            <a:blip r:embed="rId5">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Single Corner Snipped 19">
            <a:extLst>
              <a:ext uri="{FF2B5EF4-FFF2-40B4-BE49-F238E27FC236}">
                <a16:creationId xmlns:a16="http://schemas.microsoft.com/office/drawing/2014/main" id="{85095318-7FAF-4F1D-06C7-CA6742692011}"/>
              </a:ext>
            </a:extLst>
          </p:cNvPr>
          <p:cNvSpPr/>
          <p:nvPr/>
        </p:nvSpPr>
        <p:spPr>
          <a:xfrm>
            <a:off x="9671410" y="1810999"/>
            <a:ext cx="1084599" cy="1085821"/>
          </a:xfrm>
          <a:prstGeom prst="snip1Rect">
            <a:avLst/>
          </a:prstGeom>
          <a:blipFill dpi="0" rotWithShape="1">
            <a:blip r:embed="rId6">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69712959"/>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par>
                                <p:cTn id="14" presetID="22" presetClass="entr" presetSubtype="8"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left)">
                                      <p:cBhvr>
                                        <p:cTn id="19" dur="500"/>
                                        <p:tgtEl>
                                          <p:spTgt spid="19"/>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left)">
                                      <p:cBhvr>
                                        <p:cTn id="2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1" grpId="0" animBg="1"/>
      <p:bldP spid="19" grpId="0" animBg="1"/>
      <p:bldP spid="2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0BAAC-B757-CB00-6BA1-6D6D3409895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672C0C-AB6E-B166-CD49-2E1EA7D7D381}"/>
              </a:ext>
            </a:extLst>
          </p:cNvPr>
          <p:cNvSpPr>
            <a:spLocks noGrp="1"/>
          </p:cNvSpPr>
          <p:nvPr>
            <p:ph type="sldNum" sz="quarter" idx="4"/>
          </p:nvPr>
        </p:nvSpPr>
        <p:spPr>
          <a:xfrm>
            <a:off x="-1" y="6396981"/>
            <a:ext cx="447675" cy="184666"/>
          </a:xfrm>
        </p:spPr>
        <p:txBody>
          <a:bodyPr/>
          <a:lstStyle/>
          <a:p>
            <a:fld id="{73490A59-D3E2-A64D-A2FA-D689A8266F0F}" type="slidenum">
              <a:rPr lang="en-US" smtClean="0"/>
              <a:pPr/>
              <a:t>5</a:t>
            </a:fld>
            <a:endParaRPr lang="en-US" dirty="0"/>
          </a:p>
        </p:txBody>
      </p:sp>
      <p:sp>
        <p:nvSpPr>
          <p:cNvPr id="6" name="Text Placeholder 5">
            <a:extLst>
              <a:ext uri="{FF2B5EF4-FFF2-40B4-BE49-F238E27FC236}">
                <a16:creationId xmlns:a16="http://schemas.microsoft.com/office/drawing/2014/main" id="{DFB935AD-BF7B-FB3F-EABD-9A7A57DD15CA}"/>
              </a:ext>
            </a:extLst>
          </p:cNvPr>
          <p:cNvSpPr>
            <a:spLocks noGrp="1"/>
          </p:cNvSpPr>
          <p:nvPr>
            <p:ph type="body" sz="quarter" idx="10"/>
          </p:nvPr>
        </p:nvSpPr>
        <p:spPr/>
        <p:txBody>
          <a:bodyPr/>
          <a:lstStyle/>
          <a:p>
            <a:r>
              <a:rPr lang="en-ZA" dirty="0"/>
              <a:t>propositions</a:t>
            </a:r>
          </a:p>
        </p:txBody>
      </p:sp>
      <p:sp>
        <p:nvSpPr>
          <p:cNvPr id="19" name="Text Placeholder 18">
            <a:extLst>
              <a:ext uri="{FF2B5EF4-FFF2-40B4-BE49-F238E27FC236}">
                <a16:creationId xmlns:a16="http://schemas.microsoft.com/office/drawing/2014/main" id="{00F0797A-6453-843A-E05D-2CBD22505FAD}"/>
              </a:ext>
            </a:extLst>
          </p:cNvPr>
          <p:cNvSpPr>
            <a:spLocks noGrp="1"/>
          </p:cNvSpPr>
          <p:nvPr>
            <p:ph type="body" sz="quarter" idx="11"/>
          </p:nvPr>
        </p:nvSpPr>
        <p:spPr>
          <a:xfrm>
            <a:off x="647387" y="903702"/>
            <a:ext cx="9325288" cy="553998"/>
          </a:xfrm>
        </p:spPr>
        <p:txBody>
          <a:bodyPr/>
          <a:lstStyle/>
          <a:p>
            <a:r>
              <a:rPr lang="en-US" dirty="0"/>
              <a:t>Prescient Core Equity Fund Strategies </a:t>
            </a:r>
          </a:p>
        </p:txBody>
      </p:sp>
      <p:graphicFrame>
        <p:nvGraphicFramePr>
          <p:cNvPr id="3" name="Table 2">
            <a:extLst>
              <a:ext uri="{FF2B5EF4-FFF2-40B4-BE49-F238E27FC236}">
                <a16:creationId xmlns:a16="http://schemas.microsoft.com/office/drawing/2014/main" id="{A7770056-1E39-B4ED-EDB6-CC6952E8FB1C}"/>
              </a:ext>
            </a:extLst>
          </p:cNvPr>
          <p:cNvGraphicFramePr>
            <a:graphicFrameLocks noGrp="1"/>
          </p:cNvGraphicFramePr>
          <p:nvPr/>
        </p:nvGraphicFramePr>
        <p:xfrm>
          <a:off x="1320746" y="1841293"/>
          <a:ext cx="5089579" cy="4023801"/>
        </p:xfrm>
        <a:graphic>
          <a:graphicData uri="http://schemas.openxmlformats.org/drawingml/2006/table">
            <a:tbl>
              <a:tblPr firstRow="1" bandRow="1">
                <a:tableStyleId>{69012ECD-51FC-41F1-AA8D-1B2483CD663E}</a:tableStyleId>
              </a:tblPr>
              <a:tblGrid>
                <a:gridCol w="1784404">
                  <a:extLst>
                    <a:ext uri="{9D8B030D-6E8A-4147-A177-3AD203B41FA5}">
                      <a16:colId xmlns:a16="http://schemas.microsoft.com/office/drawing/2014/main" val="2874651017"/>
                    </a:ext>
                  </a:extLst>
                </a:gridCol>
                <a:gridCol w="3305175">
                  <a:extLst>
                    <a:ext uri="{9D8B030D-6E8A-4147-A177-3AD203B41FA5}">
                      <a16:colId xmlns:a16="http://schemas.microsoft.com/office/drawing/2014/main" val="1244374454"/>
                    </a:ext>
                  </a:extLst>
                </a:gridCol>
              </a:tblGrid>
              <a:tr h="535077">
                <a:tc>
                  <a:txBody>
                    <a:bodyPr/>
                    <a:lstStyle/>
                    <a:p>
                      <a:endParaRPr lang="en-ZA" sz="1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D1CCBD"/>
                      </a:solidFill>
                      <a:prstDash val="solid"/>
                      <a:round/>
                      <a:headEnd type="none" w="med" len="med"/>
                      <a:tailEnd type="none" w="med" len="med"/>
                    </a:lnB>
                    <a:solidFill>
                      <a:schemeClr val="tx2"/>
                    </a:solidFill>
                  </a:tcPr>
                </a:tc>
                <a:tc>
                  <a:txBody>
                    <a:bodyPr/>
                    <a:lstStyle/>
                    <a:p>
                      <a:pPr algn="ctr"/>
                      <a:r>
                        <a:rPr lang="en-US" sz="1100" dirty="0"/>
                        <a:t>Prescient Core Equity Fund </a:t>
                      </a:r>
                    </a:p>
                    <a:p>
                      <a:pPr algn="ctr"/>
                      <a:r>
                        <a:rPr lang="en-US" sz="1100" dirty="0"/>
                        <a:t>(multiple indices)</a:t>
                      </a:r>
                      <a:endParaRPr lang="en-ZA" sz="11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solidFill>
                      <a:schemeClr val="tx2"/>
                    </a:solidFill>
                  </a:tcPr>
                </a:tc>
                <a:extLst>
                  <a:ext uri="{0D108BD9-81ED-4DB2-BD59-A6C34878D82A}">
                    <a16:rowId xmlns:a16="http://schemas.microsoft.com/office/drawing/2014/main" val="1508550834"/>
                  </a:ext>
                </a:extLst>
              </a:tr>
              <a:tr h="1240512">
                <a:tc>
                  <a:txBody>
                    <a:bodyPr/>
                    <a:lstStyle/>
                    <a:p>
                      <a:r>
                        <a:rPr lang="en-ZA" sz="1050" b="1" dirty="0">
                          <a:solidFill>
                            <a:schemeClr val="tx2"/>
                          </a:solidFill>
                        </a:rPr>
                        <a:t>Inception dates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050" kern="1200" dirty="0">
                          <a:solidFill>
                            <a:schemeClr val="tx1"/>
                          </a:solidFill>
                          <a:latin typeface="+mn-lt"/>
                          <a:ea typeface="+mn-ea"/>
                          <a:cs typeface="+mn-cs"/>
                        </a:rPr>
                        <a:t>Equity QuantPlus Composite (April 2002)</a:t>
                      </a:r>
                    </a:p>
                    <a:p>
                      <a:pPr marL="0" marR="0" lvl="0" indent="0" algn="ctr" defTabSz="914400" rtl="0" eaLnBrk="1" fontAlgn="auto" latinLnBrk="0" hangingPunct="1">
                        <a:lnSpc>
                          <a:spcPct val="100000"/>
                        </a:lnSpc>
                        <a:spcBef>
                          <a:spcPts val="0"/>
                        </a:spcBef>
                        <a:spcAft>
                          <a:spcPts val="0"/>
                        </a:spcAft>
                        <a:buClrTx/>
                        <a:buSzTx/>
                        <a:buFontTx/>
                        <a:buNone/>
                        <a:tabLst/>
                        <a:defRPr/>
                      </a:pPr>
                      <a:r>
                        <a:rPr lang="en-ZA" sz="1050" kern="1200" dirty="0">
                          <a:solidFill>
                            <a:schemeClr val="tx1"/>
                          </a:solidFill>
                          <a:latin typeface="+mn-lt"/>
                          <a:ea typeface="+mn-ea"/>
                          <a:cs typeface="+mn-cs"/>
                        </a:rPr>
                        <a:t>Enhanced SWIX Composite (September 2014)</a:t>
                      </a:r>
                    </a:p>
                    <a:p>
                      <a:pPr marL="0" marR="0" lvl="0" indent="0" algn="ctr" defTabSz="914400" rtl="0" eaLnBrk="1" fontAlgn="auto" latinLnBrk="0" hangingPunct="1">
                        <a:lnSpc>
                          <a:spcPct val="100000"/>
                        </a:lnSpc>
                        <a:spcBef>
                          <a:spcPts val="0"/>
                        </a:spcBef>
                        <a:spcAft>
                          <a:spcPts val="0"/>
                        </a:spcAft>
                        <a:buClrTx/>
                        <a:buSzTx/>
                        <a:buFontTx/>
                        <a:buNone/>
                        <a:tabLst/>
                        <a:defRPr/>
                      </a:pPr>
                      <a:r>
                        <a:rPr lang="en-ZA" sz="1050" kern="1200" dirty="0">
                          <a:solidFill>
                            <a:schemeClr val="tx1"/>
                          </a:solidFill>
                          <a:latin typeface="+mn-lt"/>
                          <a:ea typeface="+mn-ea"/>
                          <a:cs typeface="+mn-cs"/>
                        </a:rPr>
                        <a:t>Core All Share Composite (January 2020)</a:t>
                      </a:r>
                    </a:p>
                    <a:p>
                      <a:pPr marL="0" marR="0" lvl="0" indent="0" algn="ctr" defTabSz="914400" rtl="0" eaLnBrk="1" fontAlgn="auto" latinLnBrk="0" hangingPunct="1">
                        <a:lnSpc>
                          <a:spcPct val="100000"/>
                        </a:lnSpc>
                        <a:spcBef>
                          <a:spcPts val="0"/>
                        </a:spcBef>
                        <a:spcAft>
                          <a:spcPts val="0"/>
                        </a:spcAft>
                        <a:buClrTx/>
                        <a:buSzTx/>
                        <a:buFontTx/>
                        <a:buNone/>
                        <a:tabLst/>
                        <a:defRPr/>
                      </a:pPr>
                      <a:r>
                        <a:rPr lang="en-ZA" sz="1050" kern="1200" dirty="0">
                          <a:solidFill>
                            <a:schemeClr val="tx1"/>
                          </a:solidFill>
                          <a:latin typeface="+mn-lt"/>
                          <a:ea typeface="+mn-ea"/>
                          <a:cs typeface="+mn-cs"/>
                        </a:rPr>
                        <a:t>General Equity Composite (January 2023)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extLst>
                  <a:ext uri="{0D108BD9-81ED-4DB2-BD59-A6C34878D82A}">
                    <a16:rowId xmlns:a16="http://schemas.microsoft.com/office/drawing/2014/main" val="3424772024"/>
                  </a:ext>
                </a:extLst>
              </a:tr>
              <a:tr h="912830">
                <a:tc>
                  <a:txBody>
                    <a:bodyPr/>
                    <a:lstStyle/>
                    <a:p>
                      <a:r>
                        <a:rPr lang="en-ZA" sz="1050" b="1" dirty="0">
                          <a:solidFill>
                            <a:schemeClr val="tx2"/>
                          </a:solidFill>
                        </a:rPr>
                        <a:t>Benchmark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050" kern="1200" dirty="0">
                          <a:solidFill>
                            <a:schemeClr val="tx1"/>
                          </a:solidFill>
                          <a:latin typeface="+mn-lt"/>
                          <a:ea typeface="+mn-ea"/>
                          <a:cs typeface="+mn-cs"/>
                        </a:rPr>
                        <a:t>FTSE/JSE All Share</a:t>
                      </a:r>
                    </a:p>
                    <a:p>
                      <a:pPr marL="0" marR="0" lvl="0" indent="0" algn="ctr" defTabSz="914400" rtl="0" eaLnBrk="1" fontAlgn="auto" latinLnBrk="0" hangingPunct="1">
                        <a:lnSpc>
                          <a:spcPct val="100000"/>
                        </a:lnSpc>
                        <a:spcBef>
                          <a:spcPts val="0"/>
                        </a:spcBef>
                        <a:spcAft>
                          <a:spcPts val="0"/>
                        </a:spcAft>
                        <a:buClrTx/>
                        <a:buSzTx/>
                        <a:buFontTx/>
                        <a:buNone/>
                        <a:tabLst/>
                        <a:defRPr/>
                      </a:pPr>
                      <a:r>
                        <a:rPr lang="en-ZA" sz="1050" kern="1200" dirty="0">
                          <a:solidFill>
                            <a:schemeClr val="tx1"/>
                          </a:solidFill>
                          <a:latin typeface="+mn-lt"/>
                          <a:ea typeface="+mn-ea"/>
                          <a:cs typeface="+mn-cs"/>
                        </a:rPr>
                        <a:t>FTSE/JSE SWIX</a:t>
                      </a:r>
                    </a:p>
                    <a:p>
                      <a:pPr marL="0" marR="0" lvl="0" indent="0" algn="ctr" defTabSz="914400" rtl="0" eaLnBrk="1" fontAlgn="auto" latinLnBrk="0" hangingPunct="1">
                        <a:lnSpc>
                          <a:spcPct val="100000"/>
                        </a:lnSpc>
                        <a:spcBef>
                          <a:spcPts val="0"/>
                        </a:spcBef>
                        <a:spcAft>
                          <a:spcPts val="0"/>
                        </a:spcAft>
                        <a:buClrTx/>
                        <a:buSzTx/>
                        <a:buFontTx/>
                        <a:buNone/>
                        <a:tabLst/>
                        <a:defRPr/>
                      </a:pPr>
                      <a:r>
                        <a:rPr lang="en-ZA" sz="1050" kern="1200" dirty="0">
                          <a:solidFill>
                            <a:schemeClr val="tx1"/>
                          </a:solidFill>
                          <a:latin typeface="+mn-lt"/>
                          <a:ea typeface="+mn-ea"/>
                          <a:cs typeface="+mn-cs"/>
                        </a:rPr>
                        <a:t>FTSE/JSE Capped SWIX</a:t>
                      </a:r>
                    </a:p>
                    <a:p>
                      <a:pPr marL="0" marR="0" lvl="0" indent="0" algn="ctr" defTabSz="914400" rtl="0" eaLnBrk="1" fontAlgn="auto" latinLnBrk="0" hangingPunct="1">
                        <a:lnSpc>
                          <a:spcPct val="100000"/>
                        </a:lnSpc>
                        <a:spcBef>
                          <a:spcPts val="0"/>
                        </a:spcBef>
                        <a:spcAft>
                          <a:spcPts val="0"/>
                        </a:spcAft>
                        <a:buClrTx/>
                        <a:buSzTx/>
                        <a:buFontTx/>
                        <a:buNone/>
                        <a:tabLst/>
                        <a:defRPr/>
                      </a:pPr>
                      <a:r>
                        <a:rPr lang="en-ZA" sz="1050" kern="1200" dirty="0">
                          <a:solidFill>
                            <a:schemeClr val="tx1"/>
                          </a:solidFill>
                          <a:latin typeface="+mn-lt"/>
                          <a:ea typeface="+mn-ea"/>
                          <a:cs typeface="+mn-cs"/>
                        </a:rPr>
                        <a:t>FTSE/JSE Top40</a:t>
                      </a:r>
                    </a:p>
                    <a:p>
                      <a:pPr marL="0" marR="0" lvl="0" indent="0" algn="ctr" defTabSz="914400" rtl="0" eaLnBrk="1" fontAlgn="auto" latinLnBrk="0" hangingPunct="1">
                        <a:lnSpc>
                          <a:spcPct val="100000"/>
                        </a:lnSpc>
                        <a:spcBef>
                          <a:spcPts val="0"/>
                        </a:spcBef>
                        <a:spcAft>
                          <a:spcPts val="0"/>
                        </a:spcAft>
                        <a:buClrTx/>
                        <a:buSzTx/>
                        <a:buFontTx/>
                        <a:buNone/>
                        <a:tabLst/>
                        <a:defRPr/>
                      </a:pPr>
                      <a:r>
                        <a:rPr lang="en-ZA" sz="1050" kern="1200" dirty="0">
                          <a:solidFill>
                            <a:schemeClr val="tx1"/>
                          </a:solidFill>
                          <a:latin typeface="+mn-lt"/>
                          <a:ea typeface="+mn-ea"/>
                          <a:cs typeface="+mn-cs"/>
                        </a:rPr>
                        <a:t>(ASISA) General Equity Category Average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extLst>
                  <a:ext uri="{0D108BD9-81ED-4DB2-BD59-A6C34878D82A}">
                    <a16:rowId xmlns:a16="http://schemas.microsoft.com/office/drawing/2014/main" val="3182125889"/>
                  </a:ext>
                </a:extLst>
              </a:tr>
              <a:tr h="481570">
                <a:tc>
                  <a:txBody>
                    <a:bodyPr/>
                    <a:lstStyle/>
                    <a:p>
                      <a:r>
                        <a:rPr lang="en-ZA" sz="1050" b="1" dirty="0">
                          <a:solidFill>
                            <a:schemeClr val="tx2"/>
                          </a:solidFill>
                        </a:rPr>
                        <a:t>Opportunity set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050" dirty="0">
                          <a:solidFill>
                            <a:schemeClr val="tx1"/>
                          </a:solidFill>
                        </a:rPr>
                        <a:t>Listed equities, Price futures, Total return futures, Total return swaps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extLst>
                  <a:ext uri="{0D108BD9-81ED-4DB2-BD59-A6C34878D82A}">
                    <a16:rowId xmlns:a16="http://schemas.microsoft.com/office/drawing/2014/main" val="2136192071"/>
                  </a:ext>
                </a:extLst>
              </a:tr>
              <a:tr h="257465">
                <a:tc>
                  <a:txBody>
                    <a:bodyPr/>
                    <a:lstStyle/>
                    <a:p>
                      <a:r>
                        <a:rPr lang="en-ZA" sz="1050" b="1" dirty="0">
                          <a:solidFill>
                            <a:schemeClr val="tx2"/>
                          </a:solidFill>
                        </a:rPr>
                        <a:t>Risk tolerance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050" kern="1200" dirty="0">
                          <a:solidFill>
                            <a:schemeClr val="tx1"/>
                          </a:solidFill>
                          <a:latin typeface="+mn-lt"/>
                          <a:ea typeface="+mn-ea"/>
                          <a:cs typeface="+mn-cs"/>
                        </a:rPr>
                        <a:t>High</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extLst>
                  <a:ext uri="{0D108BD9-81ED-4DB2-BD59-A6C34878D82A}">
                    <a16:rowId xmlns:a16="http://schemas.microsoft.com/office/drawing/2014/main" val="1490504647"/>
                  </a:ext>
                </a:extLst>
              </a:tr>
              <a:tr h="257465">
                <a:tc>
                  <a:txBody>
                    <a:bodyPr/>
                    <a:lstStyle/>
                    <a:p>
                      <a:r>
                        <a:rPr lang="en-ZA" sz="1050" b="1" dirty="0">
                          <a:solidFill>
                            <a:schemeClr val="tx2"/>
                          </a:solidFill>
                        </a:rPr>
                        <a:t>Information ratio</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050" dirty="0">
                          <a:solidFill>
                            <a:schemeClr val="tx1"/>
                          </a:solidFill>
                        </a:rPr>
                        <a:t>~1.0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extLst>
                  <a:ext uri="{0D108BD9-81ED-4DB2-BD59-A6C34878D82A}">
                    <a16:rowId xmlns:a16="http://schemas.microsoft.com/office/drawing/2014/main" val="1239673497"/>
                  </a:ext>
                </a:extLst>
              </a:tr>
              <a:tr h="338882">
                <a:tc>
                  <a:txBody>
                    <a:bodyPr/>
                    <a:lstStyle/>
                    <a:p>
                      <a:r>
                        <a:rPr lang="en-ZA" sz="1050" b="1" dirty="0">
                          <a:solidFill>
                            <a:schemeClr val="tx2"/>
                          </a:solidFill>
                        </a:rPr>
                        <a:t>Regulation Compliance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050" dirty="0"/>
                        <a:t>CISCA and Reg 28</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extLst>
                  <a:ext uri="{0D108BD9-81ED-4DB2-BD59-A6C34878D82A}">
                    <a16:rowId xmlns:a16="http://schemas.microsoft.com/office/drawing/2014/main" val="482356994"/>
                  </a:ext>
                </a:extLst>
              </a:tr>
            </a:tbl>
          </a:graphicData>
        </a:graphic>
      </p:graphicFrame>
      <p:sp>
        <p:nvSpPr>
          <p:cNvPr id="4" name="Rectangle: Single Corner Snipped 3">
            <a:extLst>
              <a:ext uri="{FF2B5EF4-FFF2-40B4-BE49-F238E27FC236}">
                <a16:creationId xmlns:a16="http://schemas.microsoft.com/office/drawing/2014/main" id="{9DFCFBAB-FC1D-A85D-1248-A29DEF368D54}"/>
              </a:ext>
            </a:extLst>
          </p:cNvPr>
          <p:cNvSpPr/>
          <p:nvPr/>
        </p:nvSpPr>
        <p:spPr>
          <a:xfrm flipH="1">
            <a:off x="7334250" y="1841293"/>
            <a:ext cx="4333873" cy="1942439"/>
          </a:xfrm>
          <a:prstGeom prst="snip1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050" b="0" i="0" u="none" strike="noStrike" kern="1200" cap="none" spc="0" normalizeH="0" baseline="0" noProof="0" dirty="0">
                <a:ln>
                  <a:noFill/>
                </a:ln>
                <a:solidFill>
                  <a:srgbClr val="FFFFFF"/>
                </a:solidFill>
                <a:effectLst/>
                <a:uLnTx/>
                <a:uFillTx/>
                <a:latin typeface="Arial" panose="020B0604020202020204"/>
                <a:ea typeface="+mn-ea"/>
                <a:cs typeface="+mn-cs"/>
              </a:rPr>
              <a:t>The </a:t>
            </a:r>
            <a:r>
              <a:rPr kumimoji="0" lang="en-ZA" sz="1050" b="0" i="0" u="none" strike="noStrike" kern="1200" cap="none" spc="0" normalizeH="0" baseline="0" noProof="0" dirty="0">
                <a:ln>
                  <a:noFill/>
                </a:ln>
                <a:solidFill>
                  <a:schemeClr val="accent2"/>
                </a:solidFill>
                <a:effectLst/>
                <a:uLnTx/>
                <a:uFillTx/>
                <a:latin typeface="Arial" panose="020B0604020202020204"/>
                <a:ea typeface="+mn-ea"/>
                <a:cs typeface="+mn-cs"/>
              </a:rPr>
              <a:t>Core Equity strategy </a:t>
            </a:r>
            <a:r>
              <a:rPr kumimoji="0" lang="en-ZA" sz="1050" b="0" i="0" u="none" strike="noStrike" kern="1200" cap="none" spc="0" normalizeH="0" baseline="0" noProof="0" dirty="0">
                <a:ln>
                  <a:noFill/>
                </a:ln>
                <a:solidFill>
                  <a:srgbClr val="FFFFFF"/>
                </a:solidFill>
                <a:effectLst/>
                <a:uLnTx/>
                <a:uFillTx/>
                <a:latin typeface="Arial" panose="020B0604020202020204"/>
                <a:ea typeface="+mn-ea"/>
                <a:cs typeface="+mn-cs"/>
              </a:rPr>
              <a:t>offers a suite of funds which follow an Enhanced Indexation investment process designed to closely track the performance of the benchmark index while systematically generating modest but consistent outperformance to offset the cost of implementation and generate above benchmark performance, after fees. </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050" dirty="0">
              <a:solidFill>
                <a:srgbClr val="FFFFFF"/>
              </a:solidFill>
              <a:latin typeface="Arial" panose="020B0604020202020204"/>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050" b="0" i="0" u="none" strike="noStrike" kern="1200" cap="none" spc="0" normalizeH="0" baseline="0" noProof="0" dirty="0">
                <a:ln>
                  <a:noFill/>
                </a:ln>
                <a:solidFill>
                  <a:srgbClr val="FFFFFF"/>
                </a:solidFill>
                <a:effectLst/>
                <a:uLnTx/>
                <a:uFillTx/>
                <a:latin typeface="Arial" panose="020B0604020202020204"/>
                <a:ea typeface="+mn-ea"/>
                <a:cs typeface="+mn-cs"/>
              </a:rPr>
              <a:t>Prescient employs quantitative indexation techniques to replicate the constituents and performance of a target benchmark index whilst applying low risk return enhancement strategies to generate small, yet reliable alpha over the benchmark</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05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Single Corner Snipped 4">
            <a:extLst>
              <a:ext uri="{FF2B5EF4-FFF2-40B4-BE49-F238E27FC236}">
                <a16:creationId xmlns:a16="http://schemas.microsoft.com/office/drawing/2014/main" id="{28E38CBD-2C42-4639-7949-444733427F6C}"/>
              </a:ext>
            </a:extLst>
          </p:cNvPr>
          <p:cNvSpPr/>
          <p:nvPr/>
        </p:nvSpPr>
        <p:spPr>
          <a:xfrm flipH="1">
            <a:off x="7334250" y="3848760"/>
            <a:ext cx="4333875" cy="1942439"/>
          </a:xfrm>
          <a:prstGeom prst="snip1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050" b="0" i="0" u="none" strike="noStrike" kern="1200" cap="none" spc="0" normalizeH="0" baseline="0" noProof="0" dirty="0">
                <a:ln>
                  <a:noFill/>
                </a:ln>
                <a:solidFill>
                  <a:srgbClr val="FFFFFF"/>
                </a:solidFill>
                <a:effectLst/>
                <a:uLnTx/>
                <a:uFillTx/>
                <a:latin typeface="Arial" panose="020B0604020202020204"/>
                <a:ea typeface="+mn-ea"/>
                <a:cs typeface="+mn-cs"/>
              </a:rPr>
              <a:t>The </a:t>
            </a:r>
            <a:r>
              <a:rPr lang="en-ZA" sz="1050" dirty="0">
                <a:solidFill>
                  <a:schemeClr val="accent2"/>
                </a:solidFill>
                <a:latin typeface="Arial" panose="020B0604020202020204"/>
              </a:rPr>
              <a:t>General Equity </a:t>
            </a:r>
            <a:r>
              <a:rPr kumimoji="0" lang="en-ZA" sz="1050" b="0" i="0" u="none" strike="noStrike" kern="1200" cap="none" spc="0" normalizeH="0" baseline="0" noProof="0" dirty="0">
                <a:ln>
                  <a:noFill/>
                </a:ln>
                <a:solidFill>
                  <a:schemeClr val="accent2"/>
                </a:solidFill>
                <a:effectLst/>
                <a:uLnTx/>
                <a:uFillTx/>
                <a:latin typeface="Arial" panose="020B0604020202020204"/>
                <a:ea typeface="+mn-ea"/>
                <a:cs typeface="+mn-cs"/>
              </a:rPr>
              <a:t>strategy </a:t>
            </a:r>
            <a:r>
              <a:rPr kumimoji="0" lang="en-ZA" sz="1050" b="0" i="0" u="none" strike="noStrike" kern="1200" cap="none" spc="0" normalizeH="0" baseline="0" noProof="0" dirty="0">
                <a:ln>
                  <a:noFill/>
                </a:ln>
                <a:solidFill>
                  <a:srgbClr val="FFFFFF"/>
                </a:solidFill>
                <a:effectLst/>
                <a:uLnTx/>
                <a:uFillTx/>
                <a:latin typeface="Arial" panose="020B0604020202020204"/>
                <a:ea typeface="+mn-ea"/>
                <a:cs typeface="+mn-cs"/>
              </a:rPr>
              <a:t>has been created as a solution for investors seeking consistent, above average returns relative to the general equity market. The Strategy is also an ideal building block for peer cognisant balanced funds.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05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050" b="0" i="0" u="none" strike="noStrike" kern="1200" cap="none" spc="0" normalizeH="0" baseline="0" noProof="0" dirty="0">
                <a:ln>
                  <a:noFill/>
                </a:ln>
                <a:solidFill>
                  <a:srgbClr val="FFFFFF"/>
                </a:solidFill>
                <a:effectLst/>
                <a:uLnTx/>
                <a:uFillTx/>
                <a:latin typeface="Arial" panose="020B0604020202020204"/>
                <a:ea typeface="+mn-ea"/>
                <a:cs typeface="+mn-cs"/>
              </a:rPr>
              <a:t>The Strategy is designed to systematically determine the average exposures of all the funds within the South African General Equity category using robust quantitative methods before actively employing an enhanced indexation process to deliver superior risk adjusted returns.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05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4288848758"/>
      </p:ext>
    </p:extLst>
  </p:cSld>
  <p:clrMapOvr>
    <a:masterClrMapping/>
  </p:clrMapOvr>
  <p:transition spd="slow">
    <p:wipe dir="r"/>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8A0BAAC-B757-CB00-6BA1-6D6D3409895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672C0C-AB6E-B166-CD49-2E1EA7D7D381}"/>
              </a:ext>
            </a:extLst>
          </p:cNvPr>
          <p:cNvSpPr>
            <a:spLocks noGrp="1"/>
          </p:cNvSpPr>
          <p:nvPr>
            <p:ph type="sldNum" sz="quarter" idx="4"/>
          </p:nvPr>
        </p:nvSpPr>
        <p:spPr>
          <a:xfrm>
            <a:off x="-1" y="6396981"/>
            <a:ext cx="447675" cy="184666"/>
          </a:xfrm>
        </p:spPr>
        <p:txBody>
          <a:bodyPr/>
          <a:lstStyle/>
          <a:p>
            <a:fld id="{73490A59-D3E2-A64D-A2FA-D689A8266F0F}" type="slidenum">
              <a:rPr lang="en-US" smtClean="0"/>
              <a:pPr/>
              <a:t>6</a:t>
            </a:fld>
            <a:endParaRPr lang="en-US" dirty="0"/>
          </a:p>
        </p:txBody>
      </p:sp>
      <p:sp>
        <p:nvSpPr>
          <p:cNvPr id="6" name="Text Placeholder 5">
            <a:extLst>
              <a:ext uri="{FF2B5EF4-FFF2-40B4-BE49-F238E27FC236}">
                <a16:creationId xmlns:a16="http://schemas.microsoft.com/office/drawing/2014/main" id="{DFB935AD-BF7B-FB3F-EABD-9A7A57DD15CA}"/>
              </a:ext>
            </a:extLst>
          </p:cNvPr>
          <p:cNvSpPr>
            <a:spLocks noGrp="1"/>
          </p:cNvSpPr>
          <p:nvPr>
            <p:ph type="body" sz="quarter" idx="10"/>
          </p:nvPr>
        </p:nvSpPr>
        <p:spPr/>
        <p:txBody>
          <a:bodyPr/>
          <a:lstStyle/>
          <a:p>
            <a:r>
              <a:rPr lang="en-ZA" dirty="0"/>
              <a:t>proposition</a:t>
            </a:r>
          </a:p>
        </p:txBody>
      </p:sp>
      <p:sp>
        <p:nvSpPr>
          <p:cNvPr id="19" name="Text Placeholder 18">
            <a:extLst>
              <a:ext uri="{FF2B5EF4-FFF2-40B4-BE49-F238E27FC236}">
                <a16:creationId xmlns:a16="http://schemas.microsoft.com/office/drawing/2014/main" id="{00F0797A-6453-843A-E05D-2CBD22505FAD}"/>
              </a:ext>
            </a:extLst>
          </p:cNvPr>
          <p:cNvSpPr>
            <a:spLocks noGrp="1"/>
          </p:cNvSpPr>
          <p:nvPr>
            <p:ph type="body" sz="quarter" idx="11"/>
          </p:nvPr>
        </p:nvSpPr>
        <p:spPr>
          <a:xfrm>
            <a:off x="647387" y="903702"/>
            <a:ext cx="11269958" cy="553998"/>
          </a:xfrm>
        </p:spPr>
        <p:txBody>
          <a:bodyPr/>
          <a:lstStyle/>
          <a:p>
            <a:r>
              <a:rPr lang="en-US" dirty="0"/>
              <a:t>Prescient Core Global Equity Fund</a:t>
            </a:r>
            <a:endParaRPr lang="en-ZA" dirty="0"/>
          </a:p>
        </p:txBody>
      </p:sp>
      <p:graphicFrame>
        <p:nvGraphicFramePr>
          <p:cNvPr id="3" name="Table 2">
            <a:extLst>
              <a:ext uri="{FF2B5EF4-FFF2-40B4-BE49-F238E27FC236}">
                <a16:creationId xmlns:a16="http://schemas.microsoft.com/office/drawing/2014/main" id="{A7770056-1E39-B4ED-EDB6-CC6952E8FB1C}"/>
              </a:ext>
            </a:extLst>
          </p:cNvPr>
          <p:cNvGraphicFramePr>
            <a:graphicFrameLocks noGrp="1"/>
          </p:cNvGraphicFramePr>
          <p:nvPr/>
        </p:nvGraphicFramePr>
        <p:xfrm>
          <a:off x="647387" y="2047847"/>
          <a:ext cx="6466846" cy="3829468"/>
        </p:xfrm>
        <a:graphic>
          <a:graphicData uri="http://schemas.openxmlformats.org/drawingml/2006/table">
            <a:tbl>
              <a:tblPr firstRow="1" bandRow="1">
                <a:tableStyleId>{69012ECD-51FC-41F1-AA8D-1B2483CD663E}</a:tableStyleId>
              </a:tblPr>
              <a:tblGrid>
                <a:gridCol w="2136305">
                  <a:extLst>
                    <a:ext uri="{9D8B030D-6E8A-4147-A177-3AD203B41FA5}">
                      <a16:colId xmlns:a16="http://schemas.microsoft.com/office/drawing/2014/main" val="2874651017"/>
                    </a:ext>
                  </a:extLst>
                </a:gridCol>
                <a:gridCol w="4330541">
                  <a:extLst>
                    <a:ext uri="{9D8B030D-6E8A-4147-A177-3AD203B41FA5}">
                      <a16:colId xmlns:a16="http://schemas.microsoft.com/office/drawing/2014/main" val="1244374454"/>
                    </a:ext>
                  </a:extLst>
                </a:gridCol>
              </a:tblGrid>
              <a:tr h="504950">
                <a:tc>
                  <a:txBody>
                    <a:bodyPr/>
                    <a:lstStyle/>
                    <a:p>
                      <a:endParaRPr lang="en-ZA" sz="1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D1CCBD"/>
                      </a:solidFill>
                      <a:prstDash val="solid"/>
                      <a:round/>
                      <a:headEnd type="none" w="med" len="med"/>
                      <a:tailEnd type="none" w="med" len="med"/>
                    </a:lnB>
                    <a:solidFill>
                      <a:schemeClr val="tx2"/>
                    </a:solidFill>
                  </a:tcPr>
                </a:tc>
                <a:tc>
                  <a:txBody>
                    <a:bodyPr/>
                    <a:lstStyle/>
                    <a:p>
                      <a:pPr algn="ctr"/>
                      <a:r>
                        <a:rPr lang="en-US" sz="1200" dirty="0"/>
                        <a:t>Prescient Core Global Equity Fund</a:t>
                      </a:r>
                      <a:endParaRPr lang="en-ZA"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solidFill>
                      <a:schemeClr val="tx2"/>
                    </a:solidFill>
                  </a:tcPr>
                </a:tc>
                <a:extLst>
                  <a:ext uri="{0D108BD9-81ED-4DB2-BD59-A6C34878D82A}">
                    <a16:rowId xmlns:a16="http://schemas.microsoft.com/office/drawing/2014/main" val="1508550834"/>
                  </a:ext>
                </a:extLst>
              </a:tr>
              <a:tr h="1170666">
                <a:tc>
                  <a:txBody>
                    <a:bodyPr/>
                    <a:lstStyle/>
                    <a:p>
                      <a:r>
                        <a:rPr lang="en-ZA" sz="1050" b="1" dirty="0">
                          <a:solidFill>
                            <a:schemeClr val="tx2"/>
                          </a:solidFill>
                        </a:rPr>
                        <a:t>Inception dates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100" kern="1200" dirty="0">
                          <a:solidFill>
                            <a:schemeClr val="tx2"/>
                          </a:solidFill>
                          <a:latin typeface="+mn-lt"/>
                          <a:ea typeface="+mn-ea"/>
                          <a:cs typeface="+mn-cs"/>
                        </a:rPr>
                        <a:t>Core Global Equity MSCI Composite (June 2021)</a:t>
                      </a:r>
                    </a:p>
                    <a:p>
                      <a:pPr marL="0" marR="0" lvl="0" indent="0" algn="ctr" defTabSz="914400" rtl="0" eaLnBrk="1" fontAlgn="auto" latinLnBrk="0" hangingPunct="1">
                        <a:lnSpc>
                          <a:spcPct val="100000"/>
                        </a:lnSpc>
                        <a:spcBef>
                          <a:spcPts val="0"/>
                        </a:spcBef>
                        <a:spcAft>
                          <a:spcPts val="0"/>
                        </a:spcAft>
                        <a:buClrTx/>
                        <a:buSzTx/>
                        <a:buFontTx/>
                        <a:buNone/>
                        <a:tabLst/>
                        <a:defRPr/>
                      </a:pPr>
                      <a:r>
                        <a:rPr lang="pt-BR" sz="1100" kern="1200" dirty="0">
                          <a:solidFill>
                            <a:schemeClr val="tx2"/>
                          </a:solidFill>
                          <a:latin typeface="+mn-lt"/>
                          <a:ea typeface="+mn-ea"/>
                          <a:cs typeface="+mn-cs"/>
                        </a:rPr>
                        <a:t>Core Global Equity MSCI EM Composite (September 2022)</a:t>
                      </a:r>
                      <a:endParaRPr lang="en-ZA" sz="1100" kern="1200" dirty="0">
                        <a:solidFill>
                          <a:schemeClr val="tx2"/>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extLst>
                  <a:ext uri="{0D108BD9-81ED-4DB2-BD59-A6C34878D82A}">
                    <a16:rowId xmlns:a16="http://schemas.microsoft.com/office/drawing/2014/main" val="3424772024"/>
                  </a:ext>
                </a:extLst>
              </a:tr>
              <a:tr h="861434">
                <a:tc>
                  <a:txBody>
                    <a:bodyPr/>
                    <a:lstStyle/>
                    <a:p>
                      <a:r>
                        <a:rPr lang="en-ZA" sz="1050" b="1" dirty="0">
                          <a:solidFill>
                            <a:schemeClr val="tx2"/>
                          </a:solidFill>
                        </a:rPr>
                        <a:t>Benchmark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100" kern="1200" dirty="0">
                          <a:solidFill>
                            <a:schemeClr val="tx2"/>
                          </a:solidFill>
                          <a:latin typeface="+mn-lt"/>
                          <a:ea typeface="+mn-ea"/>
                          <a:cs typeface="+mn-cs"/>
                        </a:rPr>
                        <a:t>MSCI World</a:t>
                      </a:r>
                    </a:p>
                    <a:p>
                      <a:pPr marL="0" marR="0" lvl="0" indent="0" algn="ctr" defTabSz="914400" rtl="0" eaLnBrk="1" fontAlgn="auto" latinLnBrk="0" hangingPunct="1">
                        <a:lnSpc>
                          <a:spcPct val="100000"/>
                        </a:lnSpc>
                        <a:spcBef>
                          <a:spcPts val="0"/>
                        </a:spcBef>
                        <a:spcAft>
                          <a:spcPts val="0"/>
                        </a:spcAft>
                        <a:buClrTx/>
                        <a:buSzTx/>
                        <a:buFontTx/>
                        <a:buNone/>
                        <a:tabLst/>
                        <a:defRPr/>
                      </a:pPr>
                      <a:r>
                        <a:rPr lang="en-ZA" sz="1100" kern="1200" dirty="0">
                          <a:solidFill>
                            <a:schemeClr val="tx2"/>
                          </a:solidFill>
                          <a:latin typeface="+mn-lt"/>
                          <a:ea typeface="+mn-ea"/>
                          <a:cs typeface="+mn-cs"/>
                        </a:rPr>
                        <a:t>MSCI EM</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extLst>
                  <a:ext uri="{0D108BD9-81ED-4DB2-BD59-A6C34878D82A}">
                    <a16:rowId xmlns:a16="http://schemas.microsoft.com/office/drawing/2014/main" val="3182125889"/>
                  </a:ext>
                </a:extLst>
              </a:tr>
              <a:tr h="454456">
                <a:tc>
                  <a:txBody>
                    <a:bodyPr/>
                    <a:lstStyle/>
                    <a:p>
                      <a:r>
                        <a:rPr lang="en-ZA" sz="1050" b="1" dirty="0">
                          <a:solidFill>
                            <a:schemeClr val="tx2"/>
                          </a:solidFill>
                        </a:rPr>
                        <a:t>Opportunity set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100" dirty="0">
                          <a:solidFill>
                            <a:schemeClr val="tx2"/>
                          </a:solidFill>
                        </a:rPr>
                        <a:t>Price futures, Total return swaps</a:t>
                      </a:r>
                      <a:endParaRPr lang="en-ZA" sz="1100" kern="1200" dirty="0">
                        <a:solidFill>
                          <a:schemeClr val="tx2"/>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extLst>
                  <a:ext uri="{0D108BD9-81ED-4DB2-BD59-A6C34878D82A}">
                    <a16:rowId xmlns:a16="http://schemas.microsoft.com/office/drawing/2014/main" val="2136192071"/>
                  </a:ext>
                </a:extLst>
              </a:tr>
              <a:tr h="244493">
                <a:tc>
                  <a:txBody>
                    <a:bodyPr/>
                    <a:lstStyle/>
                    <a:p>
                      <a:r>
                        <a:rPr lang="en-ZA" sz="1050" b="1" dirty="0">
                          <a:solidFill>
                            <a:schemeClr val="tx2"/>
                          </a:solidFill>
                        </a:rPr>
                        <a:t>Risk tolerance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100" kern="1200" dirty="0">
                          <a:solidFill>
                            <a:schemeClr val="tx2"/>
                          </a:solidFill>
                          <a:latin typeface="+mn-lt"/>
                          <a:ea typeface="+mn-ea"/>
                          <a:cs typeface="+mn-cs"/>
                        </a:rPr>
                        <a:t>High</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extLst>
                  <a:ext uri="{0D108BD9-81ED-4DB2-BD59-A6C34878D82A}">
                    <a16:rowId xmlns:a16="http://schemas.microsoft.com/office/drawing/2014/main" val="1490504647"/>
                  </a:ext>
                </a:extLst>
              </a:tr>
              <a:tr h="244493">
                <a:tc>
                  <a:txBody>
                    <a:bodyPr/>
                    <a:lstStyle/>
                    <a:p>
                      <a:r>
                        <a:rPr lang="en-ZA" sz="1050" b="1" dirty="0">
                          <a:solidFill>
                            <a:schemeClr val="tx2"/>
                          </a:solidFill>
                        </a:rPr>
                        <a:t>Information ratio</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100" dirty="0">
                          <a:solidFill>
                            <a:schemeClr val="tx2"/>
                          </a:solidFill>
                        </a:rPr>
                        <a:t>~1.0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extLst>
                  <a:ext uri="{0D108BD9-81ED-4DB2-BD59-A6C34878D82A}">
                    <a16:rowId xmlns:a16="http://schemas.microsoft.com/office/drawing/2014/main" val="1239673497"/>
                  </a:ext>
                </a:extLst>
              </a:tr>
              <a:tr h="319802">
                <a:tc>
                  <a:txBody>
                    <a:bodyPr/>
                    <a:lstStyle/>
                    <a:p>
                      <a:r>
                        <a:rPr lang="en-ZA" sz="1050" b="1" dirty="0">
                          <a:solidFill>
                            <a:schemeClr val="tx2"/>
                          </a:solidFill>
                        </a:rPr>
                        <a:t>Regulation Compliance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100" dirty="0">
                          <a:solidFill>
                            <a:schemeClr val="tx2"/>
                          </a:solidFill>
                        </a:rPr>
                        <a:t>CISCA (feeder) and UCITS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D1CCBD"/>
                      </a:solidFill>
                      <a:prstDash val="solid"/>
                      <a:round/>
                      <a:headEnd type="none" w="med" len="med"/>
                      <a:tailEnd type="none" w="med" len="med"/>
                    </a:lnT>
                    <a:lnB w="12700" cap="flat" cmpd="sng" algn="ctr">
                      <a:solidFill>
                        <a:srgbClr val="D1CCBD"/>
                      </a:solidFill>
                      <a:prstDash val="solid"/>
                      <a:round/>
                      <a:headEnd type="none" w="med" len="med"/>
                      <a:tailEnd type="none" w="med" len="med"/>
                    </a:lnB>
                    <a:noFill/>
                  </a:tcPr>
                </a:tc>
                <a:extLst>
                  <a:ext uri="{0D108BD9-81ED-4DB2-BD59-A6C34878D82A}">
                    <a16:rowId xmlns:a16="http://schemas.microsoft.com/office/drawing/2014/main" val="482356994"/>
                  </a:ext>
                </a:extLst>
              </a:tr>
            </a:tbl>
          </a:graphicData>
        </a:graphic>
      </p:graphicFrame>
      <p:sp>
        <p:nvSpPr>
          <p:cNvPr id="4" name="Rectangle: Single Corner Snipped 3">
            <a:extLst>
              <a:ext uri="{FF2B5EF4-FFF2-40B4-BE49-F238E27FC236}">
                <a16:creationId xmlns:a16="http://schemas.microsoft.com/office/drawing/2014/main" id="{9DFCFBAB-FC1D-A85D-1248-A29DEF368D54}"/>
              </a:ext>
            </a:extLst>
          </p:cNvPr>
          <p:cNvSpPr/>
          <p:nvPr/>
        </p:nvSpPr>
        <p:spPr>
          <a:xfrm flipH="1">
            <a:off x="7334249" y="2883588"/>
            <a:ext cx="4333873" cy="2341555"/>
          </a:xfrm>
          <a:prstGeom prst="snip1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050" b="0" i="0" u="none" strike="noStrike" kern="1200" cap="none" spc="0" normalizeH="0" baseline="0" noProof="0" dirty="0">
                <a:ln>
                  <a:noFill/>
                </a:ln>
                <a:solidFill>
                  <a:srgbClr val="FFFFFF"/>
                </a:solidFill>
                <a:effectLst/>
                <a:uLnTx/>
                <a:uFillTx/>
                <a:latin typeface="Arial" panose="020B0604020202020204"/>
                <a:ea typeface="+mn-ea"/>
                <a:cs typeface="+mn-cs"/>
              </a:rPr>
              <a:t>The </a:t>
            </a:r>
            <a:r>
              <a:rPr kumimoji="0" lang="en-ZA" sz="1050" b="1" i="0" u="none" strike="noStrike" kern="1200" cap="none" spc="0" normalizeH="0" baseline="0" noProof="0" dirty="0">
                <a:ln>
                  <a:noFill/>
                </a:ln>
                <a:solidFill>
                  <a:schemeClr val="accent2"/>
                </a:solidFill>
                <a:effectLst/>
                <a:uLnTx/>
                <a:uFillTx/>
                <a:latin typeface="Arial" panose="020B0604020202020204"/>
                <a:ea typeface="+mn-ea"/>
                <a:cs typeface="+mn-cs"/>
              </a:rPr>
              <a:t>Prescient Core Global Equity Fund Strategy </a:t>
            </a:r>
            <a:r>
              <a:rPr kumimoji="0" lang="en-ZA" sz="1050" b="0" i="0" u="none" strike="noStrike" kern="1200" cap="none" spc="0" normalizeH="0" baseline="0" noProof="0" dirty="0">
                <a:ln>
                  <a:noFill/>
                </a:ln>
                <a:solidFill>
                  <a:srgbClr val="FFFFFF"/>
                </a:solidFill>
                <a:effectLst/>
                <a:uLnTx/>
                <a:uFillTx/>
                <a:latin typeface="Arial" panose="020B0604020202020204"/>
                <a:ea typeface="+mn-ea"/>
                <a:cs typeface="+mn-cs"/>
              </a:rPr>
              <a:t>offers a suite of funds which follow an Enhanced Indexation investment process designed to closely track the performance of the benchmark index while systematically generating modest but consistent outperformance to offset the cost of implementation and generate above benchmark performance, after fees. To achieve this, Prescient employs quantitative indexation techniques to replicate the constituents and performance of a target benchmark index whilst applying low risk return enhancement strategies to generate small yet reliable alpha over the benchmark.</a:t>
            </a:r>
          </a:p>
        </p:txBody>
      </p:sp>
    </p:spTree>
    <p:extLst>
      <p:ext uri="{BB962C8B-B14F-4D97-AF65-F5344CB8AC3E}">
        <p14:creationId xmlns:p14="http://schemas.microsoft.com/office/powerpoint/2010/main" val="1750888873"/>
      </p:ext>
    </p:extLst>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1E78EF-35F6-ADC7-A8B2-D194168CDF96}"/>
              </a:ext>
            </a:extLst>
          </p:cNvPr>
          <p:cNvSpPr>
            <a:spLocks noGrp="1"/>
          </p:cNvSpPr>
          <p:nvPr>
            <p:ph type="sldNum" sz="quarter" idx="4"/>
          </p:nvPr>
        </p:nvSpPr>
        <p:spPr>
          <a:xfrm>
            <a:off x="-1" y="6396981"/>
            <a:ext cx="447675" cy="184666"/>
          </a:xfrm>
        </p:spPr>
        <p:txBody>
          <a:bodyPr/>
          <a:lstStyle/>
          <a:p>
            <a:fld id="{73490A59-D3E2-A64D-A2FA-D689A8266F0F}" type="slidenum">
              <a:rPr lang="en-US" smtClean="0"/>
              <a:pPr/>
              <a:t>7</a:t>
            </a:fld>
            <a:endParaRPr lang="en-US" dirty="0"/>
          </a:p>
        </p:txBody>
      </p:sp>
      <p:sp>
        <p:nvSpPr>
          <p:cNvPr id="7" name="Text Placeholder 6">
            <a:extLst>
              <a:ext uri="{FF2B5EF4-FFF2-40B4-BE49-F238E27FC236}">
                <a16:creationId xmlns:a16="http://schemas.microsoft.com/office/drawing/2014/main" id="{23C5F017-6E50-3598-96A2-830D36DC481E}"/>
              </a:ext>
            </a:extLst>
          </p:cNvPr>
          <p:cNvSpPr>
            <a:spLocks noGrp="1"/>
          </p:cNvSpPr>
          <p:nvPr>
            <p:ph type="body" sz="quarter" idx="10"/>
          </p:nvPr>
        </p:nvSpPr>
        <p:spPr>
          <a:xfrm>
            <a:off x="647387" y="525188"/>
            <a:ext cx="6264763" cy="346249"/>
          </a:xfrm>
        </p:spPr>
        <p:txBody>
          <a:bodyPr/>
          <a:lstStyle/>
          <a:p>
            <a:r>
              <a:rPr lang="en-ZA" dirty="0"/>
              <a:t>Current equity aum</a:t>
            </a:r>
          </a:p>
        </p:txBody>
      </p:sp>
      <p:sp>
        <p:nvSpPr>
          <p:cNvPr id="8" name="Text Placeholder 7">
            <a:extLst>
              <a:ext uri="{FF2B5EF4-FFF2-40B4-BE49-F238E27FC236}">
                <a16:creationId xmlns:a16="http://schemas.microsoft.com/office/drawing/2014/main" id="{F4F6D965-01F2-EA91-44B1-A90A17299473}"/>
              </a:ext>
            </a:extLst>
          </p:cNvPr>
          <p:cNvSpPr>
            <a:spLocks noGrp="1"/>
          </p:cNvSpPr>
          <p:nvPr>
            <p:ph type="body" sz="quarter" idx="11"/>
          </p:nvPr>
        </p:nvSpPr>
        <p:spPr>
          <a:xfrm>
            <a:off x="647700" y="903288"/>
            <a:ext cx="10098677" cy="553998"/>
          </a:xfrm>
        </p:spPr>
        <p:txBody>
          <a:bodyPr/>
          <a:lstStyle/>
          <a:p>
            <a:r>
              <a:rPr lang="en-ZA" dirty="0"/>
              <a:t>ZAR 23.4 bn as of 31 January 2026</a:t>
            </a:r>
          </a:p>
        </p:txBody>
      </p:sp>
      <p:sp>
        <p:nvSpPr>
          <p:cNvPr id="9" name="Text Placeholder 8">
            <a:extLst>
              <a:ext uri="{FF2B5EF4-FFF2-40B4-BE49-F238E27FC236}">
                <a16:creationId xmlns:a16="http://schemas.microsoft.com/office/drawing/2014/main" id="{AC6A01C6-CCA7-C003-F535-4DC711D7B4F0}"/>
              </a:ext>
            </a:extLst>
          </p:cNvPr>
          <p:cNvSpPr>
            <a:spLocks noGrp="1"/>
          </p:cNvSpPr>
          <p:nvPr>
            <p:ph type="body" sz="quarter" idx="14"/>
          </p:nvPr>
        </p:nvSpPr>
        <p:spPr>
          <a:xfrm>
            <a:off x="597988" y="6450812"/>
            <a:ext cx="5791760" cy="125419"/>
          </a:xfrm>
        </p:spPr>
        <p:txBody>
          <a:bodyPr/>
          <a:lstStyle/>
          <a:p>
            <a:r>
              <a:rPr lang="en-ZA" dirty="0"/>
              <a:t>Source: Prescient as of 31 January 2026</a:t>
            </a:r>
          </a:p>
        </p:txBody>
      </p:sp>
      <p:sp>
        <p:nvSpPr>
          <p:cNvPr id="6" name="Chart Placeholder 4">
            <a:extLst>
              <a:ext uri="{FF2B5EF4-FFF2-40B4-BE49-F238E27FC236}">
                <a16:creationId xmlns:a16="http://schemas.microsoft.com/office/drawing/2014/main" id="{D83EB180-EC24-1BA8-77B9-F34B41D9A16F}"/>
              </a:ext>
            </a:extLst>
          </p:cNvPr>
          <p:cNvSpPr txBox="1">
            <a:spLocks/>
          </p:cNvSpPr>
          <p:nvPr/>
        </p:nvSpPr>
        <p:spPr>
          <a:xfrm>
            <a:off x="612062" y="2031691"/>
            <a:ext cx="10967875" cy="392302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ZA"/>
          </a:p>
        </p:txBody>
      </p:sp>
      <p:graphicFrame>
        <p:nvGraphicFramePr>
          <p:cNvPr id="15" name="Chart Placeholder 14">
            <a:extLst>
              <a:ext uri="{FF2B5EF4-FFF2-40B4-BE49-F238E27FC236}">
                <a16:creationId xmlns:a16="http://schemas.microsoft.com/office/drawing/2014/main" id="{390EA1DA-05E3-4728-81ED-586056E423E1}"/>
              </a:ext>
            </a:extLst>
          </p:cNvPr>
          <p:cNvGraphicFramePr>
            <a:graphicFrameLocks noGrp="1"/>
          </p:cNvGraphicFramePr>
          <p:nvPr>
            <p:ph type="chart" sz="quarter" idx="17"/>
            <p:extLst>
              <p:ext uri="{D42A27DB-BD31-4B8C-83A1-F6EECF244321}">
                <p14:modId xmlns:p14="http://schemas.microsoft.com/office/powerpoint/2010/main" val="4192263481"/>
              </p:ext>
            </p:extLst>
          </p:nvPr>
        </p:nvGraphicFramePr>
        <p:xfrm>
          <a:off x="597988" y="1632425"/>
          <a:ext cx="10968037" cy="432228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687376157"/>
      </p:ext>
    </p:extLst>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1E78EF-35F6-ADC7-A8B2-D194168CDF96}"/>
              </a:ext>
            </a:extLst>
          </p:cNvPr>
          <p:cNvSpPr>
            <a:spLocks noGrp="1"/>
          </p:cNvSpPr>
          <p:nvPr>
            <p:ph type="sldNum" sz="quarter" idx="4"/>
          </p:nvPr>
        </p:nvSpPr>
        <p:spPr>
          <a:xfrm>
            <a:off x="-1" y="6396981"/>
            <a:ext cx="447675" cy="184666"/>
          </a:xfrm>
        </p:spPr>
        <p:txBody>
          <a:bodyPr wrap="square" anchor="ctr">
            <a:normAutofit/>
          </a:bodyPr>
          <a:lstStyle/>
          <a:p>
            <a:pPr>
              <a:spcAft>
                <a:spcPts val="600"/>
              </a:spcAft>
            </a:pPr>
            <a:fld id="{73490A59-D3E2-A64D-A2FA-D689A8266F0F}" type="slidenum">
              <a:rPr lang="en-US" smtClean="0"/>
              <a:pPr>
                <a:spcAft>
                  <a:spcPts val="600"/>
                </a:spcAft>
              </a:pPr>
              <a:t>8</a:t>
            </a:fld>
            <a:endParaRPr lang="en-US"/>
          </a:p>
        </p:txBody>
      </p:sp>
      <p:sp>
        <p:nvSpPr>
          <p:cNvPr id="7" name="Text Placeholder 6">
            <a:extLst>
              <a:ext uri="{FF2B5EF4-FFF2-40B4-BE49-F238E27FC236}">
                <a16:creationId xmlns:a16="http://schemas.microsoft.com/office/drawing/2014/main" id="{23C5F017-6E50-3598-96A2-830D36DC481E}"/>
              </a:ext>
            </a:extLst>
          </p:cNvPr>
          <p:cNvSpPr>
            <a:spLocks noGrp="1"/>
          </p:cNvSpPr>
          <p:nvPr>
            <p:ph type="body" sz="quarter" idx="10"/>
          </p:nvPr>
        </p:nvSpPr>
        <p:spPr>
          <a:xfrm>
            <a:off x="647387" y="525188"/>
            <a:ext cx="6264763" cy="348365"/>
          </a:xfrm>
        </p:spPr>
        <p:txBody>
          <a:bodyPr wrap="square">
            <a:normAutofit/>
          </a:bodyPr>
          <a:lstStyle/>
          <a:p>
            <a:r>
              <a:rPr lang="en-ZA" dirty="0"/>
              <a:t>Equity propositions</a:t>
            </a:r>
          </a:p>
        </p:txBody>
      </p:sp>
      <p:sp>
        <p:nvSpPr>
          <p:cNvPr id="8" name="Text Placeholder 7">
            <a:extLst>
              <a:ext uri="{FF2B5EF4-FFF2-40B4-BE49-F238E27FC236}">
                <a16:creationId xmlns:a16="http://schemas.microsoft.com/office/drawing/2014/main" id="{F4F6D965-01F2-EA91-44B1-A90A17299473}"/>
              </a:ext>
            </a:extLst>
          </p:cNvPr>
          <p:cNvSpPr>
            <a:spLocks noGrp="1"/>
          </p:cNvSpPr>
          <p:nvPr>
            <p:ph type="body" sz="quarter" idx="11"/>
          </p:nvPr>
        </p:nvSpPr>
        <p:spPr>
          <a:xfrm>
            <a:off x="647387" y="903702"/>
            <a:ext cx="6264763" cy="557397"/>
          </a:xfrm>
        </p:spPr>
        <p:txBody>
          <a:bodyPr wrap="square">
            <a:normAutofit/>
          </a:bodyPr>
          <a:lstStyle/>
          <a:p>
            <a:r>
              <a:rPr lang="en-ZA" dirty="0"/>
              <a:t>AUM growth</a:t>
            </a:r>
          </a:p>
        </p:txBody>
      </p:sp>
      <p:sp>
        <p:nvSpPr>
          <p:cNvPr id="9" name="Text Placeholder 8">
            <a:extLst>
              <a:ext uri="{FF2B5EF4-FFF2-40B4-BE49-F238E27FC236}">
                <a16:creationId xmlns:a16="http://schemas.microsoft.com/office/drawing/2014/main" id="{AC6A01C6-CCA7-C003-F535-4DC711D7B4F0}"/>
              </a:ext>
            </a:extLst>
          </p:cNvPr>
          <p:cNvSpPr>
            <a:spLocks noGrp="1"/>
          </p:cNvSpPr>
          <p:nvPr>
            <p:ph type="body" sz="quarter" idx="14"/>
          </p:nvPr>
        </p:nvSpPr>
        <p:spPr>
          <a:xfrm>
            <a:off x="597988" y="6450812"/>
            <a:ext cx="5791760" cy="125419"/>
          </a:xfrm>
        </p:spPr>
        <p:txBody>
          <a:bodyPr wrap="square">
            <a:normAutofit/>
          </a:bodyPr>
          <a:lstStyle/>
          <a:p>
            <a:r>
              <a:rPr lang="en-ZA" dirty="0"/>
              <a:t>Source: Prescient as of 31 January 2026</a:t>
            </a:r>
          </a:p>
        </p:txBody>
      </p:sp>
      <p:graphicFrame>
        <p:nvGraphicFramePr>
          <p:cNvPr id="5" name="Chart Placeholder 5">
            <a:extLst>
              <a:ext uri="{FF2B5EF4-FFF2-40B4-BE49-F238E27FC236}">
                <a16:creationId xmlns:a16="http://schemas.microsoft.com/office/drawing/2014/main" id="{C2599DA9-B15D-ED02-E036-324CF6F1D92F}"/>
              </a:ext>
            </a:extLst>
          </p:cNvPr>
          <p:cNvGraphicFramePr>
            <a:graphicFrameLocks noGrp="1"/>
          </p:cNvGraphicFramePr>
          <p:nvPr>
            <p:ph type="tbl" sz="quarter" idx="16"/>
            <p:extLst>
              <p:ext uri="{D42A27DB-BD31-4B8C-83A1-F6EECF244321}">
                <p14:modId xmlns:p14="http://schemas.microsoft.com/office/powerpoint/2010/main" val="217915661"/>
              </p:ext>
            </p:extLst>
          </p:nvPr>
        </p:nvGraphicFramePr>
        <p:xfrm>
          <a:off x="597987" y="2031277"/>
          <a:ext cx="10964639" cy="392302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34184524"/>
      </p:ext>
    </p:extLst>
  </p:cSld>
  <p:clrMapOvr>
    <a:masterClrMapping/>
  </p:clrMapOvr>
  <p:transition spd="slow">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Placeholder 14" descr="A close-up of a blue post&#10;&#10;Description automatically generated">
            <a:extLst>
              <a:ext uri="{FF2B5EF4-FFF2-40B4-BE49-F238E27FC236}">
                <a16:creationId xmlns:a16="http://schemas.microsoft.com/office/drawing/2014/main" id="{CE0C2A13-E876-60B1-132D-136290D3FA55}"/>
              </a:ext>
            </a:extLst>
          </p:cNvPr>
          <p:cNvPicPr>
            <a:picLocks noGrp="1" noChangeAspect="1"/>
          </p:cNvPicPr>
          <p:nvPr>
            <p:ph type="pic" sz="quarter" idx="19"/>
          </p:nvPr>
        </p:nvPicPr>
        <p:blipFill>
          <a:blip r:embed="rId2"/>
          <a:srcRect/>
          <a:stretch/>
        </p:blipFill>
        <p:spPr>
          <a:xfrm>
            <a:off x="0" y="0"/>
            <a:ext cx="12192000" cy="6858000"/>
          </a:xfrm>
        </p:spPr>
      </p:pic>
      <p:sp>
        <p:nvSpPr>
          <p:cNvPr id="5" name="Picture Placeholder 4">
            <a:extLst>
              <a:ext uri="{FF2B5EF4-FFF2-40B4-BE49-F238E27FC236}">
                <a16:creationId xmlns:a16="http://schemas.microsoft.com/office/drawing/2014/main" id="{44F60EE1-A4E6-AC8D-CD89-A8B2E7E19F55}"/>
              </a:ext>
            </a:extLst>
          </p:cNvPr>
          <p:cNvSpPr>
            <a:spLocks noGrp="1"/>
          </p:cNvSpPr>
          <p:nvPr>
            <p:ph type="pic" sz="quarter" idx="15"/>
          </p:nvPr>
        </p:nvSpPr>
        <p:spPr/>
        <p:txBody>
          <a:bodyPr/>
          <a:lstStyle/>
          <a:p>
            <a:endParaRPr lang="en-ZA"/>
          </a:p>
        </p:txBody>
      </p:sp>
      <p:sp>
        <p:nvSpPr>
          <p:cNvPr id="7" name="Picture Placeholder 6">
            <a:extLst>
              <a:ext uri="{FF2B5EF4-FFF2-40B4-BE49-F238E27FC236}">
                <a16:creationId xmlns:a16="http://schemas.microsoft.com/office/drawing/2014/main" id="{A5B64A43-D214-A645-C691-A97D398456EB}"/>
              </a:ext>
            </a:extLst>
          </p:cNvPr>
          <p:cNvSpPr>
            <a:spLocks noGrp="1"/>
          </p:cNvSpPr>
          <p:nvPr>
            <p:ph type="pic" sz="quarter" idx="20"/>
          </p:nvPr>
        </p:nvSpPr>
        <p:spPr/>
        <p:txBody>
          <a:bodyPr/>
          <a:lstStyle/>
          <a:p>
            <a:endParaRPr lang="en-ZA"/>
          </a:p>
        </p:txBody>
      </p:sp>
      <p:sp>
        <p:nvSpPr>
          <p:cNvPr id="8" name="Text Placeholder 7">
            <a:extLst>
              <a:ext uri="{FF2B5EF4-FFF2-40B4-BE49-F238E27FC236}">
                <a16:creationId xmlns:a16="http://schemas.microsoft.com/office/drawing/2014/main" id="{3F38C1C5-5CFD-AF1C-113A-F8AAA2B2D3F3}"/>
              </a:ext>
            </a:extLst>
          </p:cNvPr>
          <p:cNvSpPr>
            <a:spLocks noGrp="1"/>
          </p:cNvSpPr>
          <p:nvPr>
            <p:ph type="body" sz="quarter" idx="13"/>
          </p:nvPr>
        </p:nvSpPr>
        <p:spPr>
          <a:xfrm>
            <a:off x="619125" y="2429692"/>
            <a:ext cx="5172075" cy="1484842"/>
          </a:xfrm>
        </p:spPr>
        <p:txBody>
          <a:bodyPr/>
          <a:lstStyle/>
          <a:p>
            <a:r>
              <a:rPr lang="en-US" dirty="0"/>
              <a:t>INVESTMENT PHILOSOPHY AND PROCESS</a:t>
            </a:r>
          </a:p>
        </p:txBody>
      </p:sp>
      <p:sp>
        <p:nvSpPr>
          <p:cNvPr id="4" name="Text Placeholder 3">
            <a:extLst>
              <a:ext uri="{FF2B5EF4-FFF2-40B4-BE49-F238E27FC236}">
                <a16:creationId xmlns:a16="http://schemas.microsoft.com/office/drawing/2014/main" id="{BBBBE1BB-AC99-1F90-579C-C04376DE894B}"/>
              </a:ext>
            </a:extLst>
          </p:cNvPr>
          <p:cNvSpPr>
            <a:spLocks noGrp="1"/>
          </p:cNvSpPr>
          <p:nvPr>
            <p:ph type="body" sz="quarter" idx="14"/>
          </p:nvPr>
        </p:nvSpPr>
        <p:spPr/>
        <p:txBody>
          <a:bodyPr/>
          <a:lstStyle/>
          <a:p>
            <a:endParaRPr lang="en-ZA"/>
          </a:p>
        </p:txBody>
      </p:sp>
      <p:sp>
        <p:nvSpPr>
          <p:cNvPr id="6" name="Content Placeholder 5">
            <a:extLst>
              <a:ext uri="{FF2B5EF4-FFF2-40B4-BE49-F238E27FC236}">
                <a16:creationId xmlns:a16="http://schemas.microsoft.com/office/drawing/2014/main" id="{B6E4D730-8BBF-75F5-8BF7-5F1B90F60269}"/>
              </a:ext>
            </a:extLst>
          </p:cNvPr>
          <p:cNvSpPr>
            <a:spLocks noGrp="1"/>
          </p:cNvSpPr>
          <p:nvPr>
            <p:ph sz="quarter" idx="17"/>
          </p:nvPr>
        </p:nvSpPr>
        <p:spPr/>
        <p:txBody>
          <a:bodyPr/>
          <a:lstStyle/>
          <a:p>
            <a:endParaRPr lang="en-ZA"/>
          </a:p>
        </p:txBody>
      </p:sp>
    </p:spTree>
    <p:extLst>
      <p:ext uri="{BB962C8B-B14F-4D97-AF65-F5344CB8AC3E}">
        <p14:creationId xmlns:p14="http://schemas.microsoft.com/office/powerpoint/2010/main" val="3334334322"/>
      </p:ext>
    </p:extLst>
  </p:cSld>
  <p:clrMapOvr>
    <a:masterClrMapping/>
  </p:clrMapOvr>
  <p:transition spd="slow">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D5FC5D-B7B5-20F9-FB1F-74399CA1648E}"/>
              </a:ext>
            </a:extLst>
          </p:cNvPr>
          <p:cNvSpPr>
            <a:spLocks noGrp="1"/>
          </p:cNvSpPr>
          <p:nvPr>
            <p:ph type="sldNum" sz="quarter" idx="4"/>
          </p:nvPr>
        </p:nvSpPr>
        <p:spPr>
          <a:xfrm>
            <a:off x="-1" y="6396981"/>
            <a:ext cx="447675" cy="184666"/>
          </a:xfrm>
        </p:spPr>
        <p:txBody>
          <a:bodyPr/>
          <a:lstStyle/>
          <a:p>
            <a:fld id="{73490A59-D3E2-A64D-A2FA-D689A8266F0F}" type="slidenum">
              <a:rPr lang="en-US" smtClean="0"/>
              <a:pPr/>
              <a:t>10</a:t>
            </a:fld>
            <a:endParaRPr lang="en-US" dirty="0"/>
          </a:p>
        </p:txBody>
      </p:sp>
      <p:sp>
        <p:nvSpPr>
          <p:cNvPr id="6" name="Text Placeholder 5">
            <a:extLst>
              <a:ext uri="{FF2B5EF4-FFF2-40B4-BE49-F238E27FC236}">
                <a16:creationId xmlns:a16="http://schemas.microsoft.com/office/drawing/2014/main" id="{C4D4D056-A330-3167-15E7-80ACD5D7C519}"/>
              </a:ext>
            </a:extLst>
          </p:cNvPr>
          <p:cNvSpPr>
            <a:spLocks noGrp="1"/>
          </p:cNvSpPr>
          <p:nvPr>
            <p:ph type="body" sz="quarter" idx="10"/>
          </p:nvPr>
        </p:nvSpPr>
        <p:spPr>
          <a:xfrm>
            <a:off x="647387" y="525188"/>
            <a:ext cx="6264763" cy="346249"/>
          </a:xfrm>
        </p:spPr>
        <p:txBody>
          <a:bodyPr/>
          <a:lstStyle/>
          <a:p>
            <a:endParaRPr lang="en-ZA" dirty="0"/>
          </a:p>
        </p:txBody>
      </p:sp>
      <p:sp>
        <p:nvSpPr>
          <p:cNvPr id="19" name="Text Placeholder 18">
            <a:extLst>
              <a:ext uri="{FF2B5EF4-FFF2-40B4-BE49-F238E27FC236}">
                <a16:creationId xmlns:a16="http://schemas.microsoft.com/office/drawing/2014/main" id="{0CBD6583-716E-D5BE-D90D-B3CDE385EF20}"/>
              </a:ext>
            </a:extLst>
          </p:cNvPr>
          <p:cNvSpPr>
            <a:spLocks noGrp="1"/>
          </p:cNvSpPr>
          <p:nvPr>
            <p:ph type="body" sz="quarter" idx="11"/>
          </p:nvPr>
        </p:nvSpPr>
        <p:spPr>
          <a:xfrm>
            <a:off x="647387" y="903702"/>
            <a:ext cx="8627242" cy="550629"/>
          </a:xfrm>
        </p:spPr>
        <p:txBody>
          <a:bodyPr/>
          <a:lstStyle/>
          <a:p>
            <a:r>
              <a:rPr lang="en-ZA" dirty="0"/>
              <a:t>Investment Philosophy</a:t>
            </a:r>
          </a:p>
        </p:txBody>
      </p:sp>
      <p:grpSp>
        <p:nvGrpSpPr>
          <p:cNvPr id="3" name="Group 2">
            <a:extLst>
              <a:ext uri="{FF2B5EF4-FFF2-40B4-BE49-F238E27FC236}">
                <a16:creationId xmlns:a16="http://schemas.microsoft.com/office/drawing/2014/main" id="{91671A45-F4A9-F79E-32E0-3CF3F8B078A7}"/>
              </a:ext>
            </a:extLst>
          </p:cNvPr>
          <p:cNvGrpSpPr/>
          <p:nvPr/>
        </p:nvGrpSpPr>
        <p:grpSpPr>
          <a:xfrm>
            <a:off x="647387" y="2239772"/>
            <a:ext cx="10981920" cy="2926063"/>
            <a:chOff x="537289" y="1843669"/>
            <a:chExt cx="8078886" cy="2152568"/>
          </a:xfrm>
        </p:grpSpPr>
        <p:sp>
          <p:nvSpPr>
            <p:cNvPr id="4" name="Oval 3">
              <a:extLst>
                <a:ext uri="{FF2B5EF4-FFF2-40B4-BE49-F238E27FC236}">
                  <a16:creationId xmlns:a16="http://schemas.microsoft.com/office/drawing/2014/main" id="{D93B943F-2DCF-F0A7-4226-64804C94CB78}"/>
                </a:ext>
              </a:extLst>
            </p:cNvPr>
            <p:cNvSpPr/>
            <p:nvPr/>
          </p:nvSpPr>
          <p:spPr>
            <a:xfrm>
              <a:off x="3523786" y="1843669"/>
              <a:ext cx="2101833" cy="2118729"/>
            </a:xfrm>
            <a:prstGeom prst="ellipse">
              <a:avLst/>
            </a:prstGeom>
            <a:solidFill>
              <a:srgbClr val="00173A"/>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5" name="Oval 4">
              <a:extLst>
                <a:ext uri="{FF2B5EF4-FFF2-40B4-BE49-F238E27FC236}">
                  <a16:creationId xmlns:a16="http://schemas.microsoft.com/office/drawing/2014/main" id="{5DC60640-A568-CA6E-F796-7495C30D2487}"/>
                </a:ext>
              </a:extLst>
            </p:cNvPr>
            <p:cNvSpPr/>
            <p:nvPr/>
          </p:nvSpPr>
          <p:spPr>
            <a:xfrm>
              <a:off x="6467708" y="1843669"/>
              <a:ext cx="2101833" cy="2118729"/>
            </a:xfrm>
            <a:prstGeom prst="ellipse">
              <a:avLst/>
            </a:prstGeom>
            <a:solidFill>
              <a:srgbClr val="00173A"/>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7" name="Oval 6">
              <a:extLst>
                <a:ext uri="{FF2B5EF4-FFF2-40B4-BE49-F238E27FC236}">
                  <a16:creationId xmlns:a16="http://schemas.microsoft.com/office/drawing/2014/main" id="{04FC0D20-9D78-3819-08AA-8C6F63B6543F}"/>
                </a:ext>
              </a:extLst>
            </p:cNvPr>
            <p:cNvSpPr/>
            <p:nvPr/>
          </p:nvSpPr>
          <p:spPr>
            <a:xfrm>
              <a:off x="572430" y="1843669"/>
              <a:ext cx="2101833" cy="2118729"/>
            </a:xfrm>
            <a:prstGeom prst="ellipse">
              <a:avLst/>
            </a:prstGeom>
            <a:solidFill>
              <a:srgbClr val="00173A"/>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9" name="Freeform 10">
              <a:extLst>
                <a:ext uri="{FF2B5EF4-FFF2-40B4-BE49-F238E27FC236}">
                  <a16:creationId xmlns:a16="http://schemas.microsoft.com/office/drawing/2014/main" id="{33C2668C-36A7-7DAC-2D06-7FCF2278F292}"/>
                </a:ext>
              </a:extLst>
            </p:cNvPr>
            <p:cNvSpPr/>
            <p:nvPr/>
          </p:nvSpPr>
          <p:spPr>
            <a:xfrm>
              <a:off x="539997" y="2896410"/>
              <a:ext cx="8066714" cy="1099827"/>
            </a:xfrm>
            <a:custGeom>
              <a:avLst/>
              <a:gdLst>
                <a:gd name="connsiteX0" fmla="*/ 2131017 w 8066714"/>
                <a:gd name="connsiteY0" fmla="*/ 0 h 1099827"/>
                <a:gd name="connsiteX1" fmla="*/ 2980238 w 8066714"/>
                <a:gd name="connsiteY1" fmla="*/ 0 h 1099827"/>
                <a:gd name="connsiteX2" fmla="*/ 2980238 w 8066714"/>
                <a:gd name="connsiteY2" fmla="*/ 1 h 1099827"/>
                <a:gd name="connsiteX3" fmla="*/ 2999894 w 8066714"/>
                <a:gd name="connsiteY3" fmla="*/ 1 h 1099827"/>
                <a:gd name="connsiteX4" fmla="*/ 2997902 w 8066714"/>
                <a:gd name="connsiteY4" fmla="*/ 19827 h 1099827"/>
                <a:gd name="connsiteX5" fmla="*/ 4033356 w 8066714"/>
                <a:gd name="connsiteY5" fmla="*/ 1058881 h 1099827"/>
                <a:gd name="connsiteX6" fmla="*/ 5068810 w 8066714"/>
                <a:gd name="connsiteY6" fmla="*/ 19827 h 1099827"/>
                <a:gd name="connsiteX7" fmla="*/ 5066819 w 8066714"/>
                <a:gd name="connsiteY7" fmla="*/ 1 h 1099827"/>
                <a:gd name="connsiteX8" fmla="*/ 5099642 w 8066714"/>
                <a:gd name="connsiteY8" fmla="*/ 1 h 1099827"/>
                <a:gd name="connsiteX9" fmla="*/ 5099642 w 8066714"/>
                <a:gd name="connsiteY9" fmla="*/ 0 h 1099827"/>
                <a:gd name="connsiteX10" fmla="*/ 5933827 w 8066714"/>
                <a:gd name="connsiteY10" fmla="*/ 0 h 1099827"/>
                <a:gd name="connsiteX11" fmla="*/ 5933827 w 8066714"/>
                <a:gd name="connsiteY11" fmla="*/ 1 h 1099827"/>
                <a:gd name="connsiteX12" fmla="*/ 5956850 w 8066714"/>
                <a:gd name="connsiteY12" fmla="*/ 1 h 1099827"/>
                <a:gd name="connsiteX13" fmla="*/ 5954858 w 8066714"/>
                <a:gd name="connsiteY13" fmla="*/ 19827 h 1099827"/>
                <a:gd name="connsiteX14" fmla="*/ 6990312 w 8066714"/>
                <a:gd name="connsiteY14" fmla="*/ 1058881 h 1099827"/>
                <a:gd name="connsiteX15" fmla="*/ 8025766 w 8066714"/>
                <a:gd name="connsiteY15" fmla="*/ 19827 h 1099827"/>
                <a:gd name="connsiteX16" fmla="*/ 8023774 w 8066714"/>
                <a:gd name="connsiteY16" fmla="*/ 1 h 1099827"/>
                <a:gd name="connsiteX17" fmla="*/ 8064722 w 8066714"/>
                <a:gd name="connsiteY17" fmla="*/ 1 h 1099827"/>
                <a:gd name="connsiteX18" fmla="*/ 8066714 w 8066714"/>
                <a:gd name="connsiteY18" fmla="*/ 19827 h 1099827"/>
                <a:gd name="connsiteX19" fmla="*/ 6990313 w 8066714"/>
                <a:gd name="connsiteY19" fmla="*/ 1099827 h 1099827"/>
                <a:gd name="connsiteX20" fmla="*/ 5935781 w 8066714"/>
                <a:gd name="connsiteY20" fmla="*/ 237485 h 1099827"/>
                <a:gd name="connsiteX21" fmla="*/ 5915537 w 8066714"/>
                <a:gd name="connsiteY21" fmla="*/ 36000 h 1099827"/>
                <a:gd name="connsiteX22" fmla="*/ 5108133 w 8066714"/>
                <a:gd name="connsiteY22" fmla="*/ 36000 h 1099827"/>
                <a:gd name="connsiteX23" fmla="*/ 5087889 w 8066714"/>
                <a:gd name="connsiteY23" fmla="*/ 237485 h 1099827"/>
                <a:gd name="connsiteX24" fmla="*/ 4033357 w 8066714"/>
                <a:gd name="connsiteY24" fmla="*/ 1099827 h 1099827"/>
                <a:gd name="connsiteX25" fmla="*/ 2978825 w 8066714"/>
                <a:gd name="connsiteY25" fmla="*/ 237485 h 1099827"/>
                <a:gd name="connsiteX26" fmla="*/ 2958581 w 8066714"/>
                <a:gd name="connsiteY26" fmla="*/ 36000 h 1099827"/>
                <a:gd name="connsiteX27" fmla="*/ 2151177 w 8066714"/>
                <a:gd name="connsiteY27" fmla="*/ 36000 h 1099827"/>
                <a:gd name="connsiteX28" fmla="*/ 2130934 w 8066714"/>
                <a:gd name="connsiteY28" fmla="*/ 237485 h 1099827"/>
                <a:gd name="connsiteX29" fmla="*/ 1076401 w 8066714"/>
                <a:gd name="connsiteY29" fmla="*/ 1099827 h 1099827"/>
                <a:gd name="connsiteX30" fmla="*/ 0 w 8066714"/>
                <a:gd name="connsiteY30" fmla="*/ 19827 h 1099827"/>
                <a:gd name="connsiteX31" fmla="*/ 1992 w 8066714"/>
                <a:gd name="connsiteY31" fmla="*/ 1 h 1099827"/>
                <a:gd name="connsiteX32" fmla="*/ 42938 w 8066714"/>
                <a:gd name="connsiteY32" fmla="*/ 1 h 1099827"/>
                <a:gd name="connsiteX33" fmla="*/ 40946 w 8066714"/>
                <a:gd name="connsiteY33" fmla="*/ 19827 h 1099827"/>
                <a:gd name="connsiteX34" fmla="*/ 1076400 w 8066714"/>
                <a:gd name="connsiteY34" fmla="*/ 1058881 h 1099827"/>
                <a:gd name="connsiteX35" fmla="*/ 2111854 w 8066714"/>
                <a:gd name="connsiteY35" fmla="*/ 19827 h 1099827"/>
                <a:gd name="connsiteX36" fmla="*/ 2109864 w 8066714"/>
                <a:gd name="connsiteY36" fmla="*/ 1 h 1099827"/>
                <a:gd name="connsiteX37" fmla="*/ 2131017 w 8066714"/>
                <a:gd name="connsiteY37" fmla="*/ 1 h 1099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066714" h="1099827">
                  <a:moveTo>
                    <a:pt x="2131017" y="0"/>
                  </a:moveTo>
                  <a:lnTo>
                    <a:pt x="2980238" y="0"/>
                  </a:lnTo>
                  <a:lnTo>
                    <a:pt x="2980238" y="1"/>
                  </a:lnTo>
                  <a:lnTo>
                    <a:pt x="2999894" y="1"/>
                  </a:lnTo>
                  <a:lnTo>
                    <a:pt x="2997902" y="19827"/>
                  </a:lnTo>
                  <a:cubicBezTo>
                    <a:pt x="2997902" y="593681"/>
                    <a:pt x="3461491" y="1058881"/>
                    <a:pt x="4033356" y="1058881"/>
                  </a:cubicBezTo>
                  <a:cubicBezTo>
                    <a:pt x="4605221" y="1058881"/>
                    <a:pt x="5068810" y="593681"/>
                    <a:pt x="5068810" y="19827"/>
                  </a:cubicBezTo>
                  <a:lnTo>
                    <a:pt x="5066819" y="1"/>
                  </a:lnTo>
                  <a:lnTo>
                    <a:pt x="5099642" y="1"/>
                  </a:lnTo>
                  <a:lnTo>
                    <a:pt x="5099642" y="0"/>
                  </a:lnTo>
                  <a:lnTo>
                    <a:pt x="5933827" y="0"/>
                  </a:lnTo>
                  <a:lnTo>
                    <a:pt x="5933827" y="1"/>
                  </a:lnTo>
                  <a:lnTo>
                    <a:pt x="5956850" y="1"/>
                  </a:lnTo>
                  <a:lnTo>
                    <a:pt x="5954858" y="19827"/>
                  </a:lnTo>
                  <a:cubicBezTo>
                    <a:pt x="5954858" y="593681"/>
                    <a:pt x="6418447" y="1058881"/>
                    <a:pt x="6990312" y="1058881"/>
                  </a:cubicBezTo>
                  <a:cubicBezTo>
                    <a:pt x="7562177" y="1058881"/>
                    <a:pt x="8025766" y="593681"/>
                    <a:pt x="8025766" y="19827"/>
                  </a:cubicBezTo>
                  <a:lnTo>
                    <a:pt x="8023774" y="1"/>
                  </a:lnTo>
                  <a:lnTo>
                    <a:pt x="8064722" y="1"/>
                  </a:lnTo>
                  <a:lnTo>
                    <a:pt x="8066714" y="19827"/>
                  </a:lnTo>
                  <a:cubicBezTo>
                    <a:pt x="8066714" y="616295"/>
                    <a:pt x="7584793" y="1099827"/>
                    <a:pt x="6990313" y="1099827"/>
                  </a:cubicBezTo>
                  <a:cubicBezTo>
                    <a:pt x="6470143" y="1099827"/>
                    <a:pt x="6036151" y="729623"/>
                    <a:pt x="5935781" y="237485"/>
                  </a:cubicBezTo>
                  <a:lnTo>
                    <a:pt x="5915537" y="36000"/>
                  </a:lnTo>
                  <a:lnTo>
                    <a:pt x="5108133" y="36000"/>
                  </a:lnTo>
                  <a:lnTo>
                    <a:pt x="5087889" y="237485"/>
                  </a:lnTo>
                  <a:cubicBezTo>
                    <a:pt x="4987519" y="729623"/>
                    <a:pt x="4553527" y="1099827"/>
                    <a:pt x="4033357" y="1099827"/>
                  </a:cubicBezTo>
                  <a:cubicBezTo>
                    <a:pt x="3513187" y="1099827"/>
                    <a:pt x="3079195" y="729623"/>
                    <a:pt x="2978825" y="237485"/>
                  </a:cubicBezTo>
                  <a:lnTo>
                    <a:pt x="2958581" y="36000"/>
                  </a:lnTo>
                  <a:lnTo>
                    <a:pt x="2151177" y="36000"/>
                  </a:lnTo>
                  <a:lnTo>
                    <a:pt x="2130934" y="237485"/>
                  </a:lnTo>
                  <a:cubicBezTo>
                    <a:pt x="2030563" y="729623"/>
                    <a:pt x="1596571" y="1099827"/>
                    <a:pt x="1076401" y="1099827"/>
                  </a:cubicBezTo>
                  <a:cubicBezTo>
                    <a:pt x="481921" y="1099827"/>
                    <a:pt x="0" y="616295"/>
                    <a:pt x="0" y="19827"/>
                  </a:cubicBezTo>
                  <a:lnTo>
                    <a:pt x="1992" y="1"/>
                  </a:lnTo>
                  <a:lnTo>
                    <a:pt x="42938" y="1"/>
                  </a:lnTo>
                  <a:lnTo>
                    <a:pt x="40946" y="19827"/>
                  </a:lnTo>
                  <a:cubicBezTo>
                    <a:pt x="40946" y="593681"/>
                    <a:pt x="504535" y="1058881"/>
                    <a:pt x="1076400" y="1058881"/>
                  </a:cubicBezTo>
                  <a:cubicBezTo>
                    <a:pt x="1648265" y="1058881"/>
                    <a:pt x="2111854" y="593681"/>
                    <a:pt x="2111854" y="19827"/>
                  </a:cubicBezTo>
                  <a:lnTo>
                    <a:pt x="2109864" y="1"/>
                  </a:lnTo>
                  <a:lnTo>
                    <a:pt x="2131017" y="1"/>
                  </a:lnTo>
                  <a:close/>
                </a:path>
              </a:pathLst>
            </a:custGeom>
            <a:gradFill>
              <a:gsLst>
                <a:gs pos="0">
                  <a:srgbClr val="00B2A9"/>
                </a:gs>
                <a:gs pos="50000">
                  <a:srgbClr val="00B2A9">
                    <a:lumMod val="60000"/>
                    <a:lumOff val="40000"/>
                  </a:srgbClr>
                </a:gs>
                <a:gs pos="100000">
                  <a:srgbClr val="5576D1"/>
                </a:gs>
              </a:gsLst>
              <a:lin ang="0" scaled="0"/>
            </a:gra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0" name="L-shape 11">
              <a:extLst>
                <a:ext uri="{FF2B5EF4-FFF2-40B4-BE49-F238E27FC236}">
                  <a16:creationId xmlns:a16="http://schemas.microsoft.com/office/drawing/2014/main" id="{4E77DE9A-FF7F-4151-C721-04D8C1C22F2D}"/>
                </a:ext>
              </a:extLst>
            </p:cNvPr>
            <p:cNvSpPr/>
            <p:nvPr/>
          </p:nvSpPr>
          <p:spPr>
            <a:xfrm rot="18900000" flipH="1">
              <a:off x="2950711" y="3094855"/>
              <a:ext cx="204672" cy="169370"/>
            </a:xfrm>
            <a:prstGeom prst="corner">
              <a:avLst>
                <a:gd name="adj1" fmla="val 18421"/>
                <a:gd name="adj2" fmla="val 18421"/>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1" name="L-shape 12">
              <a:extLst>
                <a:ext uri="{FF2B5EF4-FFF2-40B4-BE49-F238E27FC236}">
                  <a16:creationId xmlns:a16="http://schemas.microsoft.com/office/drawing/2014/main" id="{67548E1B-74B3-D061-5433-D3AF0984C752}"/>
                </a:ext>
              </a:extLst>
            </p:cNvPr>
            <p:cNvSpPr/>
            <p:nvPr/>
          </p:nvSpPr>
          <p:spPr>
            <a:xfrm rot="18900000" flipH="1">
              <a:off x="5876034" y="3089427"/>
              <a:ext cx="193817" cy="180224"/>
            </a:xfrm>
            <a:prstGeom prst="corner">
              <a:avLst>
                <a:gd name="adj1" fmla="val 18421"/>
                <a:gd name="adj2" fmla="val 18421"/>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2" name="TextBox 11">
              <a:extLst>
                <a:ext uri="{FF2B5EF4-FFF2-40B4-BE49-F238E27FC236}">
                  <a16:creationId xmlns:a16="http://schemas.microsoft.com/office/drawing/2014/main" id="{EED26114-90E3-C260-ED98-7855FFCBC3AB}"/>
                </a:ext>
              </a:extLst>
            </p:cNvPr>
            <p:cNvSpPr txBox="1"/>
            <p:nvPr/>
          </p:nvSpPr>
          <p:spPr>
            <a:xfrm>
              <a:off x="537289" y="2766477"/>
              <a:ext cx="2153872" cy="1087320"/>
            </a:xfrm>
            <a:prstGeom prst="rect">
              <a:avLst/>
            </a:prstGeom>
            <a:noFill/>
          </p:spPr>
          <p:txBody>
            <a:bodyPr wrap="square" rtlCol="0">
              <a:spAutoFit/>
            </a:bodyPr>
            <a:lstStyle/>
            <a:p>
              <a:pPr marL="0" marR="0" lvl="0" indent="0" algn="ctr" defTabSz="914400" rtl="0" eaLnBrk="1" fontAlgn="auto" latinLnBrk="0" hangingPunct="1">
                <a:lnSpc>
                  <a:spcPct val="125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Red Hat Display" panose="02010303040201060303" pitchFamily="2" charset="0"/>
                  <a:ea typeface="Red Hat Display" panose="02010303040201060303" pitchFamily="2" charset="0"/>
                  <a:cs typeface="Red Hat Display" panose="02010303040201060303" pitchFamily="2" charset="0"/>
                </a:rPr>
                <a:t>Rational</a:t>
              </a:r>
            </a:p>
            <a:p>
              <a:pPr marL="0" marR="0" lvl="0" indent="0" algn="ctr" defTabSz="914400" rtl="0" eaLnBrk="1" fontAlgn="auto" latinLnBrk="0" hangingPunct="1">
                <a:lnSpc>
                  <a:spcPct val="125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Red Hat Display" panose="02010303040201060303" pitchFamily="2" charset="0"/>
                  <a:ea typeface="Red Hat Display" panose="02010303040201060303" pitchFamily="2" charset="0"/>
                  <a:cs typeface="Red Hat Display" panose="02010303040201060303" pitchFamily="2" charset="0"/>
                </a:rPr>
                <a:t>Rules and evidence based</a:t>
              </a:r>
            </a:p>
            <a:p>
              <a:pPr marL="0" marR="0" lvl="0" indent="0" algn="ctr" defTabSz="914400" rtl="0" eaLnBrk="1" fontAlgn="auto" latinLnBrk="0" hangingPunct="1">
                <a:lnSpc>
                  <a:spcPct val="125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Red Hat Display" panose="02010303040201060303" pitchFamily="2" charset="0"/>
                  <a:ea typeface="Red Hat Display" panose="02010303040201060303" pitchFamily="2" charset="0"/>
                  <a:cs typeface="Red Hat Display" panose="02010303040201060303" pitchFamily="2" charset="0"/>
                </a:rPr>
                <a:t>Data driven</a:t>
              </a:r>
            </a:p>
            <a:p>
              <a:pPr marL="0" marR="0" lvl="0" indent="0" algn="ctr" defTabSz="914400" rtl="0" eaLnBrk="1" fontAlgn="auto" latinLnBrk="0" hangingPunct="1">
                <a:lnSpc>
                  <a:spcPct val="125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rial" panose="020B0604020202020204" pitchFamily="34" charset="0"/>
                <a:ea typeface="Red Hat Display Light" panose="02010303040201060303" pitchFamily="2" charset="0"/>
                <a:cs typeface="Arial" panose="020B0604020202020204" pitchFamily="34" charset="0"/>
              </a:endParaRPr>
            </a:p>
          </p:txBody>
        </p:sp>
        <p:sp>
          <p:nvSpPr>
            <p:cNvPr id="13" name="TextBox 12">
              <a:extLst>
                <a:ext uri="{FF2B5EF4-FFF2-40B4-BE49-F238E27FC236}">
                  <a16:creationId xmlns:a16="http://schemas.microsoft.com/office/drawing/2014/main" id="{22BC5071-F8A7-A3E9-1DA3-160F990EAF55}"/>
                </a:ext>
              </a:extLst>
            </p:cNvPr>
            <p:cNvSpPr txBox="1"/>
            <p:nvPr/>
          </p:nvSpPr>
          <p:spPr>
            <a:xfrm>
              <a:off x="3503513" y="2766477"/>
              <a:ext cx="2153872" cy="815383"/>
            </a:xfrm>
            <a:prstGeom prst="rect">
              <a:avLst/>
            </a:prstGeom>
            <a:noFill/>
          </p:spPr>
          <p:txBody>
            <a:bodyPr wrap="square" rtlCol="0">
              <a:spAutoFit/>
            </a:bodyPr>
            <a:lstStyle/>
            <a:p>
              <a:pPr marL="0" marR="0" lvl="0" indent="0" algn="ctr" defTabSz="914400" rtl="0" eaLnBrk="1" fontAlgn="auto" latinLnBrk="0" hangingPunct="1">
                <a:lnSpc>
                  <a:spcPct val="125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Red Hat Display" panose="02010303040201060303" pitchFamily="2" charset="0"/>
                  <a:ea typeface="Red Hat Display" panose="02010303040201060303" pitchFamily="2" charset="0"/>
                  <a:cs typeface="Red Hat Display" panose="02010303040201060303" pitchFamily="2" charset="0"/>
                </a:rPr>
                <a:t>Unbiased decisions</a:t>
              </a:r>
            </a:p>
            <a:p>
              <a:pPr marL="0" marR="0" lvl="0" indent="0" algn="ctr" defTabSz="914400" rtl="0" eaLnBrk="1" fontAlgn="auto" latinLnBrk="0" hangingPunct="1">
                <a:lnSpc>
                  <a:spcPct val="125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Red Hat Display" panose="02010303040201060303" pitchFamily="2" charset="0"/>
                  <a:ea typeface="Red Hat Display" panose="02010303040201060303" pitchFamily="2" charset="0"/>
                  <a:cs typeface="Red Hat Display" panose="02010303040201060303" pitchFamily="2" charset="0"/>
                </a:rPr>
                <a:t>Clear strategies and processes</a:t>
              </a:r>
            </a:p>
          </p:txBody>
        </p:sp>
        <p:sp>
          <p:nvSpPr>
            <p:cNvPr id="14" name="TextBox 13">
              <a:extLst>
                <a:ext uri="{FF2B5EF4-FFF2-40B4-BE49-F238E27FC236}">
                  <a16:creationId xmlns:a16="http://schemas.microsoft.com/office/drawing/2014/main" id="{21234F43-431F-2EFF-EBEA-2932BA708C0C}"/>
                </a:ext>
              </a:extLst>
            </p:cNvPr>
            <p:cNvSpPr txBox="1"/>
            <p:nvPr/>
          </p:nvSpPr>
          <p:spPr>
            <a:xfrm>
              <a:off x="6462303" y="2766477"/>
              <a:ext cx="2153872" cy="560665"/>
            </a:xfrm>
            <a:prstGeom prst="rect">
              <a:avLst/>
            </a:prstGeom>
            <a:noFill/>
          </p:spPr>
          <p:txBody>
            <a:bodyPr wrap="square" rtlCol="0">
              <a:spAutoFit/>
            </a:bodyPr>
            <a:lstStyle/>
            <a:p>
              <a:pPr marL="0" marR="0" lvl="0" indent="0" algn="ctr" defTabSz="914400" rtl="0" eaLnBrk="1" fontAlgn="auto" latinLnBrk="0" hangingPunct="1">
                <a:lnSpc>
                  <a:spcPct val="125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Red Hat Display" panose="02010303040201060303" pitchFamily="2" charset="0"/>
                  <a:ea typeface="Red Hat Display" panose="02010303040201060303" pitchFamily="2" charset="0"/>
                  <a:cs typeface="Red Hat Display" panose="02010303040201060303" pitchFamily="2" charset="0"/>
                </a:rPr>
                <a:t>Consistent long-term outperformance</a:t>
              </a:r>
            </a:p>
          </p:txBody>
        </p:sp>
        <p:sp>
          <p:nvSpPr>
            <p:cNvPr id="15" name="TextBox 14">
              <a:extLst>
                <a:ext uri="{FF2B5EF4-FFF2-40B4-BE49-F238E27FC236}">
                  <a16:creationId xmlns:a16="http://schemas.microsoft.com/office/drawing/2014/main" id="{27720196-2C89-5366-11DC-3A6DC7F1D8F6}"/>
                </a:ext>
              </a:extLst>
            </p:cNvPr>
            <p:cNvSpPr txBox="1"/>
            <p:nvPr/>
          </p:nvSpPr>
          <p:spPr>
            <a:xfrm>
              <a:off x="2609386" y="2393477"/>
              <a:ext cx="981307" cy="332409"/>
            </a:xfrm>
            <a:prstGeom prst="rect">
              <a:avLst/>
            </a:prstGeom>
            <a:noFill/>
          </p:spPr>
          <p:txBody>
            <a:bodyPr wrap="square" rtlCol="0">
              <a:spAutoFit/>
            </a:bodyPr>
            <a:lstStyle/>
            <a:p>
              <a:pPr marL="0" marR="0" lvl="0" indent="0" algn="ctr" defTabSz="914400" rtl="0" eaLnBrk="1" fontAlgn="auto" latinLnBrk="0" hangingPunct="1">
                <a:lnSpc>
                  <a:spcPct val="125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rial" panose="020B0604020202020204" pitchFamily="34" charset="0"/>
                <a:ea typeface="Red Hat Display Light" panose="02010303040201060303" pitchFamily="2" charset="0"/>
                <a:cs typeface="Arial" panose="020B0604020202020204" pitchFamily="34" charset="0"/>
              </a:endParaRPr>
            </a:p>
          </p:txBody>
        </p:sp>
        <p:pic>
          <p:nvPicPr>
            <p:cNvPr id="16" name="Picture 15">
              <a:extLst>
                <a:ext uri="{FF2B5EF4-FFF2-40B4-BE49-F238E27FC236}">
                  <a16:creationId xmlns:a16="http://schemas.microsoft.com/office/drawing/2014/main" id="{145FF154-3916-5EF5-4C14-637D0A9D9719}"/>
                </a:ext>
              </a:extLst>
            </p:cNvPr>
            <p:cNvPicPr>
              <a:picLocks noChangeAspect="1"/>
            </p:cNvPicPr>
            <p:nvPr/>
          </p:nvPicPr>
          <p:blipFill>
            <a:blip r:embed="rId2"/>
            <a:stretch>
              <a:fillRect/>
            </a:stretch>
          </p:blipFill>
          <p:spPr>
            <a:xfrm>
              <a:off x="1432522" y="2152211"/>
              <a:ext cx="326928" cy="463148"/>
            </a:xfrm>
            <a:prstGeom prst="rect">
              <a:avLst/>
            </a:prstGeom>
          </p:spPr>
        </p:pic>
        <p:sp>
          <p:nvSpPr>
            <p:cNvPr id="17" name="TextBox 16">
              <a:extLst>
                <a:ext uri="{FF2B5EF4-FFF2-40B4-BE49-F238E27FC236}">
                  <a16:creationId xmlns:a16="http://schemas.microsoft.com/office/drawing/2014/main" id="{7D6689F4-2E66-AC74-2B81-0436B91EA437}"/>
                </a:ext>
              </a:extLst>
            </p:cNvPr>
            <p:cNvSpPr txBox="1"/>
            <p:nvPr/>
          </p:nvSpPr>
          <p:spPr>
            <a:xfrm>
              <a:off x="5583044" y="2393477"/>
              <a:ext cx="981307" cy="332409"/>
            </a:xfrm>
            <a:prstGeom prst="rect">
              <a:avLst/>
            </a:prstGeom>
            <a:noFill/>
          </p:spPr>
          <p:txBody>
            <a:bodyPr wrap="square" rtlCol="0">
              <a:spAutoFit/>
            </a:bodyPr>
            <a:lstStyle/>
            <a:p>
              <a:pPr marL="0" marR="0" lvl="0" indent="0" algn="ctr" defTabSz="914400" rtl="0" eaLnBrk="1" fontAlgn="auto" latinLnBrk="0" hangingPunct="1">
                <a:lnSpc>
                  <a:spcPct val="125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Arial" panose="020B0604020202020204" pitchFamily="34" charset="0"/>
                <a:ea typeface="Red Hat Display Light" panose="02010303040201060303" pitchFamily="2" charset="0"/>
                <a:cs typeface="Arial" panose="020B0604020202020204" pitchFamily="34" charset="0"/>
              </a:endParaRPr>
            </a:p>
          </p:txBody>
        </p:sp>
        <p:pic>
          <p:nvPicPr>
            <p:cNvPr id="18" name="Picture 17">
              <a:extLst>
                <a:ext uri="{FF2B5EF4-FFF2-40B4-BE49-F238E27FC236}">
                  <a16:creationId xmlns:a16="http://schemas.microsoft.com/office/drawing/2014/main" id="{A87DC5CA-8A23-4A4E-52EB-932668699149}"/>
                </a:ext>
              </a:extLst>
            </p:cNvPr>
            <p:cNvPicPr>
              <a:picLocks noChangeAspect="1"/>
            </p:cNvPicPr>
            <p:nvPr/>
          </p:nvPicPr>
          <p:blipFill>
            <a:blip r:embed="rId3"/>
            <a:stretch>
              <a:fillRect/>
            </a:stretch>
          </p:blipFill>
          <p:spPr>
            <a:xfrm>
              <a:off x="7359805" y="2218789"/>
              <a:ext cx="401076" cy="396570"/>
            </a:xfrm>
            <a:prstGeom prst="rect">
              <a:avLst/>
            </a:prstGeom>
          </p:spPr>
        </p:pic>
        <p:pic>
          <p:nvPicPr>
            <p:cNvPr id="20" name="Picture 19">
              <a:extLst>
                <a:ext uri="{FF2B5EF4-FFF2-40B4-BE49-F238E27FC236}">
                  <a16:creationId xmlns:a16="http://schemas.microsoft.com/office/drawing/2014/main" id="{FD3BFF49-3973-7CC1-074A-592D307E8A14}"/>
                </a:ext>
              </a:extLst>
            </p:cNvPr>
            <p:cNvPicPr>
              <a:picLocks noChangeAspect="1"/>
            </p:cNvPicPr>
            <p:nvPr/>
          </p:nvPicPr>
          <p:blipFill>
            <a:blip r:embed="rId4"/>
            <a:stretch>
              <a:fillRect/>
            </a:stretch>
          </p:blipFill>
          <p:spPr>
            <a:xfrm>
              <a:off x="4371462" y="2152211"/>
              <a:ext cx="401076" cy="463148"/>
            </a:xfrm>
            <a:prstGeom prst="rect">
              <a:avLst/>
            </a:prstGeom>
          </p:spPr>
        </p:pic>
      </p:grpSp>
    </p:spTree>
    <p:extLst>
      <p:ext uri="{BB962C8B-B14F-4D97-AF65-F5344CB8AC3E}">
        <p14:creationId xmlns:p14="http://schemas.microsoft.com/office/powerpoint/2010/main" val="872315865"/>
      </p:ext>
    </p:extLst>
  </p:cSld>
  <p:clrMapOvr>
    <a:masterClrMapping/>
  </p:clrMapOvr>
  <p:transition spd="slow">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D6F691-0059-9661-7B86-5485538D68BF}"/>
              </a:ext>
            </a:extLst>
          </p:cNvPr>
          <p:cNvSpPr>
            <a:spLocks noGrp="1"/>
          </p:cNvSpPr>
          <p:nvPr>
            <p:ph type="sldNum" sz="quarter" idx="4"/>
          </p:nvPr>
        </p:nvSpPr>
        <p:spPr/>
        <p:txBody>
          <a:bodyPr/>
          <a:lstStyle/>
          <a:p>
            <a:fld id="{73490A59-D3E2-A64D-A2FA-D689A8266F0F}" type="slidenum">
              <a:rPr lang="en-US" smtClean="0"/>
              <a:pPr/>
              <a:t>11</a:t>
            </a:fld>
            <a:endParaRPr lang="en-US" dirty="0"/>
          </a:p>
        </p:txBody>
      </p:sp>
      <p:sp>
        <p:nvSpPr>
          <p:cNvPr id="3" name="Text Placeholder 2">
            <a:extLst>
              <a:ext uri="{FF2B5EF4-FFF2-40B4-BE49-F238E27FC236}">
                <a16:creationId xmlns:a16="http://schemas.microsoft.com/office/drawing/2014/main" id="{132FB150-0A78-249E-D1EA-91A94938E92B}"/>
              </a:ext>
            </a:extLst>
          </p:cNvPr>
          <p:cNvSpPr>
            <a:spLocks noGrp="1"/>
          </p:cNvSpPr>
          <p:nvPr>
            <p:ph type="body" sz="quarter" idx="10"/>
          </p:nvPr>
        </p:nvSpPr>
        <p:spPr/>
        <p:txBody>
          <a:bodyPr/>
          <a:lstStyle/>
          <a:p>
            <a:r>
              <a:rPr lang="en-ZA" dirty="0"/>
              <a:t>Prescient Core Equity Strategy</a:t>
            </a:r>
          </a:p>
        </p:txBody>
      </p:sp>
      <p:sp>
        <p:nvSpPr>
          <p:cNvPr id="4" name="Text Placeholder 3">
            <a:extLst>
              <a:ext uri="{FF2B5EF4-FFF2-40B4-BE49-F238E27FC236}">
                <a16:creationId xmlns:a16="http://schemas.microsoft.com/office/drawing/2014/main" id="{7C4564ED-D74A-CE88-B686-A9918F79859D}"/>
              </a:ext>
            </a:extLst>
          </p:cNvPr>
          <p:cNvSpPr>
            <a:spLocks noGrp="1"/>
          </p:cNvSpPr>
          <p:nvPr>
            <p:ph type="body" sz="quarter" idx="11"/>
          </p:nvPr>
        </p:nvSpPr>
        <p:spPr/>
        <p:txBody>
          <a:bodyPr/>
          <a:lstStyle/>
          <a:p>
            <a:r>
              <a:rPr lang="en-ZA" dirty="0"/>
              <a:t>The best of both worlds</a:t>
            </a:r>
          </a:p>
        </p:txBody>
      </p:sp>
      <p:grpSp>
        <p:nvGrpSpPr>
          <p:cNvPr id="6" name="Group 5">
            <a:extLst>
              <a:ext uri="{FF2B5EF4-FFF2-40B4-BE49-F238E27FC236}">
                <a16:creationId xmlns:a16="http://schemas.microsoft.com/office/drawing/2014/main" id="{F5E19CC4-0975-00B4-EB48-2772B3B930DD}"/>
              </a:ext>
            </a:extLst>
          </p:cNvPr>
          <p:cNvGrpSpPr/>
          <p:nvPr/>
        </p:nvGrpSpPr>
        <p:grpSpPr>
          <a:xfrm>
            <a:off x="918998" y="2055058"/>
            <a:ext cx="10354004" cy="3761916"/>
            <a:chOff x="870857" y="1603647"/>
            <a:chExt cx="7423468" cy="2697166"/>
          </a:xfrm>
        </p:grpSpPr>
        <p:sp>
          <p:nvSpPr>
            <p:cNvPr id="7" name="Rounded Rectangle 9">
              <a:extLst>
                <a:ext uri="{FF2B5EF4-FFF2-40B4-BE49-F238E27FC236}">
                  <a16:creationId xmlns:a16="http://schemas.microsoft.com/office/drawing/2014/main" id="{DFD7D357-17EA-9B40-EDC8-5BA68A49BE08}"/>
                </a:ext>
              </a:extLst>
            </p:cNvPr>
            <p:cNvSpPr/>
            <p:nvPr/>
          </p:nvSpPr>
          <p:spPr>
            <a:xfrm>
              <a:off x="870857" y="2173608"/>
              <a:ext cx="3713617" cy="888274"/>
            </a:xfrm>
            <a:prstGeom prst="roundRect">
              <a:avLst>
                <a:gd name="adj" fmla="val 50000"/>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10">
              <a:extLst>
                <a:ext uri="{FF2B5EF4-FFF2-40B4-BE49-F238E27FC236}">
                  <a16:creationId xmlns:a16="http://schemas.microsoft.com/office/drawing/2014/main" id="{BE2B5489-9128-4CF3-49B8-5F8AAF8E37FE}"/>
                </a:ext>
              </a:extLst>
            </p:cNvPr>
            <p:cNvSpPr/>
            <p:nvPr/>
          </p:nvSpPr>
          <p:spPr>
            <a:xfrm>
              <a:off x="4580708" y="2173608"/>
              <a:ext cx="3713617" cy="888274"/>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EA34DFD-2784-1BE4-BF43-E4D0FF4F902E}"/>
                </a:ext>
              </a:extLst>
            </p:cNvPr>
            <p:cNvSpPr/>
            <p:nvPr/>
          </p:nvSpPr>
          <p:spPr>
            <a:xfrm>
              <a:off x="3596450" y="1643578"/>
              <a:ext cx="1960627" cy="19681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2">
              <a:extLst>
                <a:ext uri="{FF2B5EF4-FFF2-40B4-BE49-F238E27FC236}">
                  <a16:creationId xmlns:a16="http://schemas.microsoft.com/office/drawing/2014/main" id="{57F30075-705D-649D-33AF-0E3787A64E53}"/>
                </a:ext>
              </a:extLst>
            </p:cNvPr>
            <p:cNvSpPr/>
            <p:nvPr/>
          </p:nvSpPr>
          <p:spPr>
            <a:xfrm>
              <a:off x="3544790" y="1603647"/>
              <a:ext cx="1027210" cy="2051050"/>
            </a:xfrm>
            <a:custGeom>
              <a:avLst/>
              <a:gdLst>
                <a:gd name="connsiteX0" fmla="*/ 1025525 w 1027210"/>
                <a:gd name="connsiteY0" fmla="*/ 0 h 2051050"/>
                <a:gd name="connsiteX1" fmla="*/ 1027210 w 1027210"/>
                <a:gd name="connsiteY1" fmla="*/ 85 h 2051050"/>
                <a:gd name="connsiteX2" fmla="*/ 1027210 w 1027210"/>
                <a:gd name="connsiteY2" fmla="*/ 52243 h 2051050"/>
                <a:gd name="connsiteX3" fmla="*/ 1025525 w 1027210"/>
                <a:gd name="connsiteY3" fmla="*/ 52158 h 2051050"/>
                <a:gd name="connsiteX4" fmla="*/ 52158 w 1027210"/>
                <a:gd name="connsiteY4" fmla="*/ 1025525 h 2051050"/>
                <a:gd name="connsiteX5" fmla="*/ 1025525 w 1027210"/>
                <a:gd name="connsiteY5" fmla="*/ 1998892 h 2051050"/>
                <a:gd name="connsiteX6" fmla="*/ 1027210 w 1027210"/>
                <a:gd name="connsiteY6" fmla="*/ 1998807 h 2051050"/>
                <a:gd name="connsiteX7" fmla="*/ 1027210 w 1027210"/>
                <a:gd name="connsiteY7" fmla="*/ 2050965 h 2051050"/>
                <a:gd name="connsiteX8" fmla="*/ 1025525 w 1027210"/>
                <a:gd name="connsiteY8" fmla="*/ 2051050 h 2051050"/>
                <a:gd name="connsiteX9" fmla="*/ 0 w 1027210"/>
                <a:gd name="connsiteY9" fmla="*/ 1025525 h 2051050"/>
                <a:gd name="connsiteX10" fmla="*/ 1025525 w 1027210"/>
                <a:gd name="connsiteY10" fmla="*/ 0 h 205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7210" h="2051050">
                  <a:moveTo>
                    <a:pt x="1025525" y="0"/>
                  </a:moveTo>
                  <a:lnTo>
                    <a:pt x="1027210" y="85"/>
                  </a:lnTo>
                  <a:lnTo>
                    <a:pt x="1027210" y="52243"/>
                  </a:lnTo>
                  <a:lnTo>
                    <a:pt x="1025525" y="52158"/>
                  </a:lnTo>
                  <a:cubicBezTo>
                    <a:pt x="487949" y="52158"/>
                    <a:pt x="52158" y="487949"/>
                    <a:pt x="52158" y="1025525"/>
                  </a:cubicBezTo>
                  <a:cubicBezTo>
                    <a:pt x="52158" y="1563101"/>
                    <a:pt x="487949" y="1998892"/>
                    <a:pt x="1025525" y="1998892"/>
                  </a:cubicBezTo>
                  <a:lnTo>
                    <a:pt x="1027210" y="1998807"/>
                  </a:lnTo>
                  <a:lnTo>
                    <a:pt x="1027210" y="2050965"/>
                  </a:lnTo>
                  <a:lnTo>
                    <a:pt x="1025525" y="2051050"/>
                  </a:lnTo>
                  <a:cubicBezTo>
                    <a:pt x="459143" y="2051050"/>
                    <a:pt x="0" y="1591907"/>
                    <a:pt x="0" y="1025525"/>
                  </a:cubicBezTo>
                  <a:cubicBezTo>
                    <a:pt x="0" y="459143"/>
                    <a:pt x="459143" y="0"/>
                    <a:pt x="1025525" y="0"/>
                  </a:cubicBez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11" name="Freeform 13">
              <a:extLst>
                <a:ext uri="{FF2B5EF4-FFF2-40B4-BE49-F238E27FC236}">
                  <a16:creationId xmlns:a16="http://schemas.microsoft.com/office/drawing/2014/main" id="{E33C329A-F981-5D7C-3152-278FEFE83693}"/>
                </a:ext>
              </a:extLst>
            </p:cNvPr>
            <p:cNvSpPr/>
            <p:nvPr/>
          </p:nvSpPr>
          <p:spPr>
            <a:xfrm>
              <a:off x="4572000" y="1603647"/>
              <a:ext cx="1025526" cy="2051050"/>
            </a:xfrm>
            <a:custGeom>
              <a:avLst/>
              <a:gdLst>
                <a:gd name="connsiteX0" fmla="*/ 1 w 1025526"/>
                <a:gd name="connsiteY0" fmla="*/ 0 h 2051050"/>
                <a:gd name="connsiteX1" fmla="*/ 1025526 w 1025526"/>
                <a:gd name="connsiteY1" fmla="*/ 1025525 h 2051050"/>
                <a:gd name="connsiteX2" fmla="*/ 1 w 1025526"/>
                <a:gd name="connsiteY2" fmla="*/ 2051050 h 2051050"/>
                <a:gd name="connsiteX3" fmla="*/ 0 w 1025526"/>
                <a:gd name="connsiteY3" fmla="*/ 2051050 h 2051050"/>
                <a:gd name="connsiteX4" fmla="*/ 0 w 1025526"/>
                <a:gd name="connsiteY4" fmla="*/ 1998892 h 2051050"/>
                <a:gd name="connsiteX5" fmla="*/ 1 w 1025526"/>
                <a:gd name="connsiteY5" fmla="*/ 1998892 h 2051050"/>
                <a:gd name="connsiteX6" fmla="*/ 973368 w 1025526"/>
                <a:gd name="connsiteY6" fmla="*/ 1025525 h 2051050"/>
                <a:gd name="connsiteX7" fmla="*/ 1 w 1025526"/>
                <a:gd name="connsiteY7" fmla="*/ 52158 h 2051050"/>
                <a:gd name="connsiteX8" fmla="*/ 0 w 1025526"/>
                <a:gd name="connsiteY8" fmla="*/ 52158 h 2051050"/>
                <a:gd name="connsiteX9" fmla="*/ 0 w 1025526"/>
                <a:gd name="connsiteY9" fmla="*/ 0 h 205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5526" h="2051050">
                  <a:moveTo>
                    <a:pt x="1" y="0"/>
                  </a:moveTo>
                  <a:cubicBezTo>
                    <a:pt x="566383" y="0"/>
                    <a:pt x="1025526" y="459143"/>
                    <a:pt x="1025526" y="1025525"/>
                  </a:cubicBezTo>
                  <a:cubicBezTo>
                    <a:pt x="1025526" y="1591907"/>
                    <a:pt x="566383" y="2051050"/>
                    <a:pt x="1" y="2051050"/>
                  </a:cubicBezTo>
                  <a:lnTo>
                    <a:pt x="0" y="2051050"/>
                  </a:lnTo>
                  <a:lnTo>
                    <a:pt x="0" y="1998892"/>
                  </a:lnTo>
                  <a:lnTo>
                    <a:pt x="1" y="1998892"/>
                  </a:lnTo>
                  <a:cubicBezTo>
                    <a:pt x="537577" y="1998892"/>
                    <a:pt x="973368" y="1563101"/>
                    <a:pt x="973368" y="1025525"/>
                  </a:cubicBezTo>
                  <a:cubicBezTo>
                    <a:pt x="973368" y="487949"/>
                    <a:pt x="537577" y="52158"/>
                    <a:pt x="1" y="52158"/>
                  </a:cubicBezTo>
                  <a:lnTo>
                    <a:pt x="0" y="5215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12" name="Text Placeholder 8">
              <a:extLst>
                <a:ext uri="{FF2B5EF4-FFF2-40B4-BE49-F238E27FC236}">
                  <a16:creationId xmlns:a16="http://schemas.microsoft.com/office/drawing/2014/main" id="{36BB81CF-4D53-3727-479B-46720E924448}"/>
                </a:ext>
              </a:extLst>
            </p:cNvPr>
            <p:cNvSpPr txBox="1">
              <a:spLocks/>
            </p:cNvSpPr>
            <p:nvPr/>
          </p:nvSpPr>
          <p:spPr>
            <a:xfrm>
              <a:off x="1739641" y="2554181"/>
              <a:ext cx="1456783" cy="278038"/>
            </a:xfrm>
            <a:prstGeom prst="rect">
              <a:avLst/>
            </a:prstGeom>
          </p:spPr>
          <p:txBody>
            <a:bodyPr vert="horz" wrap="square" lIns="0" tIns="0" rIns="0" bIns="0" rtlCol="0">
              <a:spAutoFit/>
            </a:bodyPr>
            <a:lstStyle>
              <a:lvl1pPr marL="0" indent="0" algn="l" defTabSz="685800" rtl="0" eaLnBrk="1" latinLnBrk="0" hangingPunct="1">
                <a:lnSpc>
                  <a:spcPct val="90000"/>
                </a:lnSpc>
                <a:spcBef>
                  <a:spcPts val="750"/>
                </a:spcBef>
                <a:buFont typeface="Arial" panose="020B0604020202020204" pitchFamily="34" charset="0"/>
                <a:buNone/>
                <a:defRPr sz="1500" b="0" i="0" kern="120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1pPr>
              <a:lvl2pPr marL="342900" indent="0" algn="l" defTabSz="685800" rtl="0" eaLnBrk="1" latinLnBrk="0" hangingPunct="1">
                <a:lnSpc>
                  <a:spcPct val="90000"/>
                </a:lnSpc>
                <a:spcBef>
                  <a:spcPts val="375"/>
                </a:spcBef>
                <a:buFont typeface="Arial" panose="020B0604020202020204" pitchFamily="34" charset="0"/>
                <a:buNone/>
                <a:defRPr sz="1800" b="0" i="0" kern="120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lgn="l" defTabSz="685800" rtl="0" eaLnBrk="1" latinLnBrk="0" hangingPunct="1">
                <a:lnSpc>
                  <a:spcPct val="90000"/>
                </a:lnSpc>
                <a:spcBef>
                  <a:spcPts val="375"/>
                </a:spcBef>
                <a:buFont typeface="Arial" panose="020B0604020202020204" pitchFamily="34" charset="0"/>
                <a:buNone/>
                <a:defRPr sz="1500" b="0" i="0" kern="120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lgn="l" defTabSz="685800" rtl="0" eaLnBrk="1" latinLnBrk="0" hangingPunct="1">
                <a:lnSpc>
                  <a:spcPct val="90000"/>
                </a:lnSpc>
                <a:spcBef>
                  <a:spcPts val="375"/>
                </a:spcBef>
                <a:buFont typeface="Arial" panose="020B0604020202020204" pitchFamily="34" charset="0"/>
                <a:buNone/>
                <a:defRPr sz="1350" b="0" i="0" kern="120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lgn="l" defTabSz="685800" rtl="0" eaLnBrk="1" latinLnBrk="0" hangingPunct="1">
                <a:lnSpc>
                  <a:spcPct val="90000"/>
                </a:lnSpc>
                <a:spcBef>
                  <a:spcPts val="375"/>
                </a:spcBef>
                <a:buFont typeface="Arial" panose="020B0604020202020204" pitchFamily="34" charset="0"/>
                <a:buNone/>
                <a:defRPr sz="1350" b="0" i="0" kern="120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r"/>
              <a:r>
                <a:rPr lang="en-US" sz="2800" dirty="0">
                  <a:solidFill>
                    <a:schemeClr val="tx2"/>
                  </a:solidFill>
                  <a:latin typeface="Arial" panose="020B0604020202020204" pitchFamily="34" charset="0"/>
                  <a:cs typeface="Arial" panose="020B0604020202020204" pitchFamily="34" charset="0"/>
                </a:rPr>
                <a:t>Active</a:t>
              </a:r>
            </a:p>
          </p:txBody>
        </p:sp>
        <p:sp>
          <p:nvSpPr>
            <p:cNvPr id="13" name="Text Placeholder 8">
              <a:extLst>
                <a:ext uri="{FF2B5EF4-FFF2-40B4-BE49-F238E27FC236}">
                  <a16:creationId xmlns:a16="http://schemas.microsoft.com/office/drawing/2014/main" id="{A99C9373-BC89-D26D-8CC6-970C46B2DBCE}"/>
                </a:ext>
              </a:extLst>
            </p:cNvPr>
            <p:cNvSpPr txBox="1">
              <a:spLocks/>
            </p:cNvSpPr>
            <p:nvPr/>
          </p:nvSpPr>
          <p:spPr>
            <a:xfrm>
              <a:off x="5940680" y="2554181"/>
              <a:ext cx="1479823" cy="278038"/>
            </a:xfrm>
            <a:prstGeom prst="rect">
              <a:avLst/>
            </a:prstGeom>
            <a:noFill/>
          </p:spPr>
          <p:txBody>
            <a:bodyPr vert="horz" wrap="square" lIns="0" tIns="0" rIns="0" bIns="0" rtlCol="0">
              <a:spAutoFit/>
            </a:bodyPr>
            <a:lstStyle>
              <a:lvl1pPr marL="0" indent="0" algn="l" defTabSz="685800" rtl="0" eaLnBrk="1" latinLnBrk="0" hangingPunct="1">
                <a:lnSpc>
                  <a:spcPct val="90000"/>
                </a:lnSpc>
                <a:spcBef>
                  <a:spcPts val="750"/>
                </a:spcBef>
                <a:buFont typeface="Arial" panose="020B0604020202020204" pitchFamily="34" charset="0"/>
                <a:buNone/>
                <a:defRPr sz="1500" b="0" i="0" kern="120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1pPr>
              <a:lvl2pPr marL="342900" indent="0" algn="l" defTabSz="685800" rtl="0" eaLnBrk="1" latinLnBrk="0" hangingPunct="1">
                <a:lnSpc>
                  <a:spcPct val="90000"/>
                </a:lnSpc>
                <a:spcBef>
                  <a:spcPts val="375"/>
                </a:spcBef>
                <a:buFont typeface="Arial" panose="020B0604020202020204" pitchFamily="34" charset="0"/>
                <a:buNone/>
                <a:defRPr sz="1800" b="0" i="0" kern="120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lgn="l" defTabSz="685800" rtl="0" eaLnBrk="1" latinLnBrk="0" hangingPunct="1">
                <a:lnSpc>
                  <a:spcPct val="90000"/>
                </a:lnSpc>
                <a:spcBef>
                  <a:spcPts val="375"/>
                </a:spcBef>
                <a:buFont typeface="Arial" panose="020B0604020202020204" pitchFamily="34" charset="0"/>
                <a:buNone/>
                <a:defRPr sz="1500" b="0" i="0" kern="120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lgn="l" defTabSz="685800" rtl="0" eaLnBrk="1" latinLnBrk="0" hangingPunct="1">
                <a:lnSpc>
                  <a:spcPct val="90000"/>
                </a:lnSpc>
                <a:spcBef>
                  <a:spcPts val="375"/>
                </a:spcBef>
                <a:buFont typeface="Arial" panose="020B0604020202020204" pitchFamily="34" charset="0"/>
                <a:buNone/>
                <a:defRPr sz="1350" b="0" i="0" kern="120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lgn="l" defTabSz="685800" rtl="0" eaLnBrk="1" latinLnBrk="0" hangingPunct="1">
                <a:lnSpc>
                  <a:spcPct val="90000"/>
                </a:lnSpc>
                <a:spcBef>
                  <a:spcPts val="375"/>
                </a:spcBef>
                <a:buFont typeface="Arial" panose="020B0604020202020204" pitchFamily="34" charset="0"/>
                <a:buNone/>
                <a:defRPr sz="1350" b="0" i="0" kern="120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2800" dirty="0">
                  <a:latin typeface="Arial" panose="020B0604020202020204" pitchFamily="34" charset="0"/>
                  <a:cs typeface="Arial" panose="020B0604020202020204" pitchFamily="34" charset="0"/>
                </a:rPr>
                <a:t>Passive</a:t>
              </a:r>
            </a:p>
          </p:txBody>
        </p:sp>
        <p:sp>
          <p:nvSpPr>
            <p:cNvPr id="14" name="Oval 13">
              <a:extLst>
                <a:ext uri="{FF2B5EF4-FFF2-40B4-BE49-F238E27FC236}">
                  <a16:creationId xmlns:a16="http://schemas.microsoft.com/office/drawing/2014/main" id="{C9371318-CCCF-2D50-B453-81187E7D8322}"/>
                </a:ext>
              </a:extLst>
            </p:cNvPr>
            <p:cNvSpPr/>
            <p:nvPr/>
          </p:nvSpPr>
          <p:spPr>
            <a:xfrm>
              <a:off x="971115" y="2245596"/>
              <a:ext cx="752624" cy="75550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18B81F15-1CE7-7232-831E-B7841656DBA8}"/>
                </a:ext>
              </a:extLst>
            </p:cNvPr>
            <p:cNvSpPr/>
            <p:nvPr/>
          </p:nvSpPr>
          <p:spPr>
            <a:xfrm>
              <a:off x="7459379" y="2245596"/>
              <a:ext cx="752624" cy="75550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197ECCFA-1475-E4ED-E039-B22C943411D2}"/>
                </a:ext>
              </a:extLst>
            </p:cNvPr>
            <p:cNvPicPr>
              <a:picLocks noChangeAspect="1"/>
            </p:cNvPicPr>
            <p:nvPr/>
          </p:nvPicPr>
          <p:blipFill>
            <a:blip r:embed="rId2"/>
            <a:stretch>
              <a:fillRect/>
            </a:stretch>
          </p:blipFill>
          <p:spPr>
            <a:xfrm>
              <a:off x="1065475" y="2343285"/>
              <a:ext cx="563464" cy="568280"/>
            </a:xfrm>
            <a:prstGeom prst="rect">
              <a:avLst/>
            </a:prstGeom>
          </p:spPr>
        </p:pic>
        <p:pic>
          <p:nvPicPr>
            <p:cNvPr id="17" name="Picture 16">
              <a:extLst>
                <a:ext uri="{FF2B5EF4-FFF2-40B4-BE49-F238E27FC236}">
                  <a16:creationId xmlns:a16="http://schemas.microsoft.com/office/drawing/2014/main" id="{77D754C9-278A-6775-8EDF-707980B472C0}"/>
                </a:ext>
              </a:extLst>
            </p:cNvPr>
            <p:cNvPicPr>
              <a:picLocks noChangeAspect="1"/>
            </p:cNvPicPr>
            <p:nvPr/>
          </p:nvPicPr>
          <p:blipFill>
            <a:blip r:embed="rId3"/>
            <a:stretch>
              <a:fillRect/>
            </a:stretch>
          </p:blipFill>
          <p:spPr>
            <a:xfrm>
              <a:off x="7577626" y="2375567"/>
              <a:ext cx="497695" cy="467532"/>
            </a:xfrm>
            <a:prstGeom prst="rect">
              <a:avLst/>
            </a:prstGeom>
          </p:spPr>
        </p:pic>
        <p:sp>
          <p:nvSpPr>
            <p:cNvPr id="18" name="Text Placeholder 8">
              <a:extLst>
                <a:ext uri="{FF2B5EF4-FFF2-40B4-BE49-F238E27FC236}">
                  <a16:creationId xmlns:a16="http://schemas.microsoft.com/office/drawing/2014/main" id="{3BD1E2E5-71EC-61B6-D824-5AFF28947C2C}"/>
                </a:ext>
              </a:extLst>
            </p:cNvPr>
            <p:cNvSpPr txBox="1">
              <a:spLocks/>
            </p:cNvSpPr>
            <p:nvPr/>
          </p:nvSpPr>
          <p:spPr>
            <a:xfrm>
              <a:off x="3587695" y="2556180"/>
              <a:ext cx="1949056" cy="397198"/>
            </a:xfrm>
            <a:prstGeom prst="rect">
              <a:avLst/>
            </a:prstGeom>
          </p:spPr>
          <p:txBody>
            <a:bodyPr vert="horz" wrap="square" lIns="0" tIns="0" rIns="0" bIns="0" rtlCol="0">
              <a:spAutoFit/>
            </a:bodyPr>
            <a:lstStyle>
              <a:lvl1pPr marL="0" indent="0" algn="l" defTabSz="685800" rtl="0" eaLnBrk="1" latinLnBrk="0" hangingPunct="1">
                <a:lnSpc>
                  <a:spcPct val="90000"/>
                </a:lnSpc>
                <a:spcBef>
                  <a:spcPts val="750"/>
                </a:spcBef>
                <a:buFont typeface="Arial" panose="020B0604020202020204" pitchFamily="34" charset="0"/>
                <a:buNone/>
                <a:defRPr sz="1500" b="0" i="0" kern="120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1pPr>
              <a:lvl2pPr marL="342900" indent="0" algn="l" defTabSz="685800" rtl="0" eaLnBrk="1" latinLnBrk="0" hangingPunct="1">
                <a:lnSpc>
                  <a:spcPct val="90000"/>
                </a:lnSpc>
                <a:spcBef>
                  <a:spcPts val="375"/>
                </a:spcBef>
                <a:buFont typeface="Arial" panose="020B0604020202020204" pitchFamily="34" charset="0"/>
                <a:buNone/>
                <a:defRPr sz="1800" b="0" i="0" kern="120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lgn="l" defTabSz="685800" rtl="0" eaLnBrk="1" latinLnBrk="0" hangingPunct="1">
                <a:lnSpc>
                  <a:spcPct val="90000"/>
                </a:lnSpc>
                <a:spcBef>
                  <a:spcPts val="375"/>
                </a:spcBef>
                <a:buFont typeface="Arial" panose="020B0604020202020204" pitchFamily="34" charset="0"/>
                <a:buNone/>
                <a:defRPr sz="1500" b="0" i="0" kern="120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lgn="l" defTabSz="685800" rtl="0" eaLnBrk="1" latinLnBrk="0" hangingPunct="1">
                <a:lnSpc>
                  <a:spcPct val="90000"/>
                </a:lnSpc>
                <a:spcBef>
                  <a:spcPts val="375"/>
                </a:spcBef>
                <a:buFont typeface="Arial" panose="020B0604020202020204" pitchFamily="34" charset="0"/>
                <a:buNone/>
                <a:defRPr sz="1350" b="0" i="0" kern="120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lgn="l" defTabSz="685800" rtl="0" eaLnBrk="1" latinLnBrk="0" hangingPunct="1">
                <a:lnSpc>
                  <a:spcPct val="90000"/>
                </a:lnSpc>
                <a:spcBef>
                  <a:spcPts val="375"/>
                </a:spcBef>
                <a:buFont typeface="Arial" panose="020B0604020202020204" pitchFamily="34" charset="0"/>
                <a:buNone/>
                <a:defRPr sz="1350" b="0" i="0" kern="120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r>
                <a:rPr lang="en-US" sz="2000" dirty="0">
                  <a:solidFill>
                    <a:schemeClr val="tx2"/>
                  </a:solidFill>
                  <a:latin typeface="Arial" panose="020B0604020202020204" pitchFamily="34" charset="0"/>
                  <a:cs typeface="Arial" panose="020B0604020202020204" pitchFamily="34" charset="0"/>
                </a:rPr>
                <a:t>Prescient Core Equity Process</a:t>
              </a:r>
            </a:p>
          </p:txBody>
        </p:sp>
        <p:sp>
          <p:nvSpPr>
            <p:cNvPr id="19" name="Text Placeholder 8">
              <a:extLst>
                <a:ext uri="{FF2B5EF4-FFF2-40B4-BE49-F238E27FC236}">
                  <a16:creationId xmlns:a16="http://schemas.microsoft.com/office/drawing/2014/main" id="{577A4E00-F73B-53A0-81EB-8080BC8CDDB4}"/>
                </a:ext>
              </a:extLst>
            </p:cNvPr>
            <p:cNvSpPr txBox="1">
              <a:spLocks/>
            </p:cNvSpPr>
            <p:nvPr/>
          </p:nvSpPr>
          <p:spPr>
            <a:xfrm>
              <a:off x="971115" y="3261847"/>
              <a:ext cx="2225309" cy="1038966"/>
            </a:xfrm>
            <a:prstGeom prst="rect">
              <a:avLst/>
            </a:prstGeom>
          </p:spPr>
          <p:txBody>
            <a:bodyPr vert="horz" wrap="square" lIns="0" tIns="0" rIns="0" bIns="0" rtlCol="0">
              <a:spAutoFit/>
            </a:bodyPr>
            <a:lstStyle>
              <a:lvl1pPr marL="0" indent="0" algn="l" defTabSz="685800" rtl="0" eaLnBrk="1" latinLnBrk="0" hangingPunct="1">
                <a:lnSpc>
                  <a:spcPct val="90000"/>
                </a:lnSpc>
                <a:spcBef>
                  <a:spcPts val="750"/>
                </a:spcBef>
                <a:buFont typeface="Arial" panose="020B0604020202020204" pitchFamily="34" charset="0"/>
                <a:buNone/>
                <a:defRPr sz="1500" b="0" i="0" kern="120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1pPr>
              <a:lvl2pPr marL="342900" indent="0" algn="l" defTabSz="685800" rtl="0" eaLnBrk="1" latinLnBrk="0" hangingPunct="1">
                <a:lnSpc>
                  <a:spcPct val="90000"/>
                </a:lnSpc>
                <a:spcBef>
                  <a:spcPts val="375"/>
                </a:spcBef>
                <a:buFont typeface="Arial" panose="020B0604020202020204" pitchFamily="34" charset="0"/>
                <a:buNone/>
                <a:defRPr sz="1800" b="0" i="0" kern="120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lgn="l" defTabSz="685800" rtl="0" eaLnBrk="1" latinLnBrk="0" hangingPunct="1">
                <a:lnSpc>
                  <a:spcPct val="90000"/>
                </a:lnSpc>
                <a:spcBef>
                  <a:spcPts val="375"/>
                </a:spcBef>
                <a:buFont typeface="Arial" panose="020B0604020202020204" pitchFamily="34" charset="0"/>
                <a:buNone/>
                <a:defRPr sz="1500" b="0" i="0" kern="120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lgn="l" defTabSz="685800" rtl="0" eaLnBrk="1" latinLnBrk="0" hangingPunct="1">
                <a:lnSpc>
                  <a:spcPct val="90000"/>
                </a:lnSpc>
                <a:spcBef>
                  <a:spcPts val="375"/>
                </a:spcBef>
                <a:buFont typeface="Arial" panose="020B0604020202020204" pitchFamily="34" charset="0"/>
                <a:buNone/>
                <a:defRPr sz="1350" b="0" i="0" kern="120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lgn="l" defTabSz="685800" rtl="0" eaLnBrk="1" latinLnBrk="0" hangingPunct="1">
                <a:lnSpc>
                  <a:spcPct val="90000"/>
                </a:lnSpc>
                <a:spcBef>
                  <a:spcPts val="375"/>
                </a:spcBef>
                <a:buFont typeface="Arial" panose="020B0604020202020204" pitchFamily="34" charset="0"/>
                <a:buNone/>
                <a:defRPr sz="1350" b="0" i="0" kern="120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solidFill>
                    <a:schemeClr val="tx1"/>
                  </a:solidFill>
                  <a:latin typeface="Arial" panose="020B0604020202020204" pitchFamily="34" charset="0"/>
                  <a:cs typeface="Arial" panose="020B0604020202020204" pitchFamily="34" charset="0"/>
                </a:rPr>
                <a:t>Positive Outperformance Target</a:t>
              </a:r>
            </a:p>
            <a:p>
              <a:r>
                <a:rPr lang="en-US" dirty="0">
                  <a:solidFill>
                    <a:schemeClr val="tx1"/>
                  </a:solidFill>
                  <a:latin typeface="Arial" panose="020B0604020202020204" pitchFamily="34" charset="0"/>
                  <a:cs typeface="Arial" panose="020B0604020202020204" pitchFamily="34" charset="0"/>
                </a:rPr>
                <a:t>Active Allocation of Capital</a:t>
              </a:r>
            </a:p>
            <a:p>
              <a:r>
                <a:rPr lang="en-US" dirty="0">
                  <a:solidFill>
                    <a:schemeClr val="tx1"/>
                  </a:solidFill>
                  <a:latin typeface="Arial" panose="020B0604020202020204" pitchFamily="34" charset="0"/>
                  <a:cs typeface="Arial" panose="020B0604020202020204" pitchFamily="34" charset="0"/>
                </a:rPr>
                <a:t>Higher Tracking Error</a:t>
              </a:r>
            </a:p>
            <a:p>
              <a:r>
                <a:rPr lang="en-US" dirty="0">
                  <a:solidFill>
                    <a:schemeClr val="tx1"/>
                  </a:solidFill>
                  <a:latin typeface="Arial" panose="020B0604020202020204" pitchFamily="34" charset="0"/>
                  <a:cs typeface="Arial" panose="020B0604020202020204" pitchFamily="34" charset="0"/>
                </a:rPr>
                <a:t>Higher Turnover</a:t>
              </a:r>
            </a:p>
            <a:p>
              <a:r>
                <a:rPr lang="en-US" dirty="0">
                  <a:solidFill>
                    <a:schemeClr val="tx1"/>
                  </a:solidFill>
                  <a:latin typeface="Arial" panose="020B0604020202020204" pitchFamily="34" charset="0"/>
                  <a:cs typeface="Arial" panose="020B0604020202020204" pitchFamily="34" charset="0"/>
                </a:rPr>
                <a:t>Higher Costs</a:t>
              </a:r>
            </a:p>
          </p:txBody>
        </p:sp>
        <p:sp>
          <p:nvSpPr>
            <p:cNvPr id="20" name="Text Placeholder 8">
              <a:extLst>
                <a:ext uri="{FF2B5EF4-FFF2-40B4-BE49-F238E27FC236}">
                  <a16:creationId xmlns:a16="http://schemas.microsoft.com/office/drawing/2014/main" id="{5290C29A-6022-AD38-42A4-4DAA6F7FE9C9}"/>
                </a:ext>
              </a:extLst>
            </p:cNvPr>
            <p:cNvSpPr txBox="1">
              <a:spLocks/>
            </p:cNvSpPr>
            <p:nvPr/>
          </p:nvSpPr>
          <p:spPr>
            <a:xfrm>
              <a:off x="5940680" y="3261847"/>
              <a:ext cx="2225309" cy="1038966"/>
            </a:xfrm>
            <a:prstGeom prst="rect">
              <a:avLst/>
            </a:prstGeom>
          </p:spPr>
          <p:txBody>
            <a:bodyPr vert="horz" wrap="square" lIns="0" tIns="0" rIns="0" bIns="0" rtlCol="0">
              <a:spAutoFit/>
            </a:bodyPr>
            <a:lstStyle>
              <a:lvl1pPr marL="0" indent="0" algn="l" defTabSz="685800" rtl="0" eaLnBrk="1" latinLnBrk="0" hangingPunct="1">
                <a:lnSpc>
                  <a:spcPct val="90000"/>
                </a:lnSpc>
                <a:spcBef>
                  <a:spcPts val="750"/>
                </a:spcBef>
                <a:buFont typeface="Arial" panose="020B0604020202020204" pitchFamily="34" charset="0"/>
                <a:buNone/>
                <a:defRPr sz="1500" b="0" i="0" kern="1200" cap="none" baseline="0">
                  <a:solidFill>
                    <a:schemeClr val="bg1"/>
                  </a:solidFill>
                  <a:latin typeface="Red Hat Display" panose="02010303040201060303" pitchFamily="2" charset="0"/>
                  <a:ea typeface="Red Hat Display" panose="02010303040201060303" pitchFamily="2" charset="0"/>
                  <a:cs typeface="Red Hat Display" panose="02010303040201060303" pitchFamily="2" charset="0"/>
                </a:defRPr>
              </a:lvl1pPr>
              <a:lvl2pPr marL="342900" indent="0" algn="l" defTabSz="685800" rtl="0" eaLnBrk="1" latinLnBrk="0" hangingPunct="1">
                <a:lnSpc>
                  <a:spcPct val="90000"/>
                </a:lnSpc>
                <a:spcBef>
                  <a:spcPts val="375"/>
                </a:spcBef>
                <a:buFont typeface="Arial" panose="020B0604020202020204" pitchFamily="34" charset="0"/>
                <a:buNone/>
                <a:defRPr sz="1800" b="0" i="0" kern="120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2pPr>
              <a:lvl3pPr marL="685800" indent="0" algn="l" defTabSz="685800" rtl="0" eaLnBrk="1" latinLnBrk="0" hangingPunct="1">
                <a:lnSpc>
                  <a:spcPct val="90000"/>
                </a:lnSpc>
                <a:spcBef>
                  <a:spcPts val="375"/>
                </a:spcBef>
                <a:buFont typeface="Arial" panose="020B0604020202020204" pitchFamily="34" charset="0"/>
                <a:buNone/>
                <a:defRPr sz="1500" b="0" i="0" kern="120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3pPr>
              <a:lvl4pPr marL="1028700" indent="0" algn="l" defTabSz="685800" rtl="0" eaLnBrk="1" latinLnBrk="0" hangingPunct="1">
                <a:lnSpc>
                  <a:spcPct val="90000"/>
                </a:lnSpc>
                <a:spcBef>
                  <a:spcPts val="375"/>
                </a:spcBef>
                <a:buFont typeface="Arial" panose="020B0604020202020204" pitchFamily="34" charset="0"/>
                <a:buNone/>
                <a:defRPr sz="1350" b="0" i="0" kern="120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4pPr>
              <a:lvl5pPr marL="1371600" indent="0" algn="l" defTabSz="685800" rtl="0" eaLnBrk="1" latinLnBrk="0" hangingPunct="1">
                <a:lnSpc>
                  <a:spcPct val="90000"/>
                </a:lnSpc>
                <a:spcBef>
                  <a:spcPts val="375"/>
                </a:spcBef>
                <a:buFont typeface="Arial" panose="020B0604020202020204" pitchFamily="34" charset="0"/>
                <a:buNone/>
                <a:defRPr sz="1350" b="0" i="0" kern="1200" cap="all" baseline="0">
                  <a:solidFill>
                    <a:schemeClr val="bg1"/>
                  </a:solidFill>
                  <a:latin typeface="Red Hat Display Light" panose="02010303040201060303" pitchFamily="2" charset="0"/>
                  <a:ea typeface="Red Hat Display Light" panose="02010303040201060303" pitchFamily="2" charset="0"/>
                  <a:cs typeface="Red Hat Display Light" panose="02010303040201060303" pitchFamily="2"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r"/>
              <a:r>
                <a:rPr lang="en-US" dirty="0">
                  <a:solidFill>
                    <a:schemeClr val="tx1"/>
                  </a:solidFill>
                  <a:latin typeface="Arial" panose="020B0604020202020204" pitchFamily="34" charset="0"/>
                  <a:cs typeface="Arial" panose="020B0604020202020204" pitchFamily="34" charset="0"/>
                </a:rPr>
                <a:t>Lower Tracking Error</a:t>
              </a:r>
            </a:p>
            <a:p>
              <a:pPr algn="r"/>
              <a:r>
                <a:rPr lang="en-US" dirty="0">
                  <a:solidFill>
                    <a:schemeClr val="tx1"/>
                  </a:solidFill>
                  <a:latin typeface="Arial" panose="020B0604020202020204" pitchFamily="34" charset="0"/>
                  <a:cs typeface="Arial" panose="020B0604020202020204" pitchFamily="34" charset="0"/>
                </a:rPr>
                <a:t>Lower Turnover</a:t>
              </a:r>
            </a:p>
            <a:p>
              <a:pPr algn="r"/>
              <a:r>
                <a:rPr lang="en-US" dirty="0">
                  <a:solidFill>
                    <a:schemeClr val="tx1"/>
                  </a:solidFill>
                  <a:latin typeface="Arial" panose="020B0604020202020204" pitchFamily="34" charset="0"/>
                  <a:cs typeface="Arial" panose="020B0604020202020204" pitchFamily="34" charset="0"/>
                </a:rPr>
                <a:t>Lower Costs</a:t>
              </a:r>
            </a:p>
            <a:p>
              <a:pPr algn="r"/>
              <a:r>
                <a:rPr lang="en-US" dirty="0">
                  <a:solidFill>
                    <a:schemeClr val="tx1"/>
                  </a:solidFill>
                  <a:latin typeface="Arial" panose="020B0604020202020204" pitchFamily="34" charset="0"/>
                  <a:cs typeface="Arial" panose="020B0604020202020204" pitchFamily="34" charset="0"/>
                </a:rPr>
                <a:t>Passive Allocation of Capital</a:t>
              </a:r>
            </a:p>
            <a:p>
              <a:pPr algn="r"/>
              <a:r>
                <a:rPr lang="en-US" dirty="0">
                  <a:solidFill>
                    <a:schemeClr val="tx1"/>
                  </a:solidFill>
                  <a:latin typeface="Arial" panose="020B0604020202020204" pitchFamily="34" charset="0"/>
                  <a:cs typeface="Arial" panose="020B0604020202020204" pitchFamily="34" charset="0"/>
                </a:rPr>
                <a:t>Designed to Underperform</a:t>
              </a:r>
            </a:p>
          </p:txBody>
        </p:sp>
      </p:grpSp>
    </p:spTree>
    <p:extLst>
      <p:ext uri="{BB962C8B-B14F-4D97-AF65-F5344CB8AC3E}">
        <p14:creationId xmlns:p14="http://schemas.microsoft.com/office/powerpoint/2010/main" val="3782348197"/>
      </p:ext>
    </p:extLst>
  </p:cSld>
  <p:clrMapOvr>
    <a:masterClrMapping/>
  </p:clrMapOvr>
  <p:transition spd="slow">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D5FC5D-B7B5-20F9-FB1F-74399CA1648E}"/>
              </a:ext>
            </a:extLst>
          </p:cNvPr>
          <p:cNvSpPr>
            <a:spLocks noGrp="1"/>
          </p:cNvSpPr>
          <p:nvPr>
            <p:ph type="sldNum" sz="quarter" idx="4"/>
          </p:nvPr>
        </p:nvSpPr>
        <p:spPr>
          <a:xfrm>
            <a:off x="-1" y="6396981"/>
            <a:ext cx="447675" cy="184666"/>
          </a:xfrm>
        </p:spPr>
        <p:txBody>
          <a:bodyPr/>
          <a:lstStyle/>
          <a:p>
            <a:fld id="{73490A59-D3E2-A64D-A2FA-D689A8266F0F}" type="slidenum">
              <a:rPr lang="en-US" smtClean="0"/>
              <a:pPr/>
              <a:t>12</a:t>
            </a:fld>
            <a:endParaRPr lang="en-US" dirty="0"/>
          </a:p>
        </p:txBody>
      </p:sp>
      <p:sp>
        <p:nvSpPr>
          <p:cNvPr id="6" name="Text Placeholder 5">
            <a:extLst>
              <a:ext uri="{FF2B5EF4-FFF2-40B4-BE49-F238E27FC236}">
                <a16:creationId xmlns:a16="http://schemas.microsoft.com/office/drawing/2014/main" id="{C4D4D056-A330-3167-15E7-80ACD5D7C519}"/>
              </a:ext>
            </a:extLst>
          </p:cNvPr>
          <p:cNvSpPr>
            <a:spLocks noGrp="1"/>
          </p:cNvSpPr>
          <p:nvPr>
            <p:ph type="body" sz="quarter" idx="10"/>
          </p:nvPr>
        </p:nvSpPr>
        <p:spPr>
          <a:xfrm>
            <a:off x="647387" y="525188"/>
            <a:ext cx="6264763" cy="346249"/>
          </a:xfrm>
        </p:spPr>
        <p:txBody>
          <a:bodyPr/>
          <a:lstStyle/>
          <a:p>
            <a:endParaRPr lang="en-ZA" dirty="0"/>
          </a:p>
        </p:txBody>
      </p:sp>
      <p:sp>
        <p:nvSpPr>
          <p:cNvPr id="19" name="Text Placeholder 18">
            <a:extLst>
              <a:ext uri="{FF2B5EF4-FFF2-40B4-BE49-F238E27FC236}">
                <a16:creationId xmlns:a16="http://schemas.microsoft.com/office/drawing/2014/main" id="{0CBD6583-716E-D5BE-D90D-B3CDE385EF20}"/>
              </a:ext>
            </a:extLst>
          </p:cNvPr>
          <p:cNvSpPr>
            <a:spLocks noGrp="1"/>
          </p:cNvSpPr>
          <p:nvPr>
            <p:ph type="body" sz="quarter" idx="11"/>
          </p:nvPr>
        </p:nvSpPr>
        <p:spPr>
          <a:xfrm>
            <a:off x="647387" y="903702"/>
            <a:ext cx="8627242" cy="550629"/>
          </a:xfrm>
        </p:spPr>
        <p:txBody>
          <a:bodyPr/>
          <a:lstStyle/>
          <a:p>
            <a:r>
              <a:rPr lang="en-ZA" dirty="0"/>
              <a:t>Portable alpha</a:t>
            </a:r>
          </a:p>
        </p:txBody>
      </p:sp>
      <p:sp>
        <p:nvSpPr>
          <p:cNvPr id="3" name="Text Placeholder 6">
            <a:extLst>
              <a:ext uri="{FF2B5EF4-FFF2-40B4-BE49-F238E27FC236}">
                <a16:creationId xmlns:a16="http://schemas.microsoft.com/office/drawing/2014/main" id="{9971B833-9EFF-160C-56FD-87AF516ABCCE}"/>
              </a:ext>
            </a:extLst>
          </p:cNvPr>
          <p:cNvSpPr txBox="1">
            <a:spLocks/>
          </p:cNvSpPr>
          <p:nvPr/>
        </p:nvSpPr>
        <p:spPr>
          <a:xfrm>
            <a:off x="2569396" y="4244205"/>
            <a:ext cx="7420453" cy="11109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ZA" sz="2800" b="0" i="0" u="none" strike="noStrike" kern="1200" cap="none" spc="0" normalizeH="0" baseline="0" noProof="0" dirty="0">
                <a:ln>
                  <a:noFill/>
                </a:ln>
                <a:solidFill>
                  <a:srgbClr val="002855"/>
                </a:solidFill>
                <a:effectLst/>
                <a:uLnTx/>
                <a:uFillTx/>
                <a:latin typeface="Arial" panose="020B0604020202020204" pitchFamily="34" charset="0"/>
                <a:ea typeface="+mn-ea"/>
                <a:cs typeface="Arial" panose="020B0604020202020204" pitchFamily="34" charset="0"/>
              </a:rPr>
              <a:t>Option 1: Outright purchase – the same as pure passive physical replication</a:t>
            </a:r>
          </a:p>
        </p:txBody>
      </p:sp>
      <p:sp>
        <p:nvSpPr>
          <p:cNvPr id="4" name="Rectangle 3">
            <a:extLst>
              <a:ext uri="{FF2B5EF4-FFF2-40B4-BE49-F238E27FC236}">
                <a16:creationId xmlns:a16="http://schemas.microsoft.com/office/drawing/2014/main" id="{3046FA11-9872-AA06-9A76-88B61424B1C6}"/>
              </a:ext>
            </a:extLst>
          </p:cNvPr>
          <p:cNvSpPr/>
          <p:nvPr/>
        </p:nvSpPr>
        <p:spPr>
          <a:xfrm>
            <a:off x="2347307" y="1993761"/>
            <a:ext cx="4358155" cy="781348"/>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Arial"/>
                <a:ea typeface="+mn-ea"/>
                <a:cs typeface="Arial"/>
              </a:rPr>
              <a:t>Physical Holdings</a:t>
            </a:r>
          </a:p>
        </p:txBody>
      </p:sp>
      <p:sp>
        <p:nvSpPr>
          <p:cNvPr id="5" name="TextBox 4">
            <a:extLst>
              <a:ext uri="{FF2B5EF4-FFF2-40B4-BE49-F238E27FC236}">
                <a16:creationId xmlns:a16="http://schemas.microsoft.com/office/drawing/2014/main" id="{ADB5BDAA-C481-EDCE-E322-1BA462B28C94}"/>
              </a:ext>
            </a:extLst>
          </p:cNvPr>
          <p:cNvSpPr txBox="1"/>
          <p:nvPr/>
        </p:nvSpPr>
        <p:spPr>
          <a:xfrm>
            <a:off x="6705462" y="2230298"/>
            <a:ext cx="509632" cy="30827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srgbClr val="000000"/>
                </a:solidFill>
                <a:effectLst/>
                <a:uLnTx/>
                <a:uFillTx/>
                <a:latin typeface="Arial" panose="020B0604020202020204"/>
                <a:ea typeface="+mn-ea"/>
                <a:cs typeface="+mn-cs"/>
              </a:rPr>
              <a:t>=</a:t>
            </a:r>
          </a:p>
        </p:txBody>
      </p:sp>
      <p:sp>
        <p:nvSpPr>
          <p:cNvPr id="7" name="Rectangle 6">
            <a:extLst>
              <a:ext uri="{FF2B5EF4-FFF2-40B4-BE49-F238E27FC236}">
                <a16:creationId xmlns:a16="http://schemas.microsoft.com/office/drawing/2014/main" id="{C859F500-1B71-C53E-1CDA-CAC67D1E0E84}"/>
              </a:ext>
            </a:extLst>
          </p:cNvPr>
          <p:cNvSpPr/>
          <p:nvPr/>
        </p:nvSpPr>
        <p:spPr>
          <a:xfrm>
            <a:off x="7286551" y="1993761"/>
            <a:ext cx="2324350" cy="7813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Arial"/>
                <a:ea typeface="+mn-ea"/>
                <a:cs typeface="Arial"/>
              </a:rPr>
              <a:t>Market Returns</a:t>
            </a:r>
          </a:p>
        </p:txBody>
      </p:sp>
    </p:spTree>
    <p:extLst>
      <p:ext uri="{BB962C8B-B14F-4D97-AF65-F5344CB8AC3E}">
        <p14:creationId xmlns:p14="http://schemas.microsoft.com/office/powerpoint/2010/main" val="222716584"/>
      </p:ext>
    </p:extLst>
  </p:cSld>
  <p:clrMapOvr>
    <a:masterClrMapping/>
  </p:clrMapOvr>
  <p:transition spd="slow">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D5FC5D-B7B5-20F9-FB1F-74399CA1648E}"/>
              </a:ext>
            </a:extLst>
          </p:cNvPr>
          <p:cNvSpPr>
            <a:spLocks noGrp="1"/>
          </p:cNvSpPr>
          <p:nvPr>
            <p:ph type="sldNum" sz="quarter" idx="4"/>
          </p:nvPr>
        </p:nvSpPr>
        <p:spPr>
          <a:xfrm>
            <a:off x="-1" y="6396981"/>
            <a:ext cx="447675" cy="184666"/>
          </a:xfrm>
        </p:spPr>
        <p:txBody>
          <a:bodyPr/>
          <a:lstStyle/>
          <a:p>
            <a:fld id="{73490A59-D3E2-A64D-A2FA-D689A8266F0F}" type="slidenum">
              <a:rPr lang="en-US" smtClean="0"/>
              <a:pPr/>
              <a:t>13</a:t>
            </a:fld>
            <a:endParaRPr lang="en-US" dirty="0"/>
          </a:p>
        </p:txBody>
      </p:sp>
      <p:sp>
        <p:nvSpPr>
          <p:cNvPr id="6" name="Text Placeholder 5">
            <a:extLst>
              <a:ext uri="{FF2B5EF4-FFF2-40B4-BE49-F238E27FC236}">
                <a16:creationId xmlns:a16="http://schemas.microsoft.com/office/drawing/2014/main" id="{C4D4D056-A330-3167-15E7-80ACD5D7C519}"/>
              </a:ext>
            </a:extLst>
          </p:cNvPr>
          <p:cNvSpPr>
            <a:spLocks noGrp="1"/>
          </p:cNvSpPr>
          <p:nvPr>
            <p:ph type="body" sz="quarter" idx="10"/>
          </p:nvPr>
        </p:nvSpPr>
        <p:spPr>
          <a:xfrm>
            <a:off x="647387" y="525188"/>
            <a:ext cx="6264763" cy="346249"/>
          </a:xfrm>
        </p:spPr>
        <p:txBody>
          <a:bodyPr/>
          <a:lstStyle/>
          <a:p>
            <a:endParaRPr lang="en-ZA" dirty="0"/>
          </a:p>
        </p:txBody>
      </p:sp>
      <p:sp>
        <p:nvSpPr>
          <p:cNvPr id="19" name="Text Placeholder 18">
            <a:extLst>
              <a:ext uri="{FF2B5EF4-FFF2-40B4-BE49-F238E27FC236}">
                <a16:creationId xmlns:a16="http://schemas.microsoft.com/office/drawing/2014/main" id="{0CBD6583-716E-D5BE-D90D-B3CDE385EF20}"/>
              </a:ext>
            </a:extLst>
          </p:cNvPr>
          <p:cNvSpPr>
            <a:spLocks noGrp="1"/>
          </p:cNvSpPr>
          <p:nvPr>
            <p:ph type="body" sz="quarter" idx="11"/>
          </p:nvPr>
        </p:nvSpPr>
        <p:spPr>
          <a:xfrm>
            <a:off x="647387" y="903702"/>
            <a:ext cx="8627242" cy="550629"/>
          </a:xfrm>
        </p:spPr>
        <p:txBody>
          <a:bodyPr/>
          <a:lstStyle/>
          <a:p>
            <a:r>
              <a:rPr lang="en-ZA" dirty="0"/>
              <a:t>Portable alpha</a:t>
            </a:r>
          </a:p>
        </p:txBody>
      </p:sp>
      <p:sp>
        <p:nvSpPr>
          <p:cNvPr id="8" name="Rectangle 7">
            <a:extLst>
              <a:ext uri="{FF2B5EF4-FFF2-40B4-BE49-F238E27FC236}">
                <a16:creationId xmlns:a16="http://schemas.microsoft.com/office/drawing/2014/main" id="{2AF5DF4A-ADC4-7990-E74D-D0F443E59564}"/>
              </a:ext>
            </a:extLst>
          </p:cNvPr>
          <p:cNvSpPr/>
          <p:nvPr/>
        </p:nvSpPr>
        <p:spPr>
          <a:xfrm>
            <a:off x="2364724" y="1906616"/>
            <a:ext cx="4358155" cy="781348"/>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Arial"/>
                <a:ea typeface="+mn-ea"/>
                <a:cs typeface="Arial"/>
              </a:rPr>
              <a:t>Physical Holdings</a:t>
            </a:r>
          </a:p>
        </p:txBody>
      </p:sp>
      <p:sp>
        <p:nvSpPr>
          <p:cNvPr id="9" name="TextBox 8">
            <a:extLst>
              <a:ext uri="{FF2B5EF4-FFF2-40B4-BE49-F238E27FC236}">
                <a16:creationId xmlns:a16="http://schemas.microsoft.com/office/drawing/2014/main" id="{56F3CA05-63BB-6248-C584-796F72EB842F}"/>
              </a:ext>
            </a:extLst>
          </p:cNvPr>
          <p:cNvSpPr txBox="1"/>
          <p:nvPr/>
        </p:nvSpPr>
        <p:spPr>
          <a:xfrm>
            <a:off x="6722879" y="2143153"/>
            <a:ext cx="509632" cy="30827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srgbClr val="000000"/>
                </a:solidFill>
                <a:effectLst/>
                <a:uLnTx/>
                <a:uFillTx/>
                <a:latin typeface="Arial" panose="020B0604020202020204"/>
                <a:ea typeface="+mn-ea"/>
                <a:cs typeface="+mn-cs"/>
              </a:rPr>
              <a:t>=</a:t>
            </a:r>
          </a:p>
        </p:txBody>
      </p:sp>
      <p:sp>
        <p:nvSpPr>
          <p:cNvPr id="10" name="Rectangle 9">
            <a:extLst>
              <a:ext uri="{FF2B5EF4-FFF2-40B4-BE49-F238E27FC236}">
                <a16:creationId xmlns:a16="http://schemas.microsoft.com/office/drawing/2014/main" id="{E53120AE-ACCD-A0E3-71B6-00061B6E3E33}"/>
              </a:ext>
            </a:extLst>
          </p:cNvPr>
          <p:cNvSpPr/>
          <p:nvPr/>
        </p:nvSpPr>
        <p:spPr>
          <a:xfrm>
            <a:off x="7303968" y="1906616"/>
            <a:ext cx="2324350" cy="781348"/>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Arial"/>
                <a:ea typeface="+mn-ea"/>
                <a:cs typeface="Arial"/>
              </a:rPr>
              <a:t>Market Returns</a:t>
            </a:r>
          </a:p>
        </p:txBody>
      </p:sp>
      <p:sp>
        <p:nvSpPr>
          <p:cNvPr id="11" name="Text Placeholder 6">
            <a:extLst>
              <a:ext uri="{FF2B5EF4-FFF2-40B4-BE49-F238E27FC236}">
                <a16:creationId xmlns:a16="http://schemas.microsoft.com/office/drawing/2014/main" id="{F422AE97-7309-40DA-300B-0D4D12DF8A65}"/>
              </a:ext>
            </a:extLst>
          </p:cNvPr>
          <p:cNvSpPr txBox="1">
            <a:spLocks/>
          </p:cNvSpPr>
          <p:nvPr/>
        </p:nvSpPr>
        <p:spPr>
          <a:xfrm>
            <a:off x="2364724" y="4755562"/>
            <a:ext cx="7420452" cy="7572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ZA" sz="2800" b="0" i="0" u="none" strike="noStrike" kern="1200" cap="none" spc="0" normalizeH="0" baseline="0" noProof="0">
                <a:ln>
                  <a:noFill/>
                </a:ln>
                <a:solidFill>
                  <a:srgbClr val="002855"/>
                </a:solidFill>
                <a:effectLst/>
                <a:uLnTx/>
                <a:uFillTx/>
                <a:latin typeface="Arial" panose="020B0604020202020204" pitchFamily="34" charset="0"/>
                <a:ea typeface="+mn-ea"/>
                <a:cs typeface="Arial" panose="020B0604020202020204" pitchFamily="34" charset="0"/>
              </a:rPr>
              <a:t>Option 2: Unfunded purchase – gives the same exposure as when cost of funding exactly offsets cash yield</a:t>
            </a:r>
          </a:p>
        </p:txBody>
      </p:sp>
      <p:grpSp>
        <p:nvGrpSpPr>
          <p:cNvPr id="12" name="Group 11">
            <a:extLst>
              <a:ext uri="{FF2B5EF4-FFF2-40B4-BE49-F238E27FC236}">
                <a16:creationId xmlns:a16="http://schemas.microsoft.com/office/drawing/2014/main" id="{C2CE9645-2281-D3AE-94CF-5F4848500AED}"/>
              </a:ext>
            </a:extLst>
          </p:cNvPr>
          <p:cNvGrpSpPr/>
          <p:nvPr/>
        </p:nvGrpSpPr>
        <p:grpSpPr>
          <a:xfrm>
            <a:off x="2364725" y="3429000"/>
            <a:ext cx="7263593" cy="781348"/>
            <a:chOff x="1619672" y="1988840"/>
            <a:chExt cx="7200800" cy="936104"/>
          </a:xfrm>
        </p:grpSpPr>
        <p:sp>
          <p:nvSpPr>
            <p:cNvPr id="13" name="Rectangle 12">
              <a:extLst>
                <a:ext uri="{FF2B5EF4-FFF2-40B4-BE49-F238E27FC236}">
                  <a16:creationId xmlns:a16="http://schemas.microsoft.com/office/drawing/2014/main" id="{7D9C1D19-EB36-EBD6-D740-FFFC1B481547}"/>
                </a:ext>
              </a:extLst>
            </p:cNvPr>
            <p:cNvSpPr/>
            <p:nvPr/>
          </p:nvSpPr>
          <p:spPr>
            <a:xfrm>
              <a:off x="1619672" y="1988840"/>
              <a:ext cx="1800200" cy="936104"/>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Arial"/>
                  <a:ea typeface="+mn-ea"/>
                  <a:cs typeface="Arial"/>
                </a:rPr>
                <a:t>Cash</a:t>
              </a:r>
            </a:p>
          </p:txBody>
        </p:sp>
        <p:sp>
          <p:nvSpPr>
            <p:cNvPr id="14" name="TextBox 13">
              <a:extLst>
                <a:ext uri="{FF2B5EF4-FFF2-40B4-BE49-F238E27FC236}">
                  <a16:creationId xmlns:a16="http://schemas.microsoft.com/office/drawing/2014/main" id="{2644A64A-6C7E-2AF2-0977-F6DB097D6D27}"/>
                </a:ext>
              </a:extLst>
            </p:cNvPr>
            <p:cNvSpPr txBox="1"/>
            <p:nvPr/>
          </p:nvSpPr>
          <p:spPr>
            <a:xfrm>
              <a:off x="3562718" y="2204864"/>
              <a:ext cx="505226" cy="369332"/>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srgbClr val="000000"/>
                  </a:solidFill>
                  <a:effectLst/>
                  <a:uLnTx/>
                  <a:uFillTx/>
                  <a:latin typeface="Arial" panose="020B0604020202020204"/>
                  <a:ea typeface="+mn-ea"/>
                  <a:cs typeface="+mn-cs"/>
                </a:rPr>
                <a:t>+</a:t>
              </a:r>
            </a:p>
          </p:txBody>
        </p:sp>
        <p:sp>
          <p:nvSpPr>
            <p:cNvPr id="15" name="TextBox 14">
              <a:extLst>
                <a:ext uri="{FF2B5EF4-FFF2-40B4-BE49-F238E27FC236}">
                  <a16:creationId xmlns:a16="http://schemas.microsoft.com/office/drawing/2014/main" id="{A7814EF2-E843-5FAD-57C6-C468A1F860E2}"/>
                </a:ext>
              </a:extLst>
            </p:cNvPr>
            <p:cNvSpPr txBox="1"/>
            <p:nvPr/>
          </p:nvSpPr>
          <p:spPr>
            <a:xfrm>
              <a:off x="6010990" y="2204864"/>
              <a:ext cx="50522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srgbClr val="000000"/>
                  </a:solidFill>
                  <a:effectLst/>
                  <a:uLnTx/>
                  <a:uFillTx/>
                  <a:latin typeface="Arial" panose="020B0604020202020204"/>
                  <a:ea typeface="+mn-ea"/>
                  <a:cs typeface="+mn-cs"/>
                </a:rPr>
                <a:t>=</a:t>
              </a:r>
            </a:p>
          </p:txBody>
        </p:sp>
        <p:sp>
          <p:nvSpPr>
            <p:cNvPr id="16" name="Rectangle 15">
              <a:extLst>
                <a:ext uri="{FF2B5EF4-FFF2-40B4-BE49-F238E27FC236}">
                  <a16:creationId xmlns:a16="http://schemas.microsoft.com/office/drawing/2014/main" id="{4CFD6011-B7D1-50C6-10D2-C3F75EA4FBD3}"/>
                </a:ext>
              </a:extLst>
            </p:cNvPr>
            <p:cNvSpPr/>
            <p:nvPr/>
          </p:nvSpPr>
          <p:spPr>
            <a:xfrm>
              <a:off x="4138782" y="1988840"/>
              <a:ext cx="1801370" cy="936104"/>
            </a:xfrm>
            <a:prstGeom prst="rect">
              <a:avLst/>
            </a:prstGeom>
            <a:solidFill>
              <a:schemeClr val="accent5"/>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Arial"/>
                  <a:ea typeface="+mn-ea"/>
                  <a:cs typeface="Arial"/>
                </a:rPr>
                <a:t>Market Exposure</a:t>
              </a:r>
            </a:p>
          </p:txBody>
        </p:sp>
        <p:sp>
          <p:nvSpPr>
            <p:cNvPr id="17" name="Rectangle 16">
              <a:extLst>
                <a:ext uri="{FF2B5EF4-FFF2-40B4-BE49-F238E27FC236}">
                  <a16:creationId xmlns:a16="http://schemas.microsoft.com/office/drawing/2014/main" id="{410C7566-C8D6-F2C6-1227-CD6B557DB61F}"/>
                </a:ext>
              </a:extLst>
            </p:cNvPr>
            <p:cNvSpPr/>
            <p:nvPr/>
          </p:nvSpPr>
          <p:spPr>
            <a:xfrm>
              <a:off x="6516216" y="1988840"/>
              <a:ext cx="2304256" cy="9361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Arial"/>
                  <a:ea typeface="+mn-ea"/>
                  <a:cs typeface="Arial"/>
                </a:rPr>
                <a:t>Market Returns</a:t>
              </a:r>
            </a:p>
          </p:txBody>
        </p:sp>
      </p:grpSp>
    </p:spTree>
    <p:extLst>
      <p:ext uri="{BB962C8B-B14F-4D97-AF65-F5344CB8AC3E}">
        <p14:creationId xmlns:p14="http://schemas.microsoft.com/office/powerpoint/2010/main" val="3805409793"/>
      </p:ext>
    </p:extLst>
  </p:cSld>
  <p:clrMapOvr>
    <a:masterClrMapping/>
  </p:clrMapOvr>
  <p:transition spd="slow">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D5FC5D-B7B5-20F9-FB1F-74399CA1648E}"/>
              </a:ext>
            </a:extLst>
          </p:cNvPr>
          <p:cNvSpPr>
            <a:spLocks noGrp="1"/>
          </p:cNvSpPr>
          <p:nvPr>
            <p:ph type="sldNum" sz="quarter" idx="4"/>
          </p:nvPr>
        </p:nvSpPr>
        <p:spPr>
          <a:xfrm>
            <a:off x="-1" y="6396981"/>
            <a:ext cx="447675" cy="184666"/>
          </a:xfrm>
        </p:spPr>
        <p:txBody>
          <a:bodyPr/>
          <a:lstStyle/>
          <a:p>
            <a:fld id="{73490A59-D3E2-A64D-A2FA-D689A8266F0F}" type="slidenum">
              <a:rPr lang="en-US" smtClean="0"/>
              <a:pPr/>
              <a:t>14</a:t>
            </a:fld>
            <a:endParaRPr lang="en-US" dirty="0"/>
          </a:p>
        </p:txBody>
      </p:sp>
      <p:sp>
        <p:nvSpPr>
          <p:cNvPr id="6" name="Text Placeholder 5">
            <a:extLst>
              <a:ext uri="{FF2B5EF4-FFF2-40B4-BE49-F238E27FC236}">
                <a16:creationId xmlns:a16="http://schemas.microsoft.com/office/drawing/2014/main" id="{C4D4D056-A330-3167-15E7-80ACD5D7C519}"/>
              </a:ext>
            </a:extLst>
          </p:cNvPr>
          <p:cNvSpPr>
            <a:spLocks noGrp="1"/>
          </p:cNvSpPr>
          <p:nvPr>
            <p:ph type="body" sz="quarter" idx="10"/>
          </p:nvPr>
        </p:nvSpPr>
        <p:spPr>
          <a:xfrm>
            <a:off x="647387" y="525188"/>
            <a:ext cx="6264763" cy="346249"/>
          </a:xfrm>
        </p:spPr>
        <p:txBody>
          <a:bodyPr/>
          <a:lstStyle/>
          <a:p>
            <a:r>
              <a:rPr lang="en-ZA" dirty="0"/>
              <a:t>Portable alpha</a:t>
            </a:r>
          </a:p>
        </p:txBody>
      </p:sp>
      <p:sp>
        <p:nvSpPr>
          <p:cNvPr id="19" name="Text Placeholder 18">
            <a:extLst>
              <a:ext uri="{FF2B5EF4-FFF2-40B4-BE49-F238E27FC236}">
                <a16:creationId xmlns:a16="http://schemas.microsoft.com/office/drawing/2014/main" id="{0CBD6583-716E-D5BE-D90D-B3CDE385EF20}"/>
              </a:ext>
            </a:extLst>
          </p:cNvPr>
          <p:cNvSpPr>
            <a:spLocks noGrp="1"/>
          </p:cNvSpPr>
          <p:nvPr>
            <p:ph type="body" sz="quarter" idx="11"/>
          </p:nvPr>
        </p:nvSpPr>
        <p:spPr>
          <a:xfrm>
            <a:off x="647386" y="903702"/>
            <a:ext cx="10813093" cy="498598"/>
          </a:xfrm>
        </p:spPr>
        <p:txBody>
          <a:bodyPr/>
          <a:lstStyle/>
          <a:p>
            <a:r>
              <a:rPr lang="en-ZA" sz="3600" dirty="0"/>
              <a:t>Option 2 gives opportunity to generate excess return</a:t>
            </a:r>
          </a:p>
        </p:txBody>
      </p:sp>
      <p:sp>
        <p:nvSpPr>
          <p:cNvPr id="3" name="Rectangle 2">
            <a:extLst>
              <a:ext uri="{FF2B5EF4-FFF2-40B4-BE49-F238E27FC236}">
                <a16:creationId xmlns:a16="http://schemas.microsoft.com/office/drawing/2014/main" id="{1DC91E1B-1529-A1EB-22D4-4648DE9B8031}"/>
              </a:ext>
            </a:extLst>
          </p:cNvPr>
          <p:cNvSpPr/>
          <p:nvPr/>
        </p:nvSpPr>
        <p:spPr>
          <a:xfrm>
            <a:off x="2242805" y="3365982"/>
            <a:ext cx="1815898" cy="78134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Arial"/>
                <a:ea typeface="+mn-ea"/>
                <a:cs typeface="Arial"/>
              </a:rPr>
              <a:t>Cash</a:t>
            </a:r>
          </a:p>
        </p:txBody>
      </p:sp>
      <p:sp>
        <p:nvSpPr>
          <p:cNvPr id="4" name="TextBox 3">
            <a:extLst>
              <a:ext uri="{FF2B5EF4-FFF2-40B4-BE49-F238E27FC236}">
                <a16:creationId xmlns:a16="http://schemas.microsoft.com/office/drawing/2014/main" id="{597CBA97-D529-50BA-89E5-5BD0EC2017ED}"/>
              </a:ext>
            </a:extLst>
          </p:cNvPr>
          <p:cNvSpPr txBox="1"/>
          <p:nvPr/>
        </p:nvSpPr>
        <p:spPr>
          <a:xfrm>
            <a:off x="4202795" y="3546293"/>
            <a:ext cx="509632" cy="308274"/>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srgbClr val="000000"/>
                </a:solidFill>
                <a:effectLst/>
                <a:uLnTx/>
                <a:uFillTx/>
                <a:latin typeface="Arial" panose="020B0604020202020204"/>
                <a:ea typeface="+mn-ea"/>
                <a:cs typeface="+mn-cs"/>
              </a:rPr>
              <a:t>+</a:t>
            </a:r>
          </a:p>
        </p:txBody>
      </p:sp>
      <p:sp>
        <p:nvSpPr>
          <p:cNvPr id="5" name="TextBox 4">
            <a:extLst>
              <a:ext uri="{FF2B5EF4-FFF2-40B4-BE49-F238E27FC236}">
                <a16:creationId xmlns:a16="http://schemas.microsoft.com/office/drawing/2014/main" id="{488A7002-7CE3-61D8-C780-185BD1D33B98}"/>
              </a:ext>
            </a:extLst>
          </p:cNvPr>
          <p:cNvSpPr txBox="1"/>
          <p:nvPr/>
        </p:nvSpPr>
        <p:spPr>
          <a:xfrm>
            <a:off x="6672417" y="3546293"/>
            <a:ext cx="509632" cy="30827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srgbClr val="000000"/>
                </a:solidFill>
                <a:effectLst/>
                <a:uLnTx/>
                <a:uFillTx/>
                <a:latin typeface="Arial" panose="020B0604020202020204"/>
                <a:ea typeface="+mn-ea"/>
                <a:cs typeface="+mn-cs"/>
              </a:rPr>
              <a:t>=</a:t>
            </a:r>
          </a:p>
        </p:txBody>
      </p:sp>
      <p:sp>
        <p:nvSpPr>
          <p:cNvPr id="7" name="Rectangle 6">
            <a:extLst>
              <a:ext uri="{FF2B5EF4-FFF2-40B4-BE49-F238E27FC236}">
                <a16:creationId xmlns:a16="http://schemas.microsoft.com/office/drawing/2014/main" id="{E5348478-CCFD-F1A8-3197-16E0CBCE21A4}"/>
              </a:ext>
            </a:extLst>
          </p:cNvPr>
          <p:cNvSpPr/>
          <p:nvPr/>
        </p:nvSpPr>
        <p:spPr>
          <a:xfrm>
            <a:off x="2242805" y="4928678"/>
            <a:ext cx="1815898" cy="781348"/>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Arial"/>
                <a:ea typeface="+mn-ea"/>
                <a:cs typeface="Arial"/>
              </a:rPr>
              <a:t>Cash + </a:t>
            </a:r>
            <a:r>
              <a:rPr kumimoji="0" lang="el-GR" sz="2000" b="1"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Arial"/>
                <a:ea typeface="+mn-ea"/>
                <a:cs typeface="Arial"/>
              </a:rPr>
              <a:t>α</a:t>
            </a:r>
            <a:r>
              <a:rPr kumimoji="0" lang="en-ZA" sz="18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Arial"/>
                <a:ea typeface="+mn-ea"/>
                <a:cs typeface="Arial"/>
              </a:rPr>
              <a:t> </a:t>
            </a:r>
          </a:p>
        </p:txBody>
      </p:sp>
      <p:sp>
        <p:nvSpPr>
          <p:cNvPr id="18" name="TextBox 17">
            <a:extLst>
              <a:ext uri="{FF2B5EF4-FFF2-40B4-BE49-F238E27FC236}">
                <a16:creationId xmlns:a16="http://schemas.microsoft.com/office/drawing/2014/main" id="{DCF4EEE9-34B7-FFF9-81FE-FFCF2B0EB0BC}"/>
              </a:ext>
            </a:extLst>
          </p:cNvPr>
          <p:cNvSpPr txBox="1"/>
          <p:nvPr/>
        </p:nvSpPr>
        <p:spPr>
          <a:xfrm>
            <a:off x="4202795" y="5108989"/>
            <a:ext cx="509632" cy="308274"/>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srgbClr val="000000"/>
                </a:solidFill>
                <a:effectLst/>
                <a:uLnTx/>
                <a:uFillTx/>
                <a:latin typeface="Arial" panose="020B0604020202020204"/>
                <a:ea typeface="+mn-ea"/>
                <a:cs typeface="+mn-cs"/>
              </a:rPr>
              <a:t>+</a:t>
            </a:r>
          </a:p>
        </p:txBody>
      </p:sp>
      <p:sp>
        <p:nvSpPr>
          <p:cNvPr id="20" name="TextBox 19">
            <a:extLst>
              <a:ext uri="{FF2B5EF4-FFF2-40B4-BE49-F238E27FC236}">
                <a16:creationId xmlns:a16="http://schemas.microsoft.com/office/drawing/2014/main" id="{3B13F5C6-BA0C-3DD3-FA65-E5EC8A7DB755}"/>
              </a:ext>
            </a:extLst>
          </p:cNvPr>
          <p:cNvSpPr txBox="1"/>
          <p:nvPr/>
        </p:nvSpPr>
        <p:spPr>
          <a:xfrm>
            <a:off x="6672417" y="5108989"/>
            <a:ext cx="436996" cy="30827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srgbClr val="000000"/>
                </a:solidFill>
                <a:effectLst/>
                <a:uLnTx/>
                <a:uFillTx/>
                <a:latin typeface="Arial" panose="020B0604020202020204"/>
                <a:ea typeface="+mn-ea"/>
                <a:cs typeface="+mn-cs"/>
              </a:rPr>
              <a:t>=</a:t>
            </a:r>
          </a:p>
        </p:txBody>
      </p:sp>
      <p:sp>
        <p:nvSpPr>
          <p:cNvPr id="21" name="Rectangle 20">
            <a:extLst>
              <a:ext uri="{FF2B5EF4-FFF2-40B4-BE49-F238E27FC236}">
                <a16:creationId xmlns:a16="http://schemas.microsoft.com/office/drawing/2014/main" id="{F732C42E-171B-DF94-C5B7-856B0A41A340}"/>
              </a:ext>
            </a:extLst>
          </p:cNvPr>
          <p:cNvSpPr/>
          <p:nvPr/>
        </p:nvSpPr>
        <p:spPr>
          <a:xfrm>
            <a:off x="4783882" y="3365982"/>
            <a:ext cx="1817078" cy="78134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Arial"/>
                <a:ea typeface="+mn-ea"/>
                <a:cs typeface="Arial"/>
              </a:rPr>
              <a:t>Market Exposure</a:t>
            </a:r>
          </a:p>
        </p:txBody>
      </p:sp>
      <p:sp>
        <p:nvSpPr>
          <p:cNvPr id="22" name="Rectangle 21">
            <a:extLst>
              <a:ext uri="{FF2B5EF4-FFF2-40B4-BE49-F238E27FC236}">
                <a16:creationId xmlns:a16="http://schemas.microsoft.com/office/drawing/2014/main" id="{08CE7241-2FEA-5308-7FAD-A5BBC422A36F}"/>
              </a:ext>
            </a:extLst>
          </p:cNvPr>
          <p:cNvSpPr/>
          <p:nvPr/>
        </p:nvSpPr>
        <p:spPr>
          <a:xfrm>
            <a:off x="7182048" y="3365982"/>
            <a:ext cx="2324350" cy="7813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Arial"/>
                <a:ea typeface="+mn-ea"/>
                <a:cs typeface="Arial"/>
              </a:rPr>
              <a:t>Market Returns</a:t>
            </a:r>
          </a:p>
        </p:txBody>
      </p:sp>
      <p:cxnSp>
        <p:nvCxnSpPr>
          <p:cNvPr id="23" name="Straight Arrow Connector 22">
            <a:extLst>
              <a:ext uri="{FF2B5EF4-FFF2-40B4-BE49-F238E27FC236}">
                <a16:creationId xmlns:a16="http://schemas.microsoft.com/office/drawing/2014/main" id="{2644B38A-9925-0B56-6BD3-435937C16AF4}"/>
              </a:ext>
            </a:extLst>
          </p:cNvPr>
          <p:cNvCxnSpPr/>
          <p:nvPr/>
        </p:nvCxnSpPr>
        <p:spPr>
          <a:xfrm>
            <a:off x="3114436" y="4267537"/>
            <a:ext cx="0" cy="54093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584F2C7-64BB-1853-C19C-DF3852E89D47}"/>
              </a:ext>
            </a:extLst>
          </p:cNvPr>
          <p:cNvCxnSpPr>
            <a:cxnSpLocks/>
          </p:cNvCxnSpPr>
          <p:nvPr/>
        </p:nvCxnSpPr>
        <p:spPr>
          <a:xfrm>
            <a:off x="5656694" y="4244319"/>
            <a:ext cx="0" cy="564152"/>
          </a:xfrm>
          <a:prstGeom prst="straightConnector1">
            <a:avLst/>
          </a:prstGeom>
          <a:solidFill>
            <a:schemeClr val="bg1"/>
          </a:solidFill>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66EFF722-9383-4CBE-776A-D64294EFC4D4}"/>
              </a:ext>
            </a:extLst>
          </p:cNvPr>
          <p:cNvCxnSpPr/>
          <p:nvPr/>
        </p:nvCxnSpPr>
        <p:spPr>
          <a:xfrm>
            <a:off x="8126315" y="4267537"/>
            <a:ext cx="0" cy="54093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D044258C-5F96-23BF-1B34-360B1978911C}"/>
              </a:ext>
            </a:extLst>
          </p:cNvPr>
          <p:cNvSpPr/>
          <p:nvPr/>
        </p:nvSpPr>
        <p:spPr>
          <a:xfrm>
            <a:off x="4783882" y="4928678"/>
            <a:ext cx="1817078" cy="781348"/>
          </a:xfrm>
          <a:prstGeom prst="rect">
            <a:avLst/>
          </a:prstGeom>
          <a:solidFill>
            <a:schemeClr val="accent5"/>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6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Arial"/>
                <a:ea typeface="+mn-ea"/>
                <a:cs typeface="Arial"/>
              </a:rPr>
              <a:t>Market Exposure</a:t>
            </a:r>
          </a:p>
        </p:txBody>
      </p:sp>
      <p:sp>
        <p:nvSpPr>
          <p:cNvPr id="27" name="Rectangle 26">
            <a:extLst>
              <a:ext uri="{FF2B5EF4-FFF2-40B4-BE49-F238E27FC236}">
                <a16:creationId xmlns:a16="http://schemas.microsoft.com/office/drawing/2014/main" id="{71DE8DA6-CDEA-8B7D-D202-42B23B9C00AB}"/>
              </a:ext>
            </a:extLst>
          </p:cNvPr>
          <p:cNvSpPr/>
          <p:nvPr/>
        </p:nvSpPr>
        <p:spPr>
          <a:xfrm>
            <a:off x="7182048" y="4928678"/>
            <a:ext cx="2324350" cy="7813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Arial"/>
                <a:ea typeface="+mn-ea"/>
                <a:cs typeface="Arial"/>
              </a:rPr>
              <a:t>Market Returns  + </a:t>
            </a:r>
            <a:r>
              <a:rPr kumimoji="0" lang="el-GR" sz="2000" b="1"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Arial"/>
                <a:ea typeface="+mn-ea"/>
                <a:cs typeface="Arial"/>
              </a:rPr>
              <a:t>α</a:t>
            </a:r>
            <a:endParaRPr kumimoji="0" lang="en-ZA" sz="2000" b="1"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Arial"/>
              <a:ea typeface="+mn-ea"/>
              <a:cs typeface="Arial"/>
            </a:endParaRPr>
          </a:p>
        </p:txBody>
      </p:sp>
      <p:sp>
        <p:nvSpPr>
          <p:cNvPr id="28" name="Rectangle 27">
            <a:extLst>
              <a:ext uri="{FF2B5EF4-FFF2-40B4-BE49-F238E27FC236}">
                <a16:creationId xmlns:a16="http://schemas.microsoft.com/office/drawing/2014/main" id="{5E9D0DEB-71F6-F884-6E3F-09C66D579028}"/>
              </a:ext>
            </a:extLst>
          </p:cNvPr>
          <p:cNvSpPr/>
          <p:nvPr/>
        </p:nvSpPr>
        <p:spPr>
          <a:xfrm>
            <a:off x="2242804" y="1941509"/>
            <a:ext cx="4358155" cy="781348"/>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Arial"/>
                <a:ea typeface="+mn-ea"/>
                <a:cs typeface="Arial"/>
              </a:rPr>
              <a:t>Physical Holdings</a:t>
            </a:r>
          </a:p>
        </p:txBody>
      </p:sp>
      <p:sp>
        <p:nvSpPr>
          <p:cNvPr id="29" name="TextBox 28">
            <a:extLst>
              <a:ext uri="{FF2B5EF4-FFF2-40B4-BE49-F238E27FC236}">
                <a16:creationId xmlns:a16="http://schemas.microsoft.com/office/drawing/2014/main" id="{B01EA01E-03A5-5019-4926-B724AE462EC0}"/>
              </a:ext>
            </a:extLst>
          </p:cNvPr>
          <p:cNvSpPr txBox="1"/>
          <p:nvPr/>
        </p:nvSpPr>
        <p:spPr>
          <a:xfrm>
            <a:off x="6600959" y="2178046"/>
            <a:ext cx="509632" cy="30827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srgbClr val="000000"/>
                </a:solidFill>
                <a:effectLst/>
                <a:uLnTx/>
                <a:uFillTx/>
                <a:latin typeface="Arial" panose="020B0604020202020204"/>
                <a:ea typeface="+mn-ea"/>
                <a:cs typeface="+mn-cs"/>
              </a:rPr>
              <a:t>=</a:t>
            </a:r>
          </a:p>
        </p:txBody>
      </p:sp>
      <p:sp>
        <p:nvSpPr>
          <p:cNvPr id="30" name="Rectangle 29">
            <a:extLst>
              <a:ext uri="{FF2B5EF4-FFF2-40B4-BE49-F238E27FC236}">
                <a16:creationId xmlns:a16="http://schemas.microsoft.com/office/drawing/2014/main" id="{2B2CE0CA-F14E-2D91-ECD6-232A06E504CB}"/>
              </a:ext>
            </a:extLst>
          </p:cNvPr>
          <p:cNvSpPr/>
          <p:nvPr/>
        </p:nvSpPr>
        <p:spPr>
          <a:xfrm>
            <a:off x="7182048" y="1941509"/>
            <a:ext cx="2324350" cy="7813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Arial"/>
                <a:ea typeface="+mn-ea"/>
                <a:cs typeface="Arial"/>
              </a:rPr>
              <a:t>Market Returns</a:t>
            </a:r>
          </a:p>
        </p:txBody>
      </p:sp>
      <p:sp>
        <p:nvSpPr>
          <p:cNvPr id="31" name="Rectangle 30">
            <a:extLst>
              <a:ext uri="{FF2B5EF4-FFF2-40B4-BE49-F238E27FC236}">
                <a16:creationId xmlns:a16="http://schemas.microsoft.com/office/drawing/2014/main" id="{3F8E4201-7AC9-4B37-794F-6F317F4C942A}"/>
              </a:ext>
            </a:extLst>
          </p:cNvPr>
          <p:cNvSpPr/>
          <p:nvPr/>
        </p:nvSpPr>
        <p:spPr>
          <a:xfrm>
            <a:off x="3224660" y="5119761"/>
            <a:ext cx="522514" cy="399182"/>
          </a:xfrm>
          <a:prstGeom prst="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srgbClr val="FEFFFE"/>
              </a:solidFill>
              <a:effectLst/>
              <a:uLnTx/>
              <a:uFillTx/>
              <a:latin typeface="Arial" panose="020B0604020202020204"/>
              <a:ea typeface="+mn-ea"/>
              <a:cs typeface="+mn-cs"/>
            </a:endParaRPr>
          </a:p>
        </p:txBody>
      </p:sp>
      <p:sp>
        <p:nvSpPr>
          <p:cNvPr id="32" name="Rectangle 31">
            <a:extLst>
              <a:ext uri="{FF2B5EF4-FFF2-40B4-BE49-F238E27FC236}">
                <a16:creationId xmlns:a16="http://schemas.microsoft.com/office/drawing/2014/main" id="{95D6BC11-5232-794F-76F5-3190C53BA03C}"/>
              </a:ext>
            </a:extLst>
          </p:cNvPr>
          <p:cNvSpPr/>
          <p:nvPr/>
        </p:nvSpPr>
        <p:spPr>
          <a:xfrm>
            <a:off x="8928775" y="5119761"/>
            <a:ext cx="522514" cy="399182"/>
          </a:xfrm>
          <a:prstGeom prst="rect">
            <a:avLst/>
          </a:pr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srgbClr val="FEFFFE"/>
              </a:solidFill>
              <a:effectLst/>
              <a:uLnTx/>
              <a:uFillTx/>
              <a:latin typeface="Arial" panose="020B0604020202020204"/>
              <a:ea typeface="+mn-ea"/>
              <a:cs typeface="+mn-cs"/>
            </a:endParaRPr>
          </a:p>
        </p:txBody>
      </p:sp>
    </p:spTree>
    <p:extLst>
      <p:ext uri="{BB962C8B-B14F-4D97-AF65-F5344CB8AC3E}">
        <p14:creationId xmlns:p14="http://schemas.microsoft.com/office/powerpoint/2010/main" val="1830345407"/>
      </p:ext>
    </p:extLst>
  </p:cSld>
  <p:clrMapOvr>
    <a:masterClrMapping/>
  </p:clrMapOvr>
  <p:transition spd="slow">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D5FC5D-B7B5-20F9-FB1F-74399CA1648E}"/>
              </a:ext>
            </a:extLst>
          </p:cNvPr>
          <p:cNvSpPr>
            <a:spLocks noGrp="1"/>
          </p:cNvSpPr>
          <p:nvPr>
            <p:ph type="sldNum" sz="quarter" idx="4"/>
          </p:nvPr>
        </p:nvSpPr>
        <p:spPr>
          <a:xfrm>
            <a:off x="-1" y="6396981"/>
            <a:ext cx="447675" cy="184666"/>
          </a:xfrm>
        </p:spPr>
        <p:txBody>
          <a:bodyPr/>
          <a:lstStyle/>
          <a:p>
            <a:fld id="{73490A59-D3E2-A64D-A2FA-D689A8266F0F}" type="slidenum">
              <a:rPr lang="en-US" smtClean="0"/>
              <a:pPr/>
              <a:t>15</a:t>
            </a:fld>
            <a:endParaRPr lang="en-US" dirty="0"/>
          </a:p>
        </p:txBody>
      </p:sp>
      <p:sp>
        <p:nvSpPr>
          <p:cNvPr id="6" name="Text Placeholder 5">
            <a:extLst>
              <a:ext uri="{FF2B5EF4-FFF2-40B4-BE49-F238E27FC236}">
                <a16:creationId xmlns:a16="http://schemas.microsoft.com/office/drawing/2014/main" id="{C4D4D056-A330-3167-15E7-80ACD5D7C519}"/>
              </a:ext>
            </a:extLst>
          </p:cNvPr>
          <p:cNvSpPr>
            <a:spLocks noGrp="1"/>
          </p:cNvSpPr>
          <p:nvPr>
            <p:ph type="body" sz="quarter" idx="10"/>
          </p:nvPr>
        </p:nvSpPr>
        <p:spPr>
          <a:xfrm>
            <a:off x="647387" y="525188"/>
            <a:ext cx="6264763" cy="346249"/>
          </a:xfrm>
        </p:spPr>
        <p:txBody>
          <a:bodyPr/>
          <a:lstStyle/>
          <a:p>
            <a:r>
              <a:rPr lang="en-ZA" dirty="0"/>
              <a:t>Portable alpha</a:t>
            </a:r>
          </a:p>
        </p:txBody>
      </p:sp>
      <p:sp>
        <p:nvSpPr>
          <p:cNvPr id="19" name="Text Placeholder 18">
            <a:extLst>
              <a:ext uri="{FF2B5EF4-FFF2-40B4-BE49-F238E27FC236}">
                <a16:creationId xmlns:a16="http://schemas.microsoft.com/office/drawing/2014/main" id="{0CBD6583-716E-D5BE-D90D-B3CDE385EF20}"/>
              </a:ext>
            </a:extLst>
          </p:cNvPr>
          <p:cNvSpPr>
            <a:spLocks noGrp="1"/>
          </p:cNvSpPr>
          <p:nvPr>
            <p:ph type="body" sz="quarter" idx="11"/>
          </p:nvPr>
        </p:nvSpPr>
        <p:spPr>
          <a:xfrm>
            <a:off x="647387" y="903702"/>
            <a:ext cx="8627242" cy="553998"/>
          </a:xfrm>
        </p:spPr>
        <p:txBody>
          <a:bodyPr/>
          <a:lstStyle/>
          <a:p>
            <a:r>
              <a:rPr lang="en-ZA" dirty="0"/>
              <a:t>Enhanced indexation process</a:t>
            </a:r>
          </a:p>
        </p:txBody>
      </p:sp>
      <p:sp>
        <p:nvSpPr>
          <p:cNvPr id="8" name="Text Placeholder 7">
            <a:extLst>
              <a:ext uri="{FF2B5EF4-FFF2-40B4-BE49-F238E27FC236}">
                <a16:creationId xmlns:a16="http://schemas.microsoft.com/office/drawing/2014/main" id="{B377D294-3CD8-B55F-64A7-C2716BFA567F}"/>
              </a:ext>
            </a:extLst>
          </p:cNvPr>
          <p:cNvSpPr>
            <a:spLocks noGrp="1"/>
          </p:cNvSpPr>
          <p:nvPr>
            <p:ph type="body" sz="quarter" idx="14"/>
          </p:nvPr>
        </p:nvSpPr>
        <p:spPr>
          <a:xfrm>
            <a:off x="697074" y="2081143"/>
            <a:ext cx="4263934" cy="3600450"/>
          </a:xfrm>
        </p:spPr>
        <p:txBody>
          <a:bodyPr>
            <a:normAutofit/>
          </a:bodyPr>
          <a:lstStyle/>
          <a:p>
            <a:r>
              <a:rPr lang="en-ZA" sz="1800" dirty="0"/>
              <a:t>In order to generate alpha, the cash and money market assets must be invested in assets that:</a:t>
            </a:r>
          </a:p>
          <a:p>
            <a:pPr marL="800100" lvl="1" indent="-342900">
              <a:buSzPct val="100000"/>
              <a:buFont typeface="+mj-lt"/>
              <a:buAutoNum type="arabicPeriod"/>
            </a:pPr>
            <a:endParaRPr lang="en-ZA" sz="1400" dirty="0"/>
          </a:p>
          <a:p>
            <a:pPr marL="800100" lvl="1" indent="-342900">
              <a:buSzPct val="100000"/>
              <a:buFont typeface="+mj-lt"/>
              <a:buAutoNum type="arabicPeriod"/>
            </a:pPr>
            <a:r>
              <a:rPr lang="en-ZA" sz="1400" dirty="0"/>
              <a:t>Offer a higher fixed rate of return because capital is tied up for a longer period of time, i.e. </a:t>
            </a:r>
            <a:r>
              <a:rPr lang="en-ZA" sz="1400" b="1" dirty="0">
                <a:solidFill>
                  <a:schemeClr val="accent3"/>
                </a:solidFill>
              </a:rPr>
              <a:t>term assets</a:t>
            </a:r>
          </a:p>
          <a:p>
            <a:pPr marL="800100" lvl="1" indent="-342900">
              <a:buSzPct val="100000"/>
              <a:buFont typeface="+mj-lt"/>
              <a:buAutoNum type="arabicPeriod"/>
            </a:pPr>
            <a:endParaRPr lang="en-ZA" sz="1400" dirty="0"/>
          </a:p>
          <a:p>
            <a:pPr marL="800100" lvl="1" indent="-342900">
              <a:buSzPct val="100000"/>
              <a:buFont typeface="+mj-lt"/>
              <a:buAutoNum type="arabicPeriod"/>
            </a:pPr>
            <a:r>
              <a:rPr lang="en-ZA" sz="1400" dirty="0"/>
              <a:t>Offer a higher rate of return because the issuer has given probability of defaulting, i.e. </a:t>
            </a:r>
            <a:r>
              <a:rPr lang="en-ZA" sz="1400" b="1" dirty="0">
                <a:solidFill>
                  <a:schemeClr val="accent2"/>
                </a:solidFill>
              </a:rPr>
              <a:t>credit assets </a:t>
            </a:r>
          </a:p>
          <a:p>
            <a:pPr marL="457200"/>
            <a:endParaRPr lang="en-ZA" sz="1800" dirty="0"/>
          </a:p>
          <a:p>
            <a:pPr marL="457200"/>
            <a:r>
              <a:rPr lang="en-ZA" sz="1800" dirty="0"/>
              <a:t>This is done within the regulation and investment risk tolerances</a:t>
            </a:r>
          </a:p>
          <a:p>
            <a:endParaRPr lang="en-US" sz="1600" dirty="0"/>
          </a:p>
        </p:txBody>
      </p:sp>
      <p:sp>
        <p:nvSpPr>
          <p:cNvPr id="3" name="Content Placeholder 13">
            <a:extLst>
              <a:ext uri="{FF2B5EF4-FFF2-40B4-BE49-F238E27FC236}">
                <a16:creationId xmlns:a16="http://schemas.microsoft.com/office/drawing/2014/main" id="{20AE7447-3ED6-480E-16A1-03344A92073D}"/>
              </a:ext>
            </a:extLst>
          </p:cNvPr>
          <p:cNvSpPr txBox="1">
            <a:spLocks/>
          </p:cNvSpPr>
          <p:nvPr/>
        </p:nvSpPr>
        <p:spPr>
          <a:xfrm>
            <a:off x="6400790" y="1726657"/>
            <a:ext cx="5312229" cy="66651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ZA" sz="1600" dirty="0">
                <a:solidFill>
                  <a:schemeClr val="accent2"/>
                </a:solidFill>
              </a:rPr>
              <a:t>Excess Cash and Money Market return is obtained from Term (duration) and/or Credit </a:t>
            </a:r>
          </a:p>
        </p:txBody>
      </p:sp>
      <p:graphicFrame>
        <p:nvGraphicFramePr>
          <p:cNvPr id="4" name="Content Placeholder 16">
            <a:extLst>
              <a:ext uri="{FF2B5EF4-FFF2-40B4-BE49-F238E27FC236}">
                <a16:creationId xmlns:a16="http://schemas.microsoft.com/office/drawing/2014/main" id="{0CA4E1EA-1C46-5132-3498-BD73B72338D4}"/>
              </a:ext>
            </a:extLst>
          </p:cNvPr>
          <p:cNvGraphicFramePr>
            <a:graphicFrameLocks/>
          </p:cNvGraphicFramePr>
          <p:nvPr/>
        </p:nvGraphicFramePr>
        <p:xfrm>
          <a:off x="6411913" y="2478088"/>
          <a:ext cx="5311775" cy="36004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885026544"/>
      </p:ext>
    </p:extLst>
  </p:cSld>
  <p:clrMapOvr>
    <a:masterClrMapping/>
  </p:clrMapOvr>
  <p:transition spd="slow">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D5FC5D-B7B5-20F9-FB1F-74399CA1648E}"/>
              </a:ext>
            </a:extLst>
          </p:cNvPr>
          <p:cNvSpPr>
            <a:spLocks noGrp="1"/>
          </p:cNvSpPr>
          <p:nvPr>
            <p:ph type="sldNum" sz="quarter" idx="4"/>
          </p:nvPr>
        </p:nvSpPr>
        <p:spPr>
          <a:xfrm>
            <a:off x="-1" y="6396981"/>
            <a:ext cx="447675" cy="184666"/>
          </a:xfrm>
        </p:spPr>
        <p:txBody>
          <a:bodyPr/>
          <a:lstStyle/>
          <a:p>
            <a:fld id="{73490A59-D3E2-A64D-A2FA-D689A8266F0F}" type="slidenum">
              <a:rPr lang="en-US" smtClean="0"/>
              <a:pPr/>
              <a:t>16</a:t>
            </a:fld>
            <a:endParaRPr lang="en-US" dirty="0"/>
          </a:p>
        </p:txBody>
      </p:sp>
      <p:sp>
        <p:nvSpPr>
          <p:cNvPr id="6" name="Text Placeholder 5">
            <a:extLst>
              <a:ext uri="{FF2B5EF4-FFF2-40B4-BE49-F238E27FC236}">
                <a16:creationId xmlns:a16="http://schemas.microsoft.com/office/drawing/2014/main" id="{C4D4D056-A330-3167-15E7-80ACD5D7C519}"/>
              </a:ext>
            </a:extLst>
          </p:cNvPr>
          <p:cNvSpPr>
            <a:spLocks noGrp="1"/>
          </p:cNvSpPr>
          <p:nvPr>
            <p:ph type="body" sz="quarter" idx="10"/>
          </p:nvPr>
        </p:nvSpPr>
        <p:spPr>
          <a:xfrm>
            <a:off x="647387" y="525188"/>
            <a:ext cx="6264763" cy="348365"/>
          </a:xfrm>
        </p:spPr>
        <p:txBody>
          <a:bodyPr/>
          <a:lstStyle/>
          <a:p>
            <a:r>
              <a:rPr lang="en-ZA" dirty="0"/>
              <a:t>Portable alpha</a:t>
            </a:r>
          </a:p>
        </p:txBody>
      </p:sp>
      <p:sp>
        <p:nvSpPr>
          <p:cNvPr id="19" name="Text Placeholder 18">
            <a:extLst>
              <a:ext uri="{FF2B5EF4-FFF2-40B4-BE49-F238E27FC236}">
                <a16:creationId xmlns:a16="http://schemas.microsoft.com/office/drawing/2014/main" id="{0CBD6583-716E-D5BE-D90D-B3CDE385EF20}"/>
              </a:ext>
            </a:extLst>
          </p:cNvPr>
          <p:cNvSpPr>
            <a:spLocks noGrp="1"/>
          </p:cNvSpPr>
          <p:nvPr>
            <p:ph type="body" sz="quarter" idx="11"/>
          </p:nvPr>
        </p:nvSpPr>
        <p:spPr>
          <a:xfrm>
            <a:off x="647700" y="903288"/>
            <a:ext cx="7478615" cy="557212"/>
          </a:xfrm>
        </p:spPr>
        <p:txBody>
          <a:bodyPr/>
          <a:lstStyle/>
          <a:p>
            <a:r>
              <a:rPr lang="en-ZA" dirty="0"/>
              <a:t>Enhanced indexation process</a:t>
            </a:r>
          </a:p>
        </p:txBody>
      </p:sp>
      <p:graphicFrame>
        <p:nvGraphicFramePr>
          <p:cNvPr id="12" name="Chart Placeholder 12">
            <a:extLst>
              <a:ext uri="{FF2B5EF4-FFF2-40B4-BE49-F238E27FC236}">
                <a16:creationId xmlns:a16="http://schemas.microsoft.com/office/drawing/2014/main" id="{544664C7-C0A6-3F84-8657-43DB675D3572}"/>
              </a:ext>
            </a:extLst>
          </p:cNvPr>
          <p:cNvGraphicFramePr>
            <a:graphicFrameLocks/>
          </p:cNvGraphicFramePr>
          <p:nvPr/>
        </p:nvGraphicFramePr>
        <p:xfrm>
          <a:off x="647700" y="1680755"/>
          <a:ext cx="11256962" cy="4381949"/>
        </p:xfrm>
        <a:graphic>
          <a:graphicData uri="http://schemas.openxmlformats.org/drawingml/2006/chart">
            <c:chart xmlns:c="http://schemas.openxmlformats.org/drawingml/2006/chart" xmlns:r="http://schemas.openxmlformats.org/officeDocument/2006/relationships" r:id="rId2"/>
          </a:graphicData>
        </a:graphic>
      </p:graphicFrame>
      <p:sp>
        <p:nvSpPr>
          <p:cNvPr id="13" name="Plus Sign 12">
            <a:extLst>
              <a:ext uri="{FF2B5EF4-FFF2-40B4-BE49-F238E27FC236}">
                <a16:creationId xmlns:a16="http://schemas.microsoft.com/office/drawing/2014/main" id="{3E4E1A4D-D2AA-6DBD-7592-60A4E17B0F23}"/>
              </a:ext>
            </a:extLst>
          </p:cNvPr>
          <p:cNvSpPr/>
          <p:nvPr/>
        </p:nvSpPr>
        <p:spPr>
          <a:xfrm>
            <a:off x="2863570" y="3726790"/>
            <a:ext cx="430306" cy="4572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4" name="Equals 13">
            <a:extLst>
              <a:ext uri="{FF2B5EF4-FFF2-40B4-BE49-F238E27FC236}">
                <a16:creationId xmlns:a16="http://schemas.microsoft.com/office/drawing/2014/main" id="{DE729F9E-3185-F1CE-9898-ECB3A0272616}"/>
              </a:ext>
            </a:extLst>
          </p:cNvPr>
          <p:cNvSpPr/>
          <p:nvPr/>
        </p:nvSpPr>
        <p:spPr>
          <a:xfrm>
            <a:off x="9838111" y="3731880"/>
            <a:ext cx="430306" cy="609603"/>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solidFill>
                <a:schemeClr val="tx1"/>
              </a:solidFill>
            </a:endParaRPr>
          </a:p>
        </p:txBody>
      </p:sp>
    </p:spTree>
    <p:extLst>
      <p:ext uri="{BB962C8B-B14F-4D97-AF65-F5344CB8AC3E}">
        <p14:creationId xmlns:p14="http://schemas.microsoft.com/office/powerpoint/2010/main" val="4078009050"/>
      </p:ext>
    </p:extLst>
  </p:cSld>
  <p:clrMapOvr>
    <a:masterClrMapping/>
  </p:clrMapOvr>
  <p:transition spd="slow">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9F628A9-E109-CC43-E992-49234A142AA9}"/>
              </a:ext>
            </a:extLst>
          </p:cNvPr>
          <p:cNvSpPr>
            <a:spLocks noGrp="1"/>
          </p:cNvSpPr>
          <p:nvPr>
            <p:ph type="sldNum" sz="quarter" idx="4"/>
          </p:nvPr>
        </p:nvSpPr>
        <p:spPr/>
        <p:txBody>
          <a:bodyPr/>
          <a:lstStyle/>
          <a:p>
            <a:fld id="{73490A59-D3E2-A64D-A2FA-D689A8266F0F}" type="slidenum">
              <a:rPr lang="en-US" smtClean="0"/>
              <a:pPr/>
              <a:t>17</a:t>
            </a:fld>
            <a:endParaRPr lang="en-US" dirty="0"/>
          </a:p>
        </p:txBody>
      </p:sp>
      <p:sp>
        <p:nvSpPr>
          <p:cNvPr id="3" name="Text Placeholder 2">
            <a:extLst>
              <a:ext uri="{FF2B5EF4-FFF2-40B4-BE49-F238E27FC236}">
                <a16:creationId xmlns:a16="http://schemas.microsoft.com/office/drawing/2014/main" id="{782017D5-A19C-91BD-C0C1-70A66C5BFA94}"/>
              </a:ext>
            </a:extLst>
          </p:cNvPr>
          <p:cNvSpPr>
            <a:spLocks noGrp="1"/>
          </p:cNvSpPr>
          <p:nvPr>
            <p:ph type="body" sz="quarter" idx="10"/>
          </p:nvPr>
        </p:nvSpPr>
        <p:spPr/>
        <p:txBody>
          <a:bodyPr/>
          <a:lstStyle/>
          <a:p>
            <a:r>
              <a:rPr lang="en-ZA" dirty="0"/>
              <a:t>What does the Investor get?</a:t>
            </a:r>
          </a:p>
        </p:txBody>
      </p:sp>
      <p:sp>
        <p:nvSpPr>
          <p:cNvPr id="4" name="Text Placeholder 3">
            <a:extLst>
              <a:ext uri="{FF2B5EF4-FFF2-40B4-BE49-F238E27FC236}">
                <a16:creationId xmlns:a16="http://schemas.microsoft.com/office/drawing/2014/main" id="{B85930F0-D4B1-80D8-A6B2-263563CE623E}"/>
              </a:ext>
            </a:extLst>
          </p:cNvPr>
          <p:cNvSpPr>
            <a:spLocks noGrp="1"/>
          </p:cNvSpPr>
          <p:nvPr>
            <p:ph type="body" sz="quarter" idx="11"/>
          </p:nvPr>
        </p:nvSpPr>
        <p:spPr>
          <a:xfrm>
            <a:off x="647387" y="903702"/>
            <a:ext cx="7368568" cy="553998"/>
          </a:xfrm>
        </p:spPr>
        <p:txBody>
          <a:bodyPr/>
          <a:lstStyle/>
          <a:p>
            <a:r>
              <a:rPr lang="en-ZA" dirty="0"/>
              <a:t>1. Passive Equity Market Beta</a:t>
            </a:r>
          </a:p>
        </p:txBody>
      </p:sp>
      <p:pic>
        <p:nvPicPr>
          <p:cNvPr id="12" name="Picture 11">
            <a:extLst>
              <a:ext uri="{FF2B5EF4-FFF2-40B4-BE49-F238E27FC236}">
                <a16:creationId xmlns:a16="http://schemas.microsoft.com/office/drawing/2014/main" id="{DA21660E-FB45-6347-CD9D-FB8A35FEB355}"/>
              </a:ext>
            </a:extLst>
          </p:cNvPr>
          <p:cNvPicPr>
            <a:picLocks noChangeAspect="1"/>
          </p:cNvPicPr>
          <p:nvPr/>
        </p:nvPicPr>
        <p:blipFill>
          <a:blip r:embed="rId2"/>
          <a:stretch>
            <a:fillRect/>
          </a:stretch>
        </p:blipFill>
        <p:spPr>
          <a:xfrm>
            <a:off x="371380" y="2046727"/>
            <a:ext cx="7308323" cy="3676943"/>
          </a:xfrm>
          <a:prstGeom prst="rect">
            <a:avLst/>
          </a:prstGeom>
        </p:spPr>
      </p:pic>
      <p:pic>
        <p:nvPicPr>
          <p:cNvPr id="15" name="Picture 14">
            <a:extLst>
              <a:ext uri="{FF2B5EF4-FFF2-40B4-BE49-F238E27FC236}">
                <a16:creationId xmlns:a16="http://schemas.microsoft.com/office/drawing/2014/main" id="{E90E0B00-0F70-EC7C-7BDB-8A6D4599FCAC}"/>
              </a:ext>
            </a:extLst>
          </p:cNvPr>
          <p:cNvPicPr>
            <a:picLocks noChangeAspect="1"/>
          </p:cNvPicPr>
          <p:nvPr/>
        </p:nvPicPr>
        <p:blipFill>
          <a:blip r:embed="rId3"/>
          <a:stretch>
            <a:fillRect/>
          </a:stretch>
        </p:blipFill>
        <p:spPr>
          <a:xfrm>
            <a:off x="8038626" y="1977957"/>
            <a:ext cx="3880725" cy="3814482"/>
          </a:xfrm>
          <a:prstGeom prst="rect">
            <a:avLst/>
          </a:prstGeom>
        </p:spPr>
      </p:pic>
    </p:spTree>
    <p:extLst>
      <p:ext uri="{BB962C8B-B14F-4D97-AF65-F5344CB8AC3E}">
        <p14:creationId xmlns:p14="http://schemas.microsoft.com/office/powerpoint/2010/main" val="2549009161"/>
      </p:ext>
    </p:extLst>
  </p:cSld>
  <p:clrMapOvr>
    <a:masterClrMapping/>
  </p:clrMapOvr>
  <p:transition spd="slow">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4EE2D60-C625-2CE3-CBA3-7E8DFABE8518}"/>
              </a:ext>
            </a:extLst>
          </p:cNvPr>
          <p:cNvSpPr>
            <a:spLocks noGrp="1"/>
          </p:cNvSpPr>
          <p:nvPr>
            <p:ph type="sldNum" sz="quarter" idx="4"/>
          </p:nvPr>
        </p:nvSpPr>
        <p:spPr/>
        <p:txBody>
          <a:bodyPr/>
          <a:lstStyle/>
          <a:p>
            <a:fld id="{73490A59-D3E2-A64D-A2FA-D689A8266F0F}" type="slidenum">
              <a:rPr lang="en-US" smtClean="0"/>
              <a:pPr/>
              <a:t>18</a:t>
            </a:fld>
            <a:endParaRPr lang="en-US" dirty="0"/>
          </a:p>
        </p:txBody>
      </p:sp>
      <p:sp>
        <p:nvSpPr>
          <p:cNvPr id="3" name="Text Placeholder 2">
            <a:extLst>
              <a:ext uri="{FF2B5EF4-FFF2-40B4-BE49-F238E27FC236}">
                <a16:creationId xmlns:a16="http://schemas.microsoft.com/office/drawing/2014/main" id="{F85F88CA-E711-3E7F-5715-3B7154BDFEAA}"/>
              </a:ext>
            </a:extLst>
          </p:cNvPr>
          <p:cNvSpPr>
            <a:spLocks noGrp="1"/>
          </p:cNvSpPr>
          <p:nvPr>
            <p:ph type="body" sz="quarter" idx="10"/>
          </p:nvPr>
        </p:nvSpPr>
        <p:spPr/>
        <p:txBody>
          <a:bodyPr/>
          <a:lstStyle/>
          <a:p>
            <a:r>
              <a:rPr lang="en-ZA" dirty="0"/>
              <a:t>What does the Investor Get?</a:t>
            </a:r>
          </a:p>
        </p:txBody>
      </p:sp>
      <p:sp>
        <p:nvSpPr>
          <p:cNvPr id="4" name="Text Placeholder 3">
            <a:extLst>
              <a:ext uri="{FF2B5EF4-FFF2-40B4-BE49-F238E27FC236}">
                <a16:creationId xmlns:a16="http://schemas.microsoft.com/office/drawing/2014/main" id="{EFA28992-95C4-7D0A-30C0-7E47977D65F8}"/>
              </a:ext>
            </a:extLst>
          </p:cNvPr>
          <p:cNvSpPr>
            <a:spLocks noGrp="1"/>
          </p:cNvSpPr>
          <p:nvPr>
            <p:ph type="body" sz="quarter" idx="11"/>
          </p:nvPr>
        </p:nvSpPr>
        <p:spPr>
          <a:xfrm>
            <a:off x="647387" y="903702"/>
            <a:ext cx="9428105" cy="553998"/>
          </a:xfrm>
        </p:spPr>
        <p:txBody>
          <a:bodyPr/>
          <a:lstStyle/>
          <a:p>
            <a:r>
              <a:rPr lang="en-ZA" dirty="0"/>
              <a:t>2. Active Cash and Money Market Alpha</a:t>
            </a:r>
          </a:p>
        </p:txBody>
      </p:sp>
      <p:pic>
        <p:nvPicPr>
          <p:cNvPr id="7" name="Picture 6">
            <a:extLst>
              <a:ext uri="{FF2B5EF4-FFF2-40B4-BE49-F238E27FC236}">
                <a16:creationId xmlns:a16="http://schemas.microsoft.com/office/drawing/2014/main" id="{A8DBCF3E-F18F-0FCA-93F3-7D64DFC2D147}"/>
              </a:ext>
            </a:extLst>
          </p:cNvPr>
          <p:cNvPicPr>
            <a:picLocks noChangeAspect="1"/>
          </p:cNvPicPr>
          <p:nvPr/>
        </p:nvPicPr>
        <p:blipFill rotWithShape="1">
          <a:blip r:embed="rId2"/>
          <a:srcRect t="800" b="1122"/>
          <a:stretch/>
        </p:blipFill>
        <p:spPr>
          <a:xfrm>
            <a:off x="347332" y="2197787"/>
            <a:ext cx="5757675" cy="3374778"/>
          </a:xfrm>
          <a:prstGeom prst="rect">
            <a:avLst/>
          </a:prstGeom>
        </p:spPr>
      </p:pic>
      <p:pic>
        <p:nvPicPr>
          <p:cNvPr id="9" name="Picture 8">
            <a:extLst>
              <a:ext uri="{FF2B5EF4-FFF2-40B4-BE49-F238E27FC236}">
                <a16:creationId xmlns:a16="http://schemas.microsoft.com/office/drawing/2014/main" id="{51475005-6865-D61E-196A-7245DFEF789B}"/>
              </a:ext>
            </a:extLst>
          </p:cNvPr>
          <p:cNvPicPr>
            <a:picLocks noChangeAspect="1"/>
          </p:cNvPicPr>
          <p:nvPr/>
        </p:nvPicPr>
        <p:blipFill>
          <a:blip r:embed="rId3"/>
          <a:stretch>
            <a:fillRect/>
          </a:stretch>
        </p:blipFill>
        <p:spPr>
          <a:xfrm>
            <a:off x="6405062" y="2223601"/>
            <a:ext cx="5599850" cy="3276509"/>
          </a:xfrm>
          <a:prstGeom prst="rect">
            <a:avLst/>
          </a:prstGeom>
        </p:spPr>
      </p:pic>
    </p:spTree>
    <p:extLst>
      <p:ext uri="{BB962C8B-B14F-4D97-AF65-F5344CB8AC3E}">
        <p14:creationId xmlns:p14="http://schemas.microsoft.com/office/powerpoint/2010/main" val="3394745597"/>
      </p:ext>
    </p:extLst>
  </p:cSld>
  <p:clrMapOvr>
    <a:masterClrMapping/>
  </p:clrMapOvr>
  <p:transition spd="slow">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0C93C-84F7-B3F3-D9DE-521D15AC6119}"/>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490A59-D3E2-A64D-A2FA-D689A8266F0F}" type="slidenum">
              <a:rPr kumimoji="0" lang="en-US" sz="1200" b="0" i="0" u="none" strike="noStrike" kern="1200" cap="none" spc="0" normalizeH="0" baseline="0" noProof="0" smtClean="0">
                <a:ln>
                  <a:noFill/>
                </a:ln>
                <a:solidFill>
                  <a:srgbClr val="002855"/>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srgbClr val="002855"/>
              </a:solidFill>
              <a:effectLst/>
              <a:uLnTx/>
              <a:uFillTx/>
              <a:latin typeface="Arial" panose="020B0604020202020204"/>
              <a:ea typeface="+mn-ea"/>
              <a:cs typeface="+mn-cs"/>
            </a:endParaRPr>
          </a:p>
        </p:txBody>
      </p:sp>
      <p:sp>
        <p:nvSpPr>
          <p:cNvPr id="3" name="Text Placeholder 2">
            <a:extLst>
              <a:ext uri="{FF2B5EF4-FFF2-40B4-BE49-F238E27FC236}">
                <a16:creationId xmlns:a16="http://schemas.microsoft.com/office/drawing/2014/main" id="{974ECDAA-EAC6-D378-FE64-2DC5DD77155E}"/>
              </a:ext>
            </a:extLst>
          </p:cNvPr>
          <p:cNvSpPr>
            <a:spLocks noGrp="1"/>
          </p:cNvSpPr>
          <p:nvPr>
            <p:ph type="body" sz="quarter" idx="10"/>
          </p:nvPr>
        </p:nvSpPr>
        <p:spPr>
          <a:xfrm>
            <a:off x="647386" y="525189"/>
            <a:ext cx="7610205" cy="454525"/>
          </a:xfrm>
        </p:spPr>
        <p:txBody>
          <a:bodyPr/>
          <a:lstStyle/>
          <a:p>
            <a:r>
              <a:rPr lang="en-ZA" dirty="0"/>
              <a:t>How do we use this to build a portfolio?</a:t>
            </a:r>
          </a:p>
        </p:txBody>
      </p:sp>
      <p:sp>
        <p:nvSpPr>
          <p:cNvPr id="4" name="Text Placeholder 3">
            <a:extLst>
              <a:ext uri="{FF2B5EF4-FFF2-40B4-BE49-F238E27FC236}">
                <a16:creationId xmlns:a16="http://schemas.microsoft.com/office/drawing/2014/main" id="{003A0FDF-8B56-B805-5CF3-BCB248D44C3B}"/>
              </a:ext>
            </a:extLst>
          </p:cNvPr>
          <p:cNvSpPr>
            <a:spLocks noGrp="1"/>
          </p:cNvSpPr>
          <p:nvPr>
            <p:ph type="body" sz="quarter" idx="11"/>
          </p:nvPr>
        </p:nvSpPr>
        <p:spPr/>
        <p:txBody>
          <a:bodyPr/>
          <a:lstStyle/>
          <a:p>
            <a:r>
              <a:rPr lang="en-ZA" dirty="0"/>
              <a:t>Portfolio Construction</a:t>
            </a:r>
          </a:p>
        </p:txBody>
      </p:sp>
      <p:graphicFrame>
        <p:nvGraphicFramePr>
          <p:cNvPr id="6" name="Content Placeholder 12">
            <a:extLst>
              <a:ext uri="{FF2B5EF4-FFF2-40B4-BE49-F238E27FC236}">
                <a16:creationId xmlns:a16="http://schemas.microsoft.com/office/drawing/2014/main" id="{A4BC6F42-3820-D9D0-A4D1-9639C30DB235}"/>
              </a:ext>
            </a:extLst>
          </p:cNvPr>
          <p:cNvGraphicFramePr>
            <a:graphicFrameLocks/>
          </p:cNvGraphicFramePr>
          <p:nvPr/>
        </p:nvGraphicFramePr>
        <p:xfrm>
          <a:off x="251210" y="1839612"/>
          <a:ext cx="11667092" cy="41146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43782063"/>
      </p:ext>
    </p:extLst>
  </p:cSld>
  <p:clrMapOvr>
    <a:masterClrMapping/>
  </p:clrMapOvr>
  <p:transition spd="slow">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EEF3CD7-45D5-8554-4F18-1AF2F31F7F91}"/>
              </a:ext>
            </a:extLst>
          </p:cNvPr>
          <p:cNvSpPr>
            <a:spLocks noGrp="1"/>
          </p:cNvSpPr>
          <p:nvPr>
            <p:ph type="sldNum" sz="quarter" idx="4"/>
          </p:nvPr>
        </p:nvSpPr>
        <p:spPr/>
        <p:txBody>
          <a:bodyPr/>
          <a:lstStyle/>
          <a:p>
            <a:fld id="{73490A59-D3E2-A64D-A2FA-D689A8266F0F}" type="slidenum">
              <a:rPr lang="en-US" smtClean="0"/>
              <a:pPr/>
              <a:t>20</a:t>
            </a:fld>
            <a:endParaRPr lang="en-US" dirty="0"/>
          </a:p>
        </p:txBody>
      </p:sp>
      <p:sp>
        <p:nvSpPr>
          <p:cNvPr id="8" name="Text Placeholder 7">
            <a:extLst>
              <a:ext uri="{FF2B5EF4-FFF2-40B4-BE49-F238E27FC236}">
                <a16:creationId xmlns:a16="http://schemas.microsoft.com/office/drawing/2014/main" id="{B73B92CE-3174-4FBC-A4AF-5B7B73DCF110}"/>
              </a:ext>
            </a:extLst>
          </p:cNvPr>
          <p:cNvSpPr>
            <a:spLocks noGrp="1"/>
          </p:cNvSpPr>
          <p:nvPr>
            <p:ph type="body" sz="quarter" idx="10"/>
          </p:nvPr>
        </p:nvSpPr>
        <p:spPr>
          <a:xfrm>
            <a:off x="647386" y="525188"/>
            <a:ext cx="9675933" cy="692497"/>
          </a:xfrm>
        </p:spPr>
        <p:txBody>
          <a:bodyPr/>
          <a:lstStyle/>
          <a:p>
            <a:r>
              <a:rPr lang="en-ZA" dirty="0"/>
              <a:t>Why is this better than the Pure passive and active?</a:t>
            </a:r>
          </a:p>
        </p:txBody>
      </p:sp>
      <p:sp>
        <p:nvSpPr>
          <p:cNvPr id="9" name="Text Placeholder 8">
            <a:extLst>
              <a:ext uri="{FF2B5EF4-FFF2-40B4-BE49-F238E27FC236}">
                <a16:creationId xmlns:a16="http://schemas.microsoft.com/office/drawing/2014/main" id="{E642AFF8-E940-234D-1DFF-CF68858F04F7}"/>
              </a:ext>
            </a:extLst>
          </p:cNvPr>
          <p:cNvSpPr>
            <a:spLocks noGrp="1"/>
          </p:cNvSpPr>
          <p:nvPr>
            <p:ph type="body" sz="quarter" idx="11"/>
          </p:nvPr>
        </p:nvSpPr>
        <p:spPr>
          <a:xfrm>
            <a:off x="647387" y="903702"/>
            <a:ext cx="8342789" cy="553998"/>
          </a:xfrm>
        </p:spPr>
        <p:txBody>
          <a:bodyPr/>
          <a:lstStyle/>
          <a:p>
            <a:r>
              <a:rPr lang="en-ZA" dirty="0"/>
              <a:t>Efficient Capital Allocation</a:t>
            </a:r>
          </a:p>
        </p:txBody>
      </p:sp>
      <p:pic>
        <p:nvPicPr>
          <p:cNvPr id="19" name="Chart Placeholder 18">
            <a:extLst>
              <a:ext uri="{FF2B5EF4-FFF2-40B4-BE49-F238E27FC236}">
                <a16:creationId xmlns:a16="http://schemas.microsoft.com/office/drawing/2014/main" id="{2CC276D7-3E53-5E5A-A3BE-35F0C8F1323B}"/>
              </a:ext>
            </a:extLst>
          </p:cNvPr>
          <p:cNvPicPr>
            <a:picLocks noGrp="1" noChangeAspect="1"/>
          </p:cNvPicPr>
          <p:nvPr>
            <p:ph type="chart" sz="quarter" idx="17"/>
          </p:nvPr>
        </p:nvPicPr>
        <p:blipFill>
          <a:blip r:embed="rId2"/>
          <a:srcRect b="3757"/>
          <a:stretch/>
        </p:blipFill>
        <p:spPr>
          <a:xfrm>
            <a:off x="637317" y="2183285"/>
            <a:ext cx="5532478" cy="3493615"/>
          </a:xfrm>
          <a:prstGeom prst="rect">
            <a:avLst/>
          </a:prstGeom>
        </p:spPr>
      </p:pic>
      <p:graphicFrame>
        <p:nvGraphicFramePr>
          <p:cNvPr id="6" name="Chart Placeholder 5">
            <a:extLst>
              <a:ext uri="{FF2B5EF4-FFF2-40B4-BE49-F238E27FC236}">
                <a16:creationId xmlns:a16="http://schemas.microsoft.com/office/drawing/2014/main" id="{03F41895-2514-AA13-AFB2-48EE6F7C36D7}"/>
              </a:ext>
            </a:extLst>
          </p:cNvPr>
          <p:cNvGraphicFramePr>
            <a:graphicFrameLocks noGrp="1"/>
          </p:cNvGraphicFramePr>
          <p:nvPr>
            <p:ph type="chart" sz="quarter" idx="18"/>
          </p:nvPr>
        </p:nvGraphicFramePr>
        <p:xfrm>
          <a:off x="6229350" y="2032001"/>
          <a:ext cx="5419725" cy="378130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503384464"/>
      </p:ext>
    </p:extLst>
  </p:cSld>
  <p:clrMapOvr>
    <a:masterClrMapping/>
  </p:clrMapOvr>
  <p:transition spd="slow">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Placeholder 14" descr="A close-up of a blue post&#10;&#10;Description automatically generated">
            <a:extLst>
              <a:ext uri="{FF2B5EF4-FFF2-40B4-BE49-F238E27FC236}">
                <a16:creationId xmlns:a16="http://schemas.microsoft.com/office/drawing/2014/main" id="{CE0C2A13-E876-60B1-132D-136290D3FA55}"/>
              </a:ext>
            </a:extLst>
          </p:cNvPr>
          <p:cNvPicPr>
            <a:picLocks noGrp="1" noChangeAspect="1"/>
          </p:cNvPicPr>
          <p:nvPr>
            <p:ph type="pic" sz="quarter" idx="19"/>
          </p:nvPr>
        </p:nvPicPr>
        <p:blipFill>
          <a:blip r:embed="rId2"/>
          <a:srcRect/>
          <a:stretch/>
        </p:blipFill>
        <p:spPr>
          <a:xfrm>
            <a:off x="0" y="0"/>
            <a:ext cx="12192000" cy="6858000"/>
          </a:xfrm>
        </p:spPr>
      </p:pic>
      <p:sp>
        <p:nvSpPr>
          <p:cNvPr id="5" name="Picture Placeholder 4">
            <a:extLst>
              <a:ext uri="{FF2B5EF4-FFF2-40B4-BE49-F238E27FC236}">
                <a16:creationId xmlns:a16="http://schemas.microsoft.com/office/drawing/2014/main" id="{44F60EE1-A4E6-AC8D-CD89-A8B2E7E19F55}"/>
              </a:ext>
            </a:extLst>
          </p:cNvPr>
          <p:cNvSpPr>
            <a:spLocks noGrp="1"/>
          </p:cNvSpPr>
          <p:nvPr>
            <p:ph type="pic" sz="quarter" idx="15"/>
          </p:nvPr>
        </p:nvSpPr>
        <p:spPr/>
        <p:txBody>
          <a:bodyPr/>
          <a:lstStyle/>
          <a:p>
            <a:endParaRPr lang="en-ZA" dirty="0"/>
          </a:p>
        </p:txBody>
      </p:sp>
      <p:sp>
        <p:nvSpPr>
          <p:cNvPr id="7" name="Picture Placeholder 6">
            <a:extLst>
              <a:ext uri="{FF2B5EF4-FFF2-40B4-BE49-F238E27FC236}">
                <a16:creationId xmlns:a16="http://schemas.microsoft.com/office/drawing/2014/main" id="{A5B64A43-D214-A645-C691-A97D398456EB}"/>
              </a:ext>
            </a:extLst>
          </p:cNvPr>
          <p:cNvSpPr>
            <a:spLocks noGrp="1"/>
          </p:cNvSpPr>
          <p:nvPr>
            <p:ph type="pic" sz="quarter" idx="20"/>
          </p:nvPr>
        </p:nvSpPr>
        <p:spPr/>
        <p:txBody>
          <a:bodyPr/>
          <a:lstStyle/>
          <a:p>
            <a:endParaRPr lang="en-ZA"/>
          </a:p>
        </p:txBody>
      </p:sp>
      <p:sp>
        <p:nvSpPr>
          <p:cNvPr id="8" name="Text Placeholder 7">
            <a:extLst>
              <a:ext uri="{FF2B5EF4-FFF2-40B4-BE49-F238E27FC236}">
                <a16:creationId xmlns:a16="http://schemas.microsoft.com/office/drawing/2014/main" id="{3F38C1C5-5CFD-AF1C-113A-F8AAA2B2D3F3}"/>
              </a:ext>
            </a:extLst>
          </p:cNvPr>
          <p:cNvSpPr>
            <a:spLocks noGrp="1"/>
          </p:cNvSpPr>
          <p:nvPr>
            <p:ph type="body" sz="quarter" idx="13"/>
          </p:nvPr>
        </p:nvSpPr>
        <p:spPr>
          <a:xfrm>
            <a:off x="618847" y="2313978"/>
            <a:ext cx="5172075" cy="1163395"/>
          </a:xfrm>
        </p:spPr>
        <p:txBody>
          <a:bodyPr/>
          <a:lstStyle/>
          <a:p>
            <a:r>
              <a:rPr lang="en-US" dirty="0"/>
              <a:t>Equity Market Process and portfolio Construction</a:t>
            </a:r>
          </a:p>
        </p:txBody>
      </p:sp>
      <p:sp>
        <p:nvSpPr>
          <p:cNvPr id="4" name="Text Placeholder 3">
            <a:extLst>
              <a:ext uri="{FF2B5EF4-FFF2-40B4-BE49-F238E27FC236}">
                <a16:creationId xmlns:a16="http://schemas.microsoft.com/office/drawing/2014/main" id="{BBBBE1BB-AC99-1F90-579C-C04376DE894B}"/>
              </a:ext>
            </a:extLst>
          </p:cNvPr>
          <p:cNvSpPr>
            <a:spLocks noGrp="1"/>
          </p:cNvSpPr>
          <p:nvPr>
            <p:ph type="body" sz="quarter" idx="14"/>
          </p:nvPr>
        </p:nvSpPr>
        <p:spPr>
          <a:xfrm>
            <a:off x="618847" y="3888896"/>
            <a:ext cx="4498929" cy="221599"/>
          </a:xfrm>
        </p:spPr>
        <p:txBody>
          <a:bodyPr/>
          <a:lstStyle/>
          <a:p>
            <a:r>
              <a:rPr lang="en-ZA" b="1" dirty="0">
                <a:solidFill>
                  <a:schemeClr val="accent2"/>
                </a:solidFill>
              </a:rPr>
              <a:t>CAPPED ALSI</a:t>
            </a:r>
          </a:p>
        </p:txBody>
      </p:sp>
      <p:sp>
        <p:nvSpPr>
          <p:cNvPr id="6" name="Content Placeholder 5">
            <a:extLst>
              <a:ext uri="{FF2B5EF4-FFF2-40B4-BE49-F238E27FC236}">
                <a16:creationId xmlns:a16="http://schemas.microsoft.com/office/drawing/2014/main" id="{B6E4D730-8BBF-75F5-8BF7-5F1B90F60269}"/>
              </a:ext>
            </a:extLst>
          </p:cNvPr>
          <p:cNvSpPr>
            <a:spLocks noGrp="1"/>
          </p:cNvSpPr>
          <p:nvPr>
            <p:ph sz="quarter" idx="17"/>
          </p:nvPr>
        </p:nvSpPr>
        <p:spPr>
          <a:xfrm flipV="1">
            <a:off x="618847" y="3657467"/>
            <a:ext cx="1548205" cy="45719"/>
          </a:xfrm>
        </p:spPr>
        <p:txBody>
          <a:bodyPr/>
          <a:lstStyle/>
          <a:p>
            <a:endParaRPr lang="en-ZA"/>
          </a:p>
        </p:txBody>
      </p:sp>
    </p:spTree>
    <p:extLst>
      <p:ext uri="{BB962C8B-B14F-4D97-AF65-F5344CB8AC3E}">
        <p14:creationId xmlns:p14="http://schemas.microsoft.com/office/powerpoint/2010/main" val="3140330048"/>
      </p:ext>
    </p:extLst>
  </p:cSld>
  <p:clrMapOvr>
    <a:masterClrMapping/>
  </p:clrMapOvr>
  <p:transition spd="slow">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F4928A-3F0E-FA84-E403-AF263213AA7C}"/>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490A59-D3E2-A64D-A2FA-D689A8266F0F}" type="slidenum">
              <a:rPr kumimoji="0" lang="en-US" sz="1200" b="0" i="0" u="none" strike="noStrike" kern="1200" cap="none" spc="0" normalizeH="0" baseline="0" noProof="0" smtClean="0">
                <a:ln>
                  <a:noFill/>
                </a:ln>
                <a:solidFill>
                  <a:srgbClr val="002855"/>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srgbClr val="002855"/>
              </a:solidFill>
              <a:effectLst/>
              <a:uLnTx/>
              <a:uFillTx/>
              <a:latin typeface="Arial" panose="020B0604020202020204"/>
              <a:ea typeface="+mn-ea"/>
              <a:cs typeface="+mn-cs"/>
            </a:endParaRPr>
          </a:p>
        </p:txBody>
      </p:sp>
      <p:sp>
        <p:nvSpPr>
          <p:cNvPr id="9" name="Text Placeholder 8">
            <a:extLst>
              <a:ext uri="{FF2B5EF4-FFF2-40B4-BE49-F238E27FC236}">
                <a16:creationId xmlns:a16="http://schemas.microsoft.com/office/drawing/2014/main" id="{54DC5A9F-0B14-29EB-44CD-2CA23045C4B2}"/>
              </a:ext>
            </a:extLst>
          </p:cNvPr>
          <p:cNvSpPr>
            <a:spLocks noGrp="1"/>
          </p:cNvSpPr>
          <p:nvPr>
            <p:ph type="body" sz="quarter" idx="10"/>
          </p:nvPr>
        </p:nvSpPr>
        <p:spPr>
          <a:xfrm>
            <a:off x="647387" y="525188"/>
            <a:ext cx="8624432" cy="346249"/>
          </a:xfrm>
        </p:spPr>
        <p:txBody>
          <a:bodyPr/>
          <a:lstStyle/>
          <a:p>
            <a:r>
              <a:rPr lang="en-ZA" dirty="0"/>
              <a:t>How do we Replicate the Benchmark index?</a:t>
            </a:r>
          </a:p>
        </p:txBody>
      </p:sp>
      <p:sp>
        <p:nvSpPr>
          <p:cNvPr id="10" name="Text Placeholder 9">
            <a:extLst>
              <a:ext uri="{FF2B5EF4-FFF2-40B4-BE49-F238E27FC236}">
                <a16:creationId xmlns:a16="http://schemas.microsoft.com/office/drawing/2014/main" id="{B351270F-6811-E7EC-ACC5-CAF6AA003E6B}"/>
              </a:ext>
            </a:extLst>
          </p:cNvPr>
          <p:cNvSpPr>
            <a:spLocks noGrp="1"/>
          </p:cNvSpPr>
          <p:nvPr>
            <p:ph type="body" sz="quarter" idx="11"/>
          </p:nvPr>
        </p:nvSpPr>
        <p:spPr/>
        <p:txBody>
          <a:bodyPr/>
          <a:lstStyle/>
          <a:p>
            <a:r>
              <a:rPr lang="en-ZA" dirty="0"/>
              <a:t>Equity market exposure</a:t>
            </a:r>
          </a:p>
        </p:txBody>
      </p:sp>
      <p:pic>
        <p:nvPicPr>
          <p:cNvPr id="13" name="Picture 12">
            <a:extLst>
              <a:ext uri="{FF2B5EF4-FFF2-40B4-BE49-F238E27FC236}">
                <a16:creationId xmlns:a16="http://schemas.microsoft.com/office/drawing/2014/main" id="{AB145D8E-ED2E-A606-3BA4-706BD5F9C0D8}"/>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223836" y="1682486"/>
            <a:ext cx="8410500" cy="4269354"/>
          </a:xfrm>
          <a:prstGeom prst="rect">
            <a:avLst/>
          </a:prstGeom>
        </p:spPr>
      </p:pic>
      <p:sp>
        <p:nvSpPr>
          <p:cNvPr id="16" name="Text Placeholder 4">
            <a:extLst>
              <a:ext uri="{FF2B5EF4-FFF2-40B4-BE49-F238E27FC236}">
                <a16:creationId xmlns:a16="http://schemas.microsoft.com/office/drawing/2014/main" id="{28939EDC-20FC-2456-55D8-DE65371866C7}"/>
              </a:ext>
            </a:extLst>
          </p:cNvPr>
          <p:cNvSpPr>
            <a:spLocks noGrp="1"/>
          </p:cNvSpPr>
          <p:nvPr>
            <p:ph type="body" sz="quarter" idx="14"/>
          </p:nvPr>
        </p:nvSpPr>
        <p:spPr>
          <a:xfrm>
            <a:off x="765374" y="6210615"/>
            <a:ext cx="10974332" cy="557397"/>
          </a:xfrm>
        </p:spPr>
        <p:txBody>
          <a:bodyPr/>
          <a:lstStyle/>
          <a:p>
            <a:r>
              <a:rPr lang="en-ZA" dirty="0"/>
              <a:t>Most of the effective equity exposure through Equity Linked Notes</a:t>
            </a:r>
          </a:p>
        </p:txBody>
      </p:sp>
      <p:pic>
        <p:nvPicPr>
          <p:cNvPr id="4" name="Picture 3">
            <a:extLst>
              <a:ext uri="{FF2B5EF4-FFF2-40B4-BE49-F238E27FC236}">
                <a16:creationId xmlns:a16="http://schemas.microsoft.com/office/drawing/2014/main" id="{21B229F4-9BFE-A488-D8D7-9B9AC59ECB89}"/>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8634336" y="2137100"/>
            <a:ext cx="3510277" cy="3814740"/>
          </a:xfrm>
          <a:prstGeom prst="rect">
            <a:avLst/>
          </a:prstGeom>
        </p:spPr>
      </p:pic>
    </p:spTree>
    <p:extLst>
      <p:ext uri="{BB962C8B-B14F-4D97-AF65-F5344CB8AC3E}">
        <p14:creationId xmlns:p14="http://schemas.microsoft.com/office/powerpoint/2010/main" val="2068964302"/>
      </p:ext>
    </p:extLst>
  </p:cSld>
  <p:clrMapOvr>
    <a:masterClrMapping/>
  </p:clrMapOvr>
  <p:transition spd="slow">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FB3F3-5D4A-5268-530E-309A5A1CA17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12466F6-A965-CCEF-9DE4-302F28F55377}"/>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490A59-D3E2-A64D-A2FA-D689A8266F0F}" type="slidenum">
              <a:rPr kumimoji="0" lang="en-US" sz="1200" b="0" i="0" u="none" strike="noStrike" kern="1200" cap="none" spc="0" normalizeH="0" baseline="0" noProof="0" smtClean="0">
                <a:ln>
                  <a:noFill/>
                </a:ln>
                <a:solidFill>
                  <a:srgbClr val="002855"/>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srgbClr val="002855"/>
              </a:solidFill>
              <a:effectLst/>
              <a:uLnTx/>
              <a:uFillTx/>
              <a:latin typeface="Arial" panose="020B0604020202020204"/>
              <a:ea typeface="+mn-ea"/>
              <a:cs typeface="+mn-cs"/>
            </a:endParaRPr>
          </a:p>
        </p:txBody>
      </p:sp>
      <p:sp>
        <p:nvSpPr>
          <p:cNvPr id="9" name="Text Placeholder 8">
            <a:extLst>
              <a:ext uri="{FF2B5EF4-FFF2-40B4-BE49-F238E27FC236}">
                <a16:creationId xmlns:a16="http://schemas.microsoft.com/office/drawing/2014/main" id="{47536B27-BE4B-559D-DF26-6FDF68EB49E9}"/>
              </a:ext>
            </a:extLst>
          </p:cNvPr>
          <p:cNvSpPr>
            <a:spLocks noGrp="1"/>
          </p:cNvSpPr>
          <p:nvPr>
            <p:ph type="body" sz="quarter" idx="10"/>
          </p:nvPr>
        </p:nvSpPr>
        <p:spPr>
          <a:xfrm>
            <a:off x="647387" y="525188"/>
            <a:ext cx="8624432" cy="346249"/>
          </a:xfrm>
        </p:spPr>
        <p:txBody>
          <a:bodyPr/>
          <a:lstStyle/>
          <a:p>
            <a:r>
              <a:rPr lang="en-ZA" dirty="0"/>
              <a:t>How do we Replicate the Benchmark index?</a:t>
            </a:r>
          </a:p>
        </p:txBody>
      </p:sp>
      <p:sp>
        <p:nvSpPr>
          <p:cNvPr id="10" name="Text Placeholder 9">
            <a:extLst>
              <a:ext uri="{FF2B5EF4-FFF2-40B4-BE49-F238E27FC236}">
                <a16:creationId xmlns:a16="http://schemas.microsoft.com/office/drawing/2014/main" id="{90658A3F-456A-6EE9-B65B-A195E2BF1441}"/>
              </a:ext>
            </a:extLst>
          </p:cNvPr>
          <p:cNvSpPr>
            <a:spLocks noGrp="1"/>
          </p:cNvSpPr>
          <p:nvPr>
            <p:ph type="body" sz="quarter" idx="11"/>
          </p:nvPr>
        </p:nvSpPr>
        <p:spPr/>
        <p:txBody>
          <a:bodyPr/>
          <a:lstStyle/>
          <a:p>
            <a:r>
              <a:rPr lang="en-ZA" dirty="0"/>
              <a:t>Equity market exposure</a:t>
            </a:r>
          </a:p>
        </p:txBody>
      </p:sp>
      <p:pic>
        <p:nvPicPr>
          <p:cNvPr id="4" name="Picture 3">
            <a:extLst>
              <a:ext uri="{FF2B5EF4-FFF2-40B4-BE49-F238E27FC236}">
                <a16:creationId xmlns:a16="http://schemas.microsoft.com/office/drawing/2014/main" id="{5BE1390C-E915-DBDA-40EF-23FCEE6121C3}"/>
              </a:ext>
            </a:extLst>
          </p:cNvPr>
          <p:cNvPicPr>
            <a:picLocks noChangeAspect="1"/>
          </p:cNvPicPr>
          <p:nvPr/>
        </p:nvPicPr>
        <p:blipFill>
          <a:blip r:embed="rId2"/>
          <a:stretch>
            <a:fillRect/>
          </a:stretch>
        </p:blipFill>
        <p:spPr>
          <a:xfrm>
            <a:off x="963561" y="1690680"/>
            <a:ext cx="9283095" cy="4263618"/>
          </a:xfrm>
          <a:prstGeom prst="rect">
            <a:avLst/>
          </a:prstGeom>
        </p:spPr>
      </p:pic>
      <p:sp>
        <p:nvSpPr>
          <p:cNvPr id="5" name="Text Placeholder 4">
            <a:extLst>
              <a:ext uri="{FF2B5EF4-FFF2-40B4-BE49-F238E27FC236}">
                <a16:creationId xmlns:a16="http://schemas.microsoft.com/office/drawing/2014/main" id="{9A6ED9FE-B265-E970-CDA9-374C2EE15901}"/>
              </a:ext>
            </a:extLst>
          </p:cNvPr>
          <p:cNvSpPr>
            <a:spLocks noGrp="1"/>
          </p:cNvSpPr>
          <p:nvPr>
            <p:ph type="body" sz="quarter" idx="14"/>
          </p:nvPr>
        </p:nvSpPr>
        <p:spPr>
          <a:xfrm>
            <a:off x="765374" y="6210615"/>
            <a:ext cx="10974332" cy="557397"/>
          </a:xfrm>
        </p:spPr>
        <p:txBody>
          <a:bodyPr/>
          <a:lstStyle/>
          <a:p>
            <a:r>
              <a:rPr lang="en-ZA" dirty="0"/>
              <a:t>Any physical stock held is optimised for sector and share neutrality</a:t>
            </a:r>
          </a:p>
        </p:txBody>
      </p:sp>
    </p:spTree>
    <p:extLst>
      <p:ext uri="{BB962C8B-B14F-4D97-AF65-F5344CB8AC3E}">
        <p14:creationId xmlns:p14="http://schemas.microsoft.com/office/powerpoint/2010/main" val="3462528969"/>
      </p:ext>
    </p:extLst>
  </p:cSld>
  <p:clrMapOvr>
    <a:masterClrMapping/>
  </p:clrMapOvr>
  <p:transition spd="slow">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C200D-599F-0CD1-139E-05570D344A9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5A569BC-F2A8-50B5-075E-2DAC66B5232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490A59-D3E2-A64D-A2FA-D689A8266F0F}" type="slidenum">
              <a:rPr kumimoji="0" lang="en-US" sz="1200" b="0" i="0" u="none" strike="noStrike" kern="1200" cap="none" spc="0" normalizeH="0" baseline="0" noProof="0" smtClean="0">
                <a:ln>
                  <a:noFill/>
                </a:ln>
                <a:solidFill>
                  <a:srgbClr val="002855"/>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srgbClr val="002855"/>
              </a:solidFill>
              <a:effectLst/>
              <a:uLnTx/>
              <a:uFillTx/>
              <a:latin typeface="Arial" panose="020B0604020202020204"/>
              <a:ea typeface="+mn-ea"/>
              <a:cs typeface="+mn-cs"/>
            </a:endParaRPr>
          </a:p>
        </p:txBody>
      </p:sp>
      <p:sp>
        <p:nvSpPr>
          <p:cNvPr id="9" name="Text Placeholder 8">
            <a:extLst>
              <a:ext uri="{FF2B5EF4-FFF2-40B4-BE49-F238E27FC236}">
                <a16:creationId xmlns:a16="http://schemas.microsoft.com/office/drawing/2014/main" id="{C35D4869-5047-5B00-3615-758C0AB23B9C}"/>
              </a:ext>
            </a:extLst>
          </p:cNvPr>
          <p:cNvSpPr>
            <a:spLocks noGrp="1"/>
          </p:cNvSpPr>
          <p:nvPr>
            <p:ph type="body" sz="quarter" idx="10"/>
          </p:nvPr>
        </p:nvSpPr>
        <p:spPr>
          <a:xfrm>
            <a:off x="647387" y="525188"/>
            <a:ext cx="8624432" cy="346249"/>
          </a:xfrm>
        </p:spPr>
        <p:txBody>
          <a:bodyPr/>
          <a:lstStyle/>
          <a:p>
            <a:r>
              <a:rPr lang="en-ZA" dirty="0"/>
              <a:t>How do we Replicate the Benchmark index?</a:t>
            </a:r>
          </a:p>
        </p:txBody>
      </p:sp>
      <p:sp>
        <p:nvSpPr>
          <p:cNvPr id="10" name="Text Placeholder 9">
            <a:extLst>
              <a:ext uri="{FF2B5EF4-FFF2-40B4-BE49-F238E27FC236}">
                <a16:creationId xmlns:a16="http://schemas.microsoft.com/office/drawing/2014/main" id="{71D4B25F-D013-AB97-E5CE-AE7F23F1D6DD}"/>
              </a:ext>
            </a:extLst>
          </p:cNvPr>
          <p:cNvSpPr>
            <a:spLocks noGrp="1"/>
          </p:cNvSpPr>
          <p:nvPr>
            <p:ph type="body" sz="quarter" idx="11"/>
          </p:nvPr>
        </p:nvSpPr>
        <p:spPr/>
        <p:txBody>
          <a:bodyPr/>
          <a:lstStyle/>
          <a:p>
            <a:r>
              <a:rPr lang="en-ZA" dirty="0"/>
              <a:t>Equity market exposure</a:t>
            </a:r>
          </a:p>
        </p:txBody>
      </p:sp>
      <p:sp>
        <p:nvSpPr>
          <p:cNvPr id="5" name="Text Placeholder 4">
            <a:extLst>
              <a:ext uri="{FF2B5EF4-FFF2-40B4-BE49-F238E27FC236}">
                <a16:creationId xmlns:a16="http://schemas.microsoft.com/office/drawing/2014/main" id="{577E3DBB-A5BB-B037-E003-75D02D85EC72}"/>
              </a:ext>
            </a:extLst>
          </p:cNvPr>
          <p:cNvSpPr>
            <a:spLocks noGrp="1"/>
          </p:cNvSpPr>
          <p:nvPr>
            <p:ph type="body" sz="quarter" idx="14"/>
          </p:nvPr>
        </p:nvSpPr>
        <p:spPr>
          <a:xfrm>
            <a:off x="834199" y="6210615"/>
            <a:ext cx="9460174" cy="557397"/>
          </a:xfrm>
        </p:spPr>
        <p:txBody>
          <a:bodyPr/>
          <a:lstStyle/>
          <a:p>
            <a:r>
              <a:rPr lang="en-ZA" sz="2000" dirty="0"/>
              <a:t>Resulting in the effective equity exposure of the target benchmark index</a:t>
            </a:r>
          </a:p>
        </p:txBody>
      </p:sp>
      <p:pic>
        <p:nvPicPr>
          <p:cNvPr id="6" name="Picture 5">
            <a:extLst>
              <a:ext uri="{FF2B5EF4-FFF2-40B4-BE49-F238E27FC236}">
                <a16:creationId xmlns:a16="http://schemas.microsoft.com/office/drawing/2014/main" id="{CE7358D2-3DDB-6E44-C4F7-91937DDAC602}"/>
              </a:ext>
            </a:extLst>
          </p:cNvPr>
          <p:cNvPicPr>
            <a:picLocks noChangeAspect="1"/>
          </p:cNvPicPr>
          <p:nvPr/>
        </p:nvPicPr>
        <p:blipFill>
          <a:blip r:embed="rId2"/>
          <a:stretch>
            <a:fillRect/>
          </a:stretch>
        </p:blipFill>
        <p:spPr>
          <a:xfrm>
            <a:off x="1355310" y="1461099"/>
            <a:ext cx="8624432" cy="4630523"/>
          </a:xfrm>
          <a:prstGeom prst="rect">
            <a:avLst/>
          </a:prstGeom>
        </p:spPr>
      </p:pic>
    </p:spTree>
    <p:extLst>
      <p:ext uri="{BB962C8B-B14F-4D97-AF65-F5344CB8AC3E}">
        <p14:creationId xmlns:p14="http://schemas.microsoft.com/office/powerpoint/2010/main" val="3020259663"/>
      </p:ext>
    </p:extLst>
  </p:cSld>
  <p:clrMapOvr>
    <a:masterClrMapping/>
  </p:clrMapOvr>
  <p:transition spd="slow">
    <p:wipe dir="r"/>
  </p:transition>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5" name="Picture Placeholder 14" descr="A close-up of a blue post&#10;&#10;Description automatically generated">
            <a:extLst>
              <a:ext uri="{FF2B5EF4-FFF2-40B4-BE49-F238E27FC236}">
                <a16:creationId xmlns:a16="http://schemas.microsoft.com/office/drawing/2014/main" id="{CE0C2A13-E876-60B1-132D-136290D3FA55}"/>
              </a:ext>
            </a:extLst>
          </p:cNvPr>
          <p:cNvPicPr>
            <a:picLocks noGrp="1" noChangeAspect="1"/>
          </p:cNvPicPr>
          <p:nvPr>
            <p:ph type="pic" sz="quarter" idx="19"/>
          </p:nvPr>
        </p:nvPicPr>
        <p:blipFill>
          <a:blip r:embed="rId2"/>
          <a:srcRect/>
          <a:stretch/>
        </p:blipFill>
        <p:spPr>
          <a:xfrm>
            <a:off x="0" y="0"/>
            <a:ext cx="12192000" cy="6858000"/>
          </a:xfrm>
        </p:spPr>
      </p:pic>
      <p:sp>
        <p:nvSpPr>
          <p:cNvPr id="5" name="Picture Placeholder 4">
            <a:extLst>
              <a:ext uri="{FF2B5EF4-FFF2-40B4-BE49-F238E27FC236}">
                <a16:creationId xmlns:a16="http://schemas.microsoft.com/office/drawing/2014/main" id="{44F60EE1-A4E6-AC8D-CD89-A8B2E7E19F55}"/>
              </a:ext>
            </a:extLst>
          </p:cNvPr>
          <p:cNvSpPr>
            <a:spLocks noGrp="1"/>
          </p:cNvSpPr>
          <p:nvPr>
            <p:ph type="pic" sz="quarter" idx="15"/>
          </p:nvPr>
        </p:nvSpPr>
        <p:spPr/>
        <p:txBody>
          <a:bodyPr/>
          <a:lstStyle/>
          <a:p>
            <a:endParaRPr lang="en-ZA" dirty="0"/>
          </a:p>
        </p:txBody>
      </p:sp>
      <p:sp>
        <p:nvSpPr>
          <p:cNvPr id="7" name="Picture Placeholder 6">
            <a:extLst>
              <a:ext uri="{FF2B5EF4-FFF2-40B4-BE49-F238E27FC236}">
                <a16:creationId xmlns:a16="http://schemas.microsoft.com/office/drawing/2014/main" id="{A5B64A43-D214-A645-C691-A97D398456EB}"/>
              </a:ext>
            </a:extLst>
          </p:cNvPr>
          <p:cNvSpPr>
            <a:spLocks noGrp="1"/>
          </p:cNvSpPr>
          <p:nvPr>
            <p:ph type="pic" sz="quarter" idx="20"/>
          </p:nvPr>
        </p:nvSpPr>
        <p:spPr/>
        <p:txBody>
          <a:bodyPr/>
          <a:lstStyle/>
          <a:p>
            <a:endParaRPr lang="en-ZA"/>
          </a:p>
        </p:txBody>
      </p:sp>
      <p:sp>
        <p:nvSpPr>
          <p:cNvPr id="8" name="Text Placeholder 7">
            <a:extLst>
              <a:ext uri="{FF2B5EF4-FFF2-40B4-BE49-F238E27FC236}">
                <a16:creationId xmlns:a16="http://schemas.microsoft.com/office/drawing/2014/main" id="{3F38C1C5-5CFD-AF1C-113A-F8AAA2B2D3F3}"/>
              </a:ext>
            </a:extLst>
          </p:cNvPr>
          <p:cNvSpPr>
            <a:spLocks noGrp="1"/>
          </p:cNvSpPr>
          <p:nvPr>
            <p:ph type="body" sz="quarter" idx="13"/>
          </p:nvPr>
        </p:nvSpPr>
        <p:spPr>
          <a:xfrm>
            <a:off x="618847" y="2581305"/>
            <a:ext cx="5172075" cy="903837"/>
          </a:xfrm>
        </p:spPr>
        <p:txBody>
          <a:bodyPr/>
          <a:lstStyle/>
          <a:p>
            <a:r>
              <a:rPr lang="en-US" dirty="0"/>
              <a:t>Equity Market Beta – </a:t>
            </a:r>
          </a:p>
          <a:p>
            <a:r>
              <a:rPr lang="en-US" dirty="0"/>
              <a:t>Peer cognisant model</a:t>
            </a:r>
          </a:p>
        </p:txBody>
      </p:sp>
      <p:sp>
        <p:nvSpPr>
          <p:cNvPr id="4" name="Text Placeholder 3">
            <a:extLst>
              <a:ext uri="{FF2B5EF4-FFF2-40B4-BE49-F238E27FC236}">
                <a16:creationId xmlns:a16="http://schemas.microsoft.com/office/drawing/2014/main" id="{BBBBE1BB-AC99-1F90-579C-C04376DE894B}"/>
              </a:ext>
            </a:extLst>
          </p:cNvPr>
          <p:cNvSpPr>
            <a:spLocks noGrp="1"/>
          </p:cNvSpPr>
          <p:nvPr>
            <p:ph type="body" sz="quarter" idx="14"/>
          </p:nvPr>
        </p:nvSpPr>
        <p:spPr>
          <a:xfrm>
            <a:off x="618847" y="3888896"/>
            <a:ext cx="4498929" cy="222946"/>
          </a:xfrm>
        </p:spPr>
        <p:txBody>
          <a:bodyPr/>
          <a:lstStyle/>
          <a:p>
            <a:r>
              <a:rPr lang="en-ZA" b="1" dirty="0">
                <a:solidFill>
                  <a:schemeClr val="accent2"/>
                </a:solidFill>
              </a:rPr>
              <a:t>GENERAL EQUITY CATEGORY</a:t>
            </a:r>
          </a:p>
        </p:txBody>
      </p:sp>
      <p:sp>
        <p:nvSpPr>
          <p:cNvPr id="6" name="Content Placeholder 5">
            <a:extLst>
              <a:ext uri="{FF2B5EF4-FFF2-40B4-BE49-F238E27FC236}">
                <a16:creationId xmlns:a16="http://schemas.microsoft.com/office/drawing/2014/main" id="{B6E4D730-8BBF-75F5-8BF7-5F1B90F60269}"/>
              </a:ext>
            </a:extLst>
          </p:cNvPr>
          <p:cNvSpPr>
            <a:spLocks noGrp="1"/>
          </p:cNvSpPr>
          <p:nvPr>
            <p:ph sz="quarter" idx="17"/>
          </p:nvPr>
        </p:nvSpPr>
        <p:spPr>
          <a:xfrm flipV="1">
            <a:off x="618847" y="3657467"/>
            <a:ext cx="1548205" cy="45719"/>
          </a:xfrm>
        </p:spPr>
        <p:txBody>
          <a:bodyPr/>
          <a:lstStyle/>
          <a:p>
            <a:endParaRPr lang="en-ZA"/>
          </a:p>
        </p:txBody>
      </p:sp>
    </p:spTree>
    <p:extLst>
      <p:ext uri="{BB962C8B-B14F-4D97-AF65-F5344CB8AC3E}">
        <p14:creationId xmlns:p14="http://schemas.microsoft.com/office/powerpoint/2010/main" val="4208500265"/>
      </p:ext>
    </p:extLst>
  </p:cSld>
  <p:clrMapOvr>
    <a:masterClrMapping/>
  </p:clrMapOvr>
  <p:transition spd="slow">
    <p:wipe dir="r"/>
  </p:transition>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5D2A05-3436-E1D4-6875-267BC62369DD}"/>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490A59-D3E2-A64D-A2FA-D689A8266F0F}" type="slidenum">
              <a:rPr kumimoji="0" lang="en-US" sz="1200" b="0" i="0" u="none" strike="noStrike" kern="1200" cap="none" spc="0" normalizeH="0" baseline="0" noProof="0" smtClean="0">
                <a:ln>
                  <a:noFill/>
                </a:ln>
                <a:solidFill>
                  <a:srgbClr val="002855"/>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srgbClr val="002855"/>
              </a:solidFill>
              <a:effectLst/>
              <a:uLnTx/>
              <a:uFillTx/>
              <a:latin typeface="Arial" panose="020B0604020202020204"/>
              <a:ea typeface="+mn-ea"/>
              <a:cs typeface="+mn-cs"/>
            </a:endParaRPr>
          </a:p>
        </p:txBody>
      </p:sp>
      <p:sp>
        <p:nvSpPr>
          <p:cNvPr id="3" name="Text Placeholder 2">
            <a:extLst>
              <a:ext uri="{FF2B5EF4-FFF2-40B4-BE49-F238E27FC236}">
                <a16:creationId xmlns:a16="http://schemas.microsoft.com/office/drawing/2014/main" id="{FAEBE804-26B9-FF69-C70D-6A79E856723D}"/>
              </a:ext>
            </a:extLst>
          </p:cNvPr>
          <p:cNvSpPr>
            <a:spLocks noGrp="1"/>
          </p:cNvSpPr>
          <p:nvPr>
            <p:ph type="body" sz="quarter" idx="10"/>
          </p:nvPr>
        </p:nvSpPr>
        <p:spPr>
          <a:xfrm>
            <a:off x="647387" y="525188"/>
            <a:ext cx="9792850" cy="346249"/>
          </a:xfrm>
        </p:spPr>
        <p:txBody>
          <a:bodyPr/>
          <a:lstStyle/>
          <a:p>
            <a:r>
              <a:rPr lang="en-ZA" dirty="0"/>
              <a:t>How do we determine the optimal Equity allocation?</a:t>
            </a:r>
          </a:p>
        </p:txBody>
      </p:sp>
      <p:sp>
        <p:nvSpPr>
          <p:cNvPr id="4" name="Text Placeholder 3">
            <a:extLst>
              <a:ext uri="{FF2B5EF4-FFF2-40B4-BE49-F238E27FC236}">
                <a16:creationId xmlns:a16="http://schemas.microsoft.com/office/drawing/2014/main" id="{CEEC825A-AEFF-3685-3074-2D5A0136D32C}"/>
              </a:ext>
            </a:extLst>
          </p:cNvPr>
          <p:cNvSpPr>
            <a:spLocks noGrp="1"/>
          </p:cNvSpPr>
          <p:nvPr>
            <p:ph type="body" sz="quarter" idx="11"/>
          </p:nvPr>
        </p:nvSpPr>
        <p:spPr/>
        <p:txBody>
          <a:bodyPr/>
          <a:lstStyle/>
          <a:p>
            <a:r>
              <a:rPr lang="en-ZA" dirty="0"/>
              <a:t>Peer Cognisant Model</a:t>
            </a:r>
          </a:p>
        </p:txBody>
      </p:sp>
      <p:pic>
        <p:nvPicPr>
          <p:cNvPr id="11" name="Picture 10">
            <a:extLst>
              <a:ext uri="{FF2B5EF4-FFF2-40B4-BE49-F238E27FC236}">
                <a16:creationId xmlns:a16="http://schemas.microsoft.com/office/drawing/2014/main" id="{E557B8B6-F1DB-A9E8-6B5D-B184C7D41C9C}"/>
              </a:ext>
            </a:extLst>
          </p:cNvPr>
          <p:cNvPicPr>
            <a:picLocks noChangeAspect="1"/>
          </p:cNvPicPr>
          <p:nvPr/>
        </p:nvPicPr>
        <p:blipFill>
          <a:blip r:embed="rId2"/>
          <a:stretch>
            <a:fillRect/>
          </a:stretch>
        </p:blipFill>
        <p:spPr>
          <a:xfrm>
            <a:off x="1115367" y="1683527"/>
            <a:ext cx="9961266" cy="4471467"/>
          </a:xfrm>
          <a:prstGeom prst="rect">
            <a:avLst/>
          </a:prstGeom>
        </p:spPr>
      </p:pic>
    </p:spTree>
    <p:extLst>
      <p:ext uri="{BB962C8B-B14F-4D97-AF65-F5344CB8AC3E}">
        <p14:creationId xmlns:p14="http://schemas.microsoft.com/office/powerpoint/2010/main" val="3034849206"/>
      </p:ext>
    </p:extLst>
  </p:cSld>
  <p:clrMapOvr>
    <a:masterClrMapping/>
  </p:clrMapOvr>
  <p:transition spd="slow">
    <p:wipe dir="r"/>
  </p:transition>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DF1E00E-D04D-8841-E68E-57EC86087B4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ABC315-7EFF-D0FB-DADE-FFE38DE24339}"/>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490A59-D3E2-A64D-A2FA-D689A8266F0F}" type="slidenum">
              <a:rPr kumimoji="0" lang="en-US" sz="1200" b="0" i="0" u="none" strike="noStrike" kern="1200" cap="none" spc="0" normalizeH="0" baseline="0" noProof="0" smtClean="0">
                <a:ln>
                  <a:noFill/>
                </a:ln>
                <a:solidFill>
                  <a:srgbClr val="002855"/>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srgbClr val="002855"/>
              </a:solidFill>
              <a:effectLst/>
              <a:uLnTx/>
              <a:uFillTx/>
              <a:latin typeface="Arial" panose="020B0604020202020204"/>
              <a:ea typeface="+mn-ea"/>
              <a:cs typeface="+mn-cs"/>
            </a:endParaRPr>
          </a:p>
        </p:txBody>
      </p:sp>
      <p:sp>
        <p:nvSpPr>
          <p:cNvPr id="3" name="Text Placeholder 2">
            <a:extLst>
              <a:ext uri="{FF2B5EF4-FFF2-40B4-BE49-F238E27FC236}">
                <a16:creationId xmlns:a16="http://schemas.microsoft.com/office/drawing/2014/main" id="{902DA71F-263F-053D-AA9D-A22E27FD7206}"/>
              </a:ext>
            </a:extLst>
          </p:cNvPr>
          <p:cNvSpPr>
            <a:spLocks noGrp="1"/>
          </p:cNvSpPr>
          <p:nvPr>
            <p:ph type="body" sz="quarter" idx="10"/>
          </p:nvPr>
        </p:nvSpPr>
        <p:spPr>
          <a:xfrm>
            <a:off x="647387" y="525188"/>
            <a:ext cx="9792850" cy="346249"/>
          </a:xfrm>
        </p:spPr>
        <p:txBody>
          <a:bodyPr/>
          <a:lstStyle/>
          <a:p>
            <a:r>
              <a:rPr lang="en-ZA" dirty="0"/>
              <a:t>How do we determine the optimal Equity allocation?</a:t>
            </a:r>
          </a:p>
        </p:txBody>
      </p:sp>
      <p:sp>
        <p:nvSpPr>
          <p:cNvPr id="4" name="Text Placeholder 3">
            <a:extLst>
              <a:ext uri="{FF2B5EF4-FFF2-40B4-BE49-F238E27FC236}">
                <a16:creationId xmlns:a16="http://schemas.microsoft.com/office/drawing/2014/main" id="{59BE6BE4-5CBD-7FEA-CF96-AB67DF45AEA7}"/>
              </a:ext>
            </a:extLst>
          </p:cNvPr>
          <p:cNvSpPr>
            <a:spLocks noGrp="1"/>
          </p:cNvSpPr>
          <p:nvPr>
            <p:ph type="body" sz="quarter" idx="11"/>
          </p:nvPr>
        </p:nvSpPr>
        <p:spPr/>
        <p:txBody>
          <a:bodyPr/>
          <a:lstStyle/>
          <a:p>
            <a:r>
              <a:rPr lang="en-ZA" dirty="0"/>
              <a:t>Peer Cognisant Model</a:t>
            </a:r>
          </a:p>
        </p:txBody>
      </p:sp>
      <p:pic>
        <p:nvPicPr>
          <p:cNvPr id="7" name="Picture 6">
            <a:extLst>
              <a:ext uri="{FF2B5EF4-FFF2-40B4-BE49-F238E27FC236}">
                <a16:creationId xmlns:a16="http://schemas.microsoft.com/office/drawing/2014/main" id="{24627D95-E089-AF7B-EA21-D46C5A9DAB42}"/>
              </a:ext>
            </a:extLst>
          </p:cNvPr>
          <p:cNvPicPr>
            <a:picLocks noChangeAspect="1"/>
          </p:cNvPicPr>
          <p:nvPr/>
        </p:nvPicPr>
        <p:blipFill>
          <a:blip r:embed="rId2"/>
          <a:stretch>
            <a:fillRect/>
          </a:stretch>
        </p:blipFill>
        <p:spPr>
          <a:xfrm>
            <a:off x="749512" y="1461099"/>
            <a:ext cx="10974332" cy="4277322"/>
          </a:xfrm>
          <a:prstGeom prst="rect">
            <a:avLst/>
          </a:prstGeom>
        </p:spPr>
      </p:pic>
      <p:sp>
        <p:nvSpPr>
          <p:cNvPr id="8" name="Text Placeholder 4">
            <a:extLst>
              <a:ext uri="{FF2B5EF4-FFF2-40B4-BE49-F238E27FC236}">
                <a16:creationId xmlns:a16="http://schemas.microsoft.com/office/drawing/2014/main" id="{B9DBBA00-56F6-CA9C-0402-9A4C3D61BA10}"/>
              </a:ext>
            </a:extLst>
          </p:cNvPr>
          <p:cNvSpPr>
            <a:spLocks noGrp="1"/>
          </p:cNvSpPr>
          <p:nvPr>
            <p:ph type="body" sz="quarter" idx="14"/>
          </p:nvPr>
        </p:nvSpPr>
        <p:spPr>
          <a:xfrm>
            <a:off x="608834" y="5827157"/>
            <a:ext cx="10974332" cy="557397"/>
          </a:xfrm>
        </p:spPr>
        <p:txBody>
          <a:bodyPr/>
          <a:lstStyle/>
          <a:p>
            <a:r>
              <a:rPr lang="en-ZA" dirty="0"/>
              <a:t>We measure and select only those portfolio within the lowest 1% tracking error </a:t>
            </a:r>
          </a:p>
        </p:txBody>
      </p:sp>
    </p:spTree>
    <p:extLst>
      <p:ext uri="{BB962C8B-B14F-4D97-AF65-F5344CB8AC3E}">
        <p14:creationId xmlns:p14="http://schemas.microsoft.com/office/powerpoint/2010/main" val="1241334039"/>
      </p:ext>
    </p:extLst>
  </p:cSld>
  <p:clrMapOvr>
    <a:masterClrMapping/>
  </p:clrMapOvr>
  <p:transition spd="slow">
    <p:wipe dir="r"/>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0483D91-A2BE-031A-6DFE-9CE8379E477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DA12CB-7717-907F-1C46-7431A700EEA7}"/>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490A59-D3E2-A64D-A2FA-D689A8266F0F}" type="slidenum">
              <a:rPr kumimoji="0" lang="en-US" sz="1200" b="0" i="0" u="none" strike="noStrike" kern="1200" cap="none" spc="0" normalizeH="0" baseline="0" noProof="0" smtClean="0">
                <a:ln>
                  <a:noFill/>
                </a:ln>
                <a:solidFill>
                  <a:srgbClr val="002855"/>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srgbClr val="002855"/>
              </a:solidFill>
              <a:effectLst/>
              <a:uLnTx/>
              <a:uFillTx/>
              <a:latin typeface="Arial" panose="020B0604020202020204"/>
              <a:ea typeface="+mn-ea"/>
              <a:cs typeface="+mn-cs"/>
            </a:endParaRPr>
          </a:p>
        </p:txBody>
      </p:sp>
      <p:sp>
        <p:nvSpPr>
          <p:cNvPr id="3" name="Text Placeholder 2">
            <a:extLst>
              <a:ext uri="{FF2B5EF4-FFF2-40B4-BE49-F238E27FC236}">
                <a16:creationId xmlns:a16="http://schemas.microsoft.com/office/drawing/2014/main" id="{26258C70-3753-0D07-6003-A6787DD3DD9F}"/>
              </a:ext>
            </a:extLst>
          </p:cNvPr>
          <p:cNvSpPr>
            <a:spLocks noGrp="1"/>
          </p:cNvSpPr>
          <p:nvPr>
            <p:ph type="body" sz="quarter" idx="10"/>
          </p:nvPr>
        </p:nvSpPr>
        <p:spPr>
          <a:xfrm>
            <a:off x="647387" y="525188"/>
            <a:ext cx="9792850" cy="346249"/>
          </a:xfrm>
        </p:spPr>
        <p:txBody>
          <a:bodyPr/>
          <a:lstStyle/>
          <a:p>
            <a:r>
              <a:rPr lang="en-ZA" dirty="0"/>
              <a:t>How do we determine the optimal Equity allocation?</a:t>
            </a:r>
          </a:p>
        </p:txBody>
      </p:sp>
      <p:sp>
        <p:nvSpPr>
          <p:cNvPr id="4" name="Text Placeholder 3">
            <a:extLst>
              <a:ext uri="{FF2B5EF4-FFF2-40B4-BE49-F238E27FC236}">
                <a16:creationId xmlns:a16="http://schemas.microsoft.com/office/drawing/2014/main" id="{A3BEEEF9-7F6E-5715-4677-5B398530ACD1}"/>
              </a:ext>
            </a:extLst>
          </p:cNvPr>
          <p:cNvSpPr>
            <a:spLocks noGrp="1"/>
          </p:cNvSpPr>
          <p:nvPr>
            <p:ph type="body" sz="quarter" idx="11"/>
          </p:nvPr>
        </p:nvSpPr>
        <p:spPr/>
        <p:txBody>
          <a:bodyPr/>
          <a:lstStyle/>
          <a:p>
            <a:r>
              <a:rPr lang="en-ZA" dirty="0"/>
              <a:t>Peer Cognisant Model</a:t>
            </a:r>
          </a:p>
        </p:txBody>
      </p:sp>
      <p:pic>
        <p:nvPicPr>
          <p:cNvPr id="6" name="Picture 5">
            <a:extLst>
              <a:ext uri="{FF2B5EF4-FFF2-40B4-BE49-F238E27FC236}">
                <a16:creationId xmlns:a16="http://schemas.microsoft.com/office/drawing/2014/main" id="{521B7658-99C5-3E37-D6EF-664BC6A373AE}"/>
              </a:ext>
            </a:extLst>
          </p:cNvPr>
          <p:cNvPicPr>
            <a:picLocks noChangeAspect="1"/>
          </p:cNvPicPr>
          <p:nvPr/>
        </p:nvPicPr>
        <p:blipFill>
          <a:blip r:embed="rId2"/>
          <a:stretch>
            <a:fillRect/>
          </a:stretch>
        </p:blipFill>
        <p:spPr>
          <a:xfrm>
            <a:off x="223836" y="1493364"/>
            <a:ext cx="5992061" cy="4363059"/>
          </a:xfrm>
          <a:prstGeom prst="rect">
            <a:avLst/>
          </a:prstGeom>
        </p:spPr>
      </p:pic>
      <p:pic>
        <p:nvPicPr>
          <p:cNvPr id="9" name="Picture 8">
            <a:extLst>
              <a:ext uri="{FF2B5EF4-FFF2-40B4-BE49-F238E27FC236}">
                <a16:creationId xmlns:a16="http://schemas.microsoft.com/office/drawing/2014/main" id="{5F330580-49ED-3F74-9E28-129F84AE2EC5}"/>
              </a:ext>
            </a:extLst>
          </p:cNvPr>
          <p:cNvPicPr>
            <a:picLocks noChangeAspect="1"/>
          </p:cNvPicPr>
          <p:nvPr/>
        </p:nvPicPr>
        <p:blipFill>
          <a:blip r:embed="rId3"/>
          <a:stretch>
            <a:fillRect/>
          </a:stretch>
        </p:blipFill>
        <p:spPr>
          <a:xfrm>
            <a:off x="5666464" y="1461099"/>
            <a:ext cx="6525536" cy="4286848"/>
          </a:xfrm>
          <a:prstGeom prst="rect">
            <a:avLst/>
          </a:prstGeom>
        </p:spPr>
      </p:pic>
      <p:sp>
        <p:nvSpPr>
          <p:cNvPr id="10" name="Text Placeholder 4">
            <a:extLst>
              <a:ext uri="{FF2B5EF4-FFF2-40B4-BE49-F238E27FC236}">
                <a16:creationId xmlns:a16="http://schemas.microsoft.com/office/drawing/2014/main" id="{16DC0544-5925-1689-0942-694E2110E6A6}"/>
              </a:ext>
            </a:extLst>
          </p:cNvPr>
          <p:cNvSpPr>
            <a:spLocks noGrp="1"/>
          </p:cNvSpPr>
          <p:nvPr>
            <p:ph type="body" sz="quarter" idx="14"/>
          </p:nvPr>
        </p:nvSpPr>
        <p:spPr>
          <a:xfrm>
            <a:off x="608834" y="5827157"/>
            <a:ext cx="10974332" cy="557397"/>
          </a:xfrm>
        </p:spPr>
        <p:txBody>
          <a:bodyPr/>
          <a:lstStyle/>
          <a:p>
            <a:r>
              <a:rPr lang="en-ZA" dirty="0"/>
              <a:t>We calculate the average allocation and share look-through exposure</a:t>
            </a:r>
          </a:p>
        </p:txBody>
      </p:sp>
    </p:spTree>
    <p:extLst>
      <p:ext uri="{BB962C8B-B14F-4D97-AF65-F5344CB8AC3E}">
        <p14:creationId xmlns:p14="http://schemas.microsoft.com/office/powerpoint/2010/main" val="328341075"/>
      </p:ext>
    </p:extLst>
  </p:cSld>
  <p:clrMapOvr>
    <a:masterClrMapping/>
  </p:clrMapOvr>
  <p:transition spd="slow">
    <p:wipe dir="r"/>
  </p:transition>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C14D469-FEFD-A082-CE9C-2D351A4F53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F70747-7108-0087-E694-2875AAF8E2C1}"/>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490A59-D3E2-A64D-A2FA-D689A8266F0F}" type="slidenum">
              <a:rPr kumimoji="0" lang="en-US" sz="1200" b="0" i="0" u="none" strike="noStrike" kern="1200" cap="none" spc="0" normalizeH="0" baseline="0" noProof="0" smtClean="0">
                <a:ln>
                  <a:noFill/>
                </a:ln>
                <a:solidFill>
                  <a:srgbClr val="002855"/>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srgbClr val="002855"/>
              </a:solidFill>
              <a:effectLst/>
              <a:uLnTx/>
              <a:uFillTx/>
              <a:latin typeface="Arial" panose="020B0604020202020204"/>
              <a:ea typeface="+mn-ea"/>
              <a:cs typeface="+mn-cs"/>
            </a:endParaRPr>
          </a:p>
        </p:txBody>
      </p:sp>
      <p:sp>
        <p:nvSpPr>
          <p:cNvPr id="3" name="Text Placeholder 2">
            <a:extLst>
              <a:ext uri="{FF2B5EF4-FFF2-40B4-BE49-F238E27FC236}">
                <a16:creationId xmlns:a16="http://schemas.microsoft.com/office/drawing/2014/main" id="{96A00D1E-4948-E6CD-AFDC-1EE3CFE12D0F}"/>
              </a:ext>
            </a:extLst>
          </p:cNvPr>
          <p:cNvSpPr>
            <a:spLocks noGrp="1"/>
          </p:cNvSpPr>
          <p:nvPr>
            <p:ph type="body" sz="quarter" idx="10"/>
          </p:nvPr>
        </p:nvSpPr>
        <p:spPr>
          <a:xfrm>
            <a:off x="647387" y="525188"/>
            <a:ext cx="9792850" cy="346249"/>
          </a:xfrm>
        </p:spPr>
        <p:txBody>
          <a:bodyPr/>
          <a:lstStyle/>
          <a:p>
            <a:r>
              <a:rPr lang="en-ZA" dirty="0"/>
              <a:t>How do we determine the optimal Equity allocation?</a:t>
            </a:r>
          </a:p>
        </p:txBody>
      </p:sp>
      <p:sp>
        <p:nvSpPr>
          <p:cNvPr id="4" name="Text Placeholder 3">
            <a:extLst>
              <a:ext uri="{FF2B5EF4-FFF2-40B4-BE49-F238E27FC236}">
                <a16:creationId xmlns:a16="http://schemas.microsoft.com/office/drawing/2014/main" id="{975AC33D-4CB5-68CF-D526-AD427B112806}"/>
              </a:ext>
            </a:extLst>
          </p:cNvPr>
          <p:cNvSpPr>
            <a:spLocks noGrp="1"/>
          </p:cNvSpPr>
          <p:nvPr>
            <p:ph type="body" sz="quarter" idx="11"/>
          </p:nvPr>
        </p:nvSpPr>
        <p:spPr/>
        <p:txBody>
          <a:bodyPr/>
          <a:lstStyle/>
          <a:p>
            <a:r>
              <a:rPr lang="en-ZA" dirty="0"/>
              <a:t>Peer Cognisant Model</a:t>
            </a:r>
          </a:p>
        </p:txBody>
      </p:sp>
      <p:sp>
        <p:nvSpPr>
          <p:cNvPr id="10" name="Text Placeholder 4">
            <a:extLst>
              <a:ext uri="{FF2B5EF4-FFF2-40B4-BE49-F238E27FC236}">
                <a16:creationId xmlns:a16="http://schemas.microsoft.com/office/drawing/2014/main" id="{6101BBF2-FC8E-E8FC-2EE9-9787159F849B}"/>
              </a:ext>
            </a:extLst>
          </p:cNvPr>
          <p:cNvSpPr>
            <a:spLocks noGrp="1"/>
          </p:cNvSpPr>
          <p:nvPr>
            <p:ph type="body" sz="quarter" idx="14"/>
          </p:nvPr>
        </p:nvSpPr>
        <p:spPr>
          <a:xfrm>
            <a:off x="647387" y="5931917"/>
            <a:ext cx="10974332" cy="557397"/>
          </a:xfrm>
        </p:spPr>
        <p:txBody>
          <a:bodyPr/>
          <a:lstStyle/>
          <a:p>
            <a:r>
              <a:rPr lang="en-ZA" dirty="0"/>
              <a:t>The resulting allocation is then the dynamic equity beta target</a:t>
            </a:r>
          </a:p>
        </p:txBody>
      </p:sp>
      <p:pic>
        <p:nvPicPr>
          <p:cNvPr id="7" name="Picture 6">
            <a:extLst>
              <a:ext uri="{FF2B5EF4-FFF2-40B4-BE49-F238E27FC236}">
                <a16:creationId xmlns:a16="http://schemas.microsoft.com/office/drawing/2014/main" id="{41DF140C-E775-E743-529B-668D8FE89CA8}"/>
              </a:ext>
            </a:extLst>
          </p:cNvPr>
          <p:cNvPicPr>
            <a:picLocks noChangeAspect="1"/>
          </p:cNvPicPr>
          <p:nvPr/>
        </p:nvPicPr>
        <p:blipFill>
          <a:blip r:embed="rId2"/>
          <a:stretch>
            <a:fillRect/>
          </a:stretch>
        </p:blipFill>
        <p:spPr>
          <a:xfrm>
            <a:off x="837154" y="1578049"/>
            <a:ext cx="9792850" cy="4132158"/>
          </a:xfrm>
          <a:prstGeom prst="rect">
            <a:avLst/>
          </a:prstGeom>
        </p:spPr>
      </p:pic>
    </p:spTree>
    <p:extLst>
      <p:ext uri="{BB962C8B-B14F-4D97-AF65-F5344CB8AC3E}">
        <p14:creationId xmlns:p14="http://schemas.microsoft.com/office/powerpoint/2010/main" val="1747164065"/>
      </p:ext>
    </p:extLst>
  </p:cSld>
  <p:clrMapOvr>
    <a:masterClrMapping/>
  </p:clrMapOvr>
  <p:transition spd="slow">
    <p:wipe dir="r"/>
  </p:transition>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55C604D-C677-30BB-2AC2-8FE1C7C80B9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BD6FE8-95E0-0ACE-2803-7D1AE0A6113E}"/>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490A59-D3E2-A64D-A2FA-D689A8266F0F}" type="slidenum">
              <a:rPr kumimoji="0" lang="en-US" sz="1200" b="0" i="0" u="none" strike="noStrike" kern="1200" cap="none" spc="0" normalizeH="0" baseline="0" noProof="0" smtClean="0">
                <a:ln>
                  <a:noFill/>
                </a:ln>
                <a:solidFill>
                  <a:srgbClr val="002855"/>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srgbClr val="002855"/>
              </a:solidFill>
              <a:effectLst/>
              <a:uLnTx/>
              <a:uFillTx/>
              <a:latin typeface="Arial" panose="020B0604020202020204"/>
              <a:ea typeface="+mn-ea"/>
              <a:cs typeface="+mn-cs"/>
            </a:endParaRPr>
          </a:p>
        </p:txBody>
      </p:sp>
      <p:sp>
        <p:nvSpPr>
          <p:cNvPr id="3" name="Text Placeholder 2">
            <a:extLst>
              <a:ext uri="{FF2B5EF4-FFF2-40B4-BE49-F238E27FC236}">
                <a16:creationId xmlns:a16="http://schemas.microsoft.com/office/drawing/2014/main" id="{A7D3EBF4-25E3-F432-BA9C-213268B8D0B3}"/>
              </a:ext>
            </a:extLst>
          </p:cNvPr>
          <p:cNvSpPr>
            <a:spLocks noGrp="1"/>
          </p:cNvSpPr>
          <p:nvPr>
            <p:ph type="body" sz="quarter" idx="10"/>
          </p:nvPr>
        </p:nvSpPr>
        <p:spPr>
          <a:xfrm>
            <a:off x="647387" y="525188"/>
            <a:ext cx="9792850" cy="346249"/>
          </a:xfrm>
        </p:spPr>
        <p:txBody>
          <a:bodyPr/>
          <a:lstStyle/>
          <a:p>
            <a:r>
              <a:rPr lang="en-ZA" dirty="0"/>
              <a:t>How do we know this Equity allocation works?</a:t>
            </a:r>
          </a:p>
        </p:txBody>
      </p:sp>
      <p:sp>
        <p:nvSpPr>
          <p:cNvPr id="4" name="Text Placeholder 3">
            <a:extLst>
              <a:ext uri="{FF2B5EF4-FFF2-40B4-BE49-F238E27FC236}">
                <a16:creationId xmlns:a16="http://schemas.microsoft.com/office/drawing/2014/main" id="{53C99DF9-AD08-554A-9A7B-EF1B1A7A27DA}"/>
              </a:ext>
            </a:extLst>
          </p:cNvPr>
          <p:cNvSpPr>
            <a:spLocks noGrp="1"/>
          </p:cNvSpPr>
          <p:nvPr>
            <p:ph type="body" sz="quarter" idx="11"/>
          </p:nvPr>
        </p:nvSpPr>
        <p:spPr/>
        <p:txBody>
          <a:bodyPr/>
          <a:lstStyle/>
          <a:p>
            <a:r>
              <a:rPr lang="en-ZA" dirty="0"/>
              <a:t>Peer Cognisant Model</a:t>
            </a:r>
          </a:p>
        </p:txBody>
      </p:sp>
      <p:pic>
        <p:nvPicPr>
          <p:cNvPr id="6" name="Picture 5">
            <a:extLst>
              <a:ext uri="{FF2B5EF4-FFF2-40B4-BE49-F238E27FC236}">
                <a16:creationId xmlns:a16="http://schemas.microsoft.com/office/drawing/2014/main" id="{8E013937-BDFE-F79F-B09A-51E7D6AB8B07}"/>
              </a:ext>
            </a:extLst>
          </p:cNvPr>
          <p:cNvPicPr>
            <a:picLocks noChangeAspect="1"/>
          </p:cNvPicPr>
          <p:nvPr/>
        </p:nvPicPr>
        <p:blipFill>
          <a:blip r:embed="rId2"/>
          <a:stretch>
            <a:fillRect/>
          </a:stretch>
        </p:blipFill>
        <p:spPr>
          <a:xfrm>
            <a:off x="521045" y="1938994"/>
            <a:ext cx="11149910" cy="3515027"/>
          </a:xfrm>
          <a:prstGeom prst="rect">
            <a:avLst/>
          </a:prstGeom>
        </p:spPr>
      </p:pic>
    </p:spTree>
    <p:extLst>
      <p:ext uri="{BB962C8B-B14F-4D97-AF65-F5344CB8AC3E}">
        <p14:creationId xmlns:p14="http://schemas.microsoft.com/office/powerpoint/2010/main" val="1416415254"/>
      </p:ext>
    </p:extLst>
  </p:cSld>
  <p:clrMapOvr>
    <a:masterClrMapping/>
  </p:clrMapOvr>
  <p:transition spd="slow">
    <p:wipe dir="r"/>
  </p:transition>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677D006-09F9-B0C1-DBEE-AC0F4C59D11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F3C4E2E-54DA-7923-39BC-AD29A0B2C61D}"/>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490A59-D3E2-A64D-A2FA-D689A8266F0F}" type="slidenum">
              <a:rPr kumimoji="0" lang="en-US" sz="1200" b="0" i="0" u="none" strike="noStrike" kern="1200" cap="none" spc="0" normalizeH="0" baseline="0" noProof="0" smtClean="0">
                <a:ln>
                  <a:noFill/>
                </a:ln>
                <a:solidFill>
                  <a:srgbClr val="002855"/>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dirty="0">
              <a:ln>
                <a:noFill/>
              </a:ln>
              <a:solidFill>
                <a:srgbClr val="002855"/>
              </a:solidFill>
              <a:effectLst/>
              <a:uLnTx/>
              <a:uFillTx/>
              <a:latin typeface="Arial" panose="020B0604020202020204"/>
              <a:ea typeface="+mn-ea"/>
              <a:cs typeface="+mn-cs"/>
            </a:endParaRPr>
          </a:p>
        </p:txBody>
      </p:sp>
      <p:sp>
        <p:nvSpPr>
          <p:cNvPr id="3" name="Text Placeholder 2">
            <a:extLst>
              <a:ext uri="{FF2B5EF4-FFF2-40B4-BE49-F238E27FC236}">
                <a16:creationId xmlns:a16="http://schemas.microsoft.com/office/drawing/2014/main" id="{8F3A0DFF-4461-5056-6870-26197E368699}"/>
              </a:ext>
            </a:extLst>
          </p:cNvPr>
          <p:cNvSpPr>
            <a:spLocks noGrp="1"/>
          </p:cNvSpPr>
          <p:nvPr>
            <p:ph type="body" sz="quarter" idx="10"/>
          </p:nvPr>
        </p:nvSpPr>
        <p:spPr>
          <a:xfrm>
            <a:off x="647387" y="525188"/>
            <a:ext cx="9792850" cy="346249"/>
          </a:xfrm>
        </p:spPr>
        <p:txBody>
          <a:bodyPr/>
          <a:lstStyle/>
          <a:p>
            <a:r>
              <a:rPr lang="en-ZA" dirty="0"/>
              <a:t>How do we implement this model?</a:t>
            </a:r>
          </a:p>
        </p:txBody>
      </p:sp>
      <p:sp>
        <p:nvSpPr>
          <p:cNvPr id="4" name="Text Placeholder 3">
            <a:extLst>
              <a:ext uri="{FF2B5EF4-FFF2-40B4-BE49-F238E27FC236}">
                <a16:creationId xmlns:a16="http://schemas.microsoft.com/office/drawing/2014/main" id="{99049202-D84D-0837-70E4-BF8C7A6810F8}"/>
              </a:ext>
            </a:extLst>
          </p:cNvPr>
          <p:cNvSpPr>
            <a:spLocks noGrp="1"/>
          </p:cNvSpPr>
          <p:nvPr>
            <p:ph type="body" sz="quarter" idx="11"/>
          </p:nvPr>
        </p:nvSpPr>
        <p:spPr/>
        <p:txBody>
          <a:bodyPr/>
          <a:lstStyle/>
          <a:p>
            <a:r>
              <a:rPr lang="en-ZA" dirty="0"/>
              <a:t>Portfolio Construction</a:t>
            </a:r>
          </a:p>
        </p:txBody>
      </p:sp>
      <p:sp>
        <p:nvSpPr>
          <p:cNvPr id="10" name="Text Placeholder 4">
            <a:extLst>
              <a:ext uri="{FF2B5EF4-FFF2-40B4-BE49-F238E27FC236}">
                <a16:creationId xmlns:a16="http://schemas.microsoft.com/office/drawing/2014/main" id="{609FE390-53B3-7E28-4013-0C97D89F74B7}"/>
              </a:ext>
            </a:extLst>
          </p:cNvPr>
          <p:cNvSpPr>
            <a:spLocks noGrp="1"/>
          </p:cNvSpPr>
          <p:nvPr>
            <p:ph type="body" sz="quarter" idx="14"/>
          </p:nvPr>
        </p:nvSpPr>
        <p:spPr>
          <a:xfrm>
            <a:off x="647387" y="5931917"/>
            <a:ext cx="10974332" cy="557397"/>
          </a:xfrm>
        </p:spPr>
        <p:txBody>
          <a:bodyPr/>
          <a:lstStyle/>
          <a:p>
            <a:r>
              <a:rPr lang="en-ZA" dirty="0"/>
              <a:t>Solve for lowest physical equity portfolio to enable maximum portable alpha</a:t>
            </a:r>
          </a:p>
        </p:txBody>
      </p:sp>
      <p:pic>
        <p:nvPicPr>
          <p:cNvPr id="7" name="Picture 6">
            <a:extLst>
              <a:ext uri="{FF2B5EF4-FFF2-40B4-BE49-F238E27FC236}">
                <a16:creationId xmlns:a16="http://schemas.microsoft.com/office/drawing/2014/main" id="{7ACD9802-5A56-14D4-DD13-C022792C92D0}"/>
              </a:ext>
            </a:extLst>
          </p:cNvPr>
          <p:cNvPicPr>
            <a:picLocks noChangeAspect="1"/>
          </p:cNvPicPr>
          <p:nvPr/>
        </p:nvPicPr>
        <p:blipFill>
          <a:blip r:embed="rId2"/>
          <a:stretch>
            <a:fillRect/>
          </a:stretch>
        </p:blipFill>
        <p:spPr>
          <a:xfrm>
            <a:off x="104776" y="1786479"/>
            <a:ext cx="4305901" cy="3820058"/>
          </a:xfrm>
          <a:prstGeom prst="rect">
            <a:avLst/>
          </a:prstGeom>
        </p:spPr>
      </p:pic>
      <p:pic>
        <p:nvPicPr>
          <p:cNvPr id="9" name="Picture 8">
            <a:extLst>
              <a:ext uri="{FF2B5EF4-FFF2-40B4-BE49-F238E27FC236}">
                <a16:creationId xmlns:a16="http://schemas.microsoft.com/office/drawing/2014/main" id="{66095DA1-F9AA-CB58-B7C4-32F322F74BDA}"/>
              </a:ext>
            </a:extLst>
          </p:cNvPr>
          <p:cNvPicPr>
            <a:picLocks noChangeAspect="1"/>
          </p:cNvPicPr>
          <p:nvPr/>
        </p:nvPicPr>
        <p:blipFill>
          <a:blip r:embed="rId3"/>
          <a:stretch>
            <a:fillRect/>
          </a:stretch>
        </p:blipFill>
        <p:spPr>
          <a:xfrm>
            <a:off x="4222265" y="1918620"/>
            <a:ext cx="7716477" cy="3555776"/>
          </a:xfrm>
          <a:prstGeom prst="rect">
            <a:avLst/>
          </a:prstGeom>
        </p:spPr>
      </p:pic>
    </p:spTree>
    <p:extLst>
      <p:ext uri="{BB962C8B-B14F-4D97-AF65-F5344CB8AC3E}">
        <p14:creationId xmlns:p14="http://schemas.microsoft.com/office/powerpoint/2010/main" val="1633998738"/>
      </p:ext>
    </p:extLst>
  </p:cSld>
  <p:clrMapOvr>
    <a:masterClrMapping/>
  </p:clrMapOvr>
  <p:transition spd="slow">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C0DB9-9C27-FA10-EDFB-8034B799DF04}"/>
            </a:ext>
          </a:extLst>
        </p:cNvPr>
        <p:cNvGrpSpPr/>
        <p:nvPr/>
      </p:nvGrpSpPr>
      <p:grpSpPr>
        <a:xfrm>
          <a:off x="0" y="0"/>
          <a:ext cx="0" cy="0"/>
          <a:chOff x="0" y="0"/>
          <a:chExt cx="0" cy="0"/>
        </a:xfrm>
      </p:grpSpPr>
      <p:pic>
        <p:nvPicPr>
          <p:cNvPr id="15" name="Picture Placeholder 14" descr="A close-up of a blue post&#10;&#10;Description automatically generated">
            <a:extLst>
              <a:ext uri="{FF2B5EF4-FFF2-40B4-BE49-F238E27FC236}">
                <a16:creationId xmlns:a16="http://schemas.microsoft.com/office/drawing/2014/main" id="{6539C297-2EF1-ECD0-D578-431EF8110D1F}"/>
              </a:ext>
            </a:extLst>
          </p:cNvPr>
          <p:cNvPicPr>
            <a:picLocks noGrp="1" noChangeAspect="1"/>
          </p:cNvPicPr>
          <p:nvPr>
            <p:ph type="pic" sz="quarter" idx="19"/>
          </p:nvPr>
        </p:nvPicPr>
        <p:blipFill>
          <a:blip r:embed="rId2"/>
          <a:srcRect/>
          <a:stretch/>
        </p:blipFill>
        <p:spPr>
          <a:xfrm>
            <a:off x="0" y="0"/>
            <a:ext cx="12192000" cy="6858000"/>
          </a:xfrm>
        </p:spPr>
      </p:pic>
      <p:sp>
        <p:nvSpPr>
          <p:cNvPr id="5" name="Picture Placeholder 4">
            <a:extLst>
              <a:ext uri="{FF2B5EF4-FFF2-40B4-BE49-F238E27FC236}">
                <a16:creationId xmlns:a16="http://schemas.microsoft.com/office/drawing/2014/main" id="{A2D265ED-31F7-5345-D603-3AA7E1F86491}"/>
              </a:ext>
            </a:extLst>
          </p:cNvPr>
          <p:cNvSpPr>
            <a:spLocks noGrp="1"/>
          </p:cNvSpPr>
          <p:nvPr>
            <p:ph type="pic" sz="quarter" idx="15"/>
          </p:nvPr>
        </p:nvSpPr>
        <p:spPr/>
        <p:txBody>
          <a:bodyPr/>
          <a:lstStyle/>
          <a:p>
            <a:endParaRPr lang="en-ZA" dirty="0"/>
          </a:p>
        </p:txBody>
      </p:sp>
      <p:sp>
        <p:nvSpPr>
          <p:cNvPr id="7" name="Picture Placeholder 6">
            <a:extLst>
              <a:ext uri="{FF2B5EF4-FFF2-40B4-BE49-F238E27FC236}">
                <a16:creationId xmlns:a16="http://schemas.microsoft.com/office/drawing/2014/main" id="{8379C349-F6D7-9A32-8BA8-B03FD0422239}"/>
              </a:ext>
            </a:extLst>
          </p:cNvPr>
          <p:cNvSpPr>
            <a:spLocks noGrp="1"/>
          </p:cNvSpPr>
          <p:nvPr>
            <p:ph type="pic" sz="quarter" idx="20"/>
          </p:nvPr>
        </p:nvSpPr>
        <p:spPr/>
        <p:txBody>
          <a:bodyPr/>
          <a:lstStyle/>
          <a:p>
            <a:endParaRPr lang="en-ZA"/>
          </a:p>
        </p:txBody>
      </p:sp>
      <p:sp>
        <p:nvSpPr>
          <p:cNvPr id="8" name="Text Placeholder 7">
            <a:extLst>
              <a:ext uri="{FF2B5EF4-FFF2-40B4-BE49-F238E27FC236}">
                <a16:creationId xmlns:a16="http://schemas.microsoft.com/office/drawing/2014/main" id="{F59F8C08-B44A-938B-22E4-A04F5CE034E3}"/>
              </a:ext>
            </a:extLst>
          </p:cNvPr>
          <p:cNvSpPr>
            <a:spLocks noGrp="1"/>
          </p:cNvSpPr>
          <p:nvPr>
            <p:ph type="body" sz="quarter" idx="13"/>
          </p:nvPr>
        </p:nvSpPr>
        <p:spPr>
          <a:xfrm>
            <a:off x="619125" y="2429692"/>
            <a:ext cx="5172075" cy="775597"/>
          </a:xfrm>
        </p:spPr>
        <p:txBody>
          <a:bodyPr/>
          <a:lstStyle/>
          <a:p>
            <a:r>
              <a:rPr lang="en-US" dirty="0"/>
              <a:t>Cash and money market process</a:t>
            </a:r>
          </a:p>
        </p:txBody>
      </p:sp>
      <p:sp>
        <p:nvSpPr>
          <p:cNvPr id="4" name="Text Placeholder 3">
            <a:extLst>
              <a:ext uri="{FF2B5EF4-FFF2-40B4-BE49-F238E27FC236}">
                <a16:creationId xmlns:a16="http://schemas.microsoft.com/office/drawing/2014/main" id="{9ED51FAD-14C5-F61C-D697-277D5080602B}"/>
              </a:ext>
            </a:extLst>
          </p:cNvPr>
          <p:cNvSpPr>
            <a:spLocks noGrp="1"/>
          </p:cNvSpPr>
          <p:nvPr>
            <p:ph type="body" sz="quarter" idx="14"/>
          </p:nvPr>
        </p:nvSpPr>
        <p:spPr>
          <a:xfrm>
            <a:off x="618847" y="3888896"/>
            <a:ext cx="4498929" cy="222946"/>
          </a:xfrm>
        </p:spPr>
        <p:txBody>
          <a:bodyPr/>
          <a:lstStyle/>
          <a:p>
            <a:r>
              <a:rPr lang="en-ZA" dirty="0"/>
              <a:t>Optimisation and Risk Management</a:t>
            </a:r>
          </a:p>
        </p:txBody>
      </p:sp>
      <p:sp>
        <p:nvSpPr>
          <p:cNvPr id="6" name="Content Placeholder 5">
            <a:extLst>
              <a:ext uri="{FF2B5EF4-FFF2-40B4-BE49-F238E27FC236}">
                <a16:creationId xmlns:a16="http://schemas.microsoft.com/office/drawing/2014/main" id="{7C7E9446-D447-C0E5-F1C6-ADA799325487}"/>
              </a:ext>
            </a:extLst>
          </p:cNvPr>
          <p:cNvSpPr>
            <a:spLocks noGrp="1"/>
          </p:cNvSpPr>
          <p:nvPr>
            <p:ph sz="quarter" idx="17"/>
          </p:nvPr>
        </p:nvSpPr>
        <p:spPr>
          <a:xfrm flipV="1">
            <a:off x="618847" y="3657467"/>
            <a:ext cx="1548205" cy="45719"/>
          </a:xfrm>
        </p:spPr>
        <p:txBody>
          <a:bodyPr/>
          <a:lstStyle/>
          <a:p>
            <a:endParaRPr lang="en-ZA"/>
          </a:p>
        </p:txBody>
      </p:sp>
    </p:spTree>
    <p:extLst>
      <p:ext uri="{BB962C8B-B14F-4D97-AF65-F5344CB8AC3E}">
        <p14:creationId xmlns:p14="http://schemas.microsoft.com/office/powerpoint/2010/main" val="147522463"/>
      </p:ext>
    </p:extLst>
  </p:cSld>
  <p:clrMapOvr>
    <a:masterClrMapping/>
  </p:clrMapOvr>
  <p:transition spd="slow">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D5FC5D-B7B5-20F9-FB1F-74399CA1648E}"/>
              </a:ext>
            </a:extLst>
          </p:cNvPr>
          <p:cNvSpPr>
            <a:spLocks noGrp="1"/>
          </p:cNvSpPr>
          <p:nvPr>
            <p:ph type="sldNum" sz="quarter" idx="4"/>
          </p:nvPr>
        </p:nvSpPr>
        <p:spPr>
          <a:xfrm>
            <a:off x="-1" y="6396981"/>
            <a:ext cx="447675" cy="184666"/>
          </a:xfrm>
        </p:spPr>
        <p:txBody>
          <a:bodyPr/>
          <a:lstStyle/>
          <a:p>
            <a:fld id="{73490A59-D3E2-A64D-A2FA-D689A8266F0F}" type="slidenum">
              <a:rPr lang="en-US" smtClean="0"/>
              <a:pPr/>
              <a:t>33</a:t>
            </a:fld>
            <a:endParaRPr lang="en-US" dirty="0"/>
          </a:p>
        </p:txBody>
      </p:sp>
      <p:sp>
        <p:nvSpPr>
          <p:cNvPr id="6" name="Text Placeholder 5">
            <a:extLst>
              <a:ext uri="{FF2B5EF4-FFF2-40B4-BE49-F238E27FC236}">
                <a16:creationId xmlns:a16="http://schemas.microsoft.com/office/drawing/2014/main" id="{C4D4D056-A330-3167-15E7-80ACD5D7C519}"/>
              </a:ext>
            </a:extLst>
          </p:cNvPr>
          <p:cNvSpPr>
            <a:spLocks noGrp="1"/>
          </p:cNvSpPr>
          <p:nvPr>
            <p:ph type="body" sz="quarter" idx="10"/>
          </p:nvPr>
        </p:nvSpPr>
        <p:spPr>
          <a:xfrm>
            <a:off x="647387" y="525188"/>
            <a:ext cx="11205630" cy="346249"/>
          </a:xfrm>
        </p:spPr>
        <p:txBody>
          <a:bodyPr/>
          <a:lstStyle/>
          <a:p>
            <a:r>
              <a:rPr lang="en-ZA" dirty="0"/>
              <a:t> how we actively manage the cash and Money Market assets</a:t>
            </a:r>
          </a:p>
        </p:txBody>
      </p:sp>
      <p:sp>
        <p:nvSpPr>
          <p:cNvPr id="19" name="Text Placeholder 18">
            <a:extLst>
              <a:ext uri="{FF2B5EF4-FFF2-40B4-BE49-F238E27FC236}">
                <a16:creationId xmlns:a16="http://schemas.microsoft.com/office/drawing/2014/main" id="{0CBD6583-716E-D5BE-D90D-B3CDE385EF20}"/>
              </a:ext>
            </a:extLst>
          </p:cNvPr>
          <p:cNvSpPr>
            <a:spLocks noGrp="1"/>
          </p:cNvSpPr>
          <p:nvPr>
            <p:ph type="body" sz="quarter" idx="11"/>
          </p:nvPr>
        </p:nvSpPr>
        <p:spPr>
          <a:xfrm>
            <a:off x="647387" y="903702"/>
            <a:ext cx="8627242" cy="553998"/>
          </a:xfrm>
        </p:spPr>
        <p:txBody>
          <a:bodyPr/>
          <a:lstStyle/>
          <a:p>
            <a:r>
              <a:rPr lang="en-ZA" dirty="0"/>
              <a:t>Enhanced indexation process</a:t>
            </a:r>
          </a:p>
        </p:txBody>
      </p:sp>
      <p:sp>
        <p:nvSpPr>
          <p:cNvPr id="8" name="Text Placeholder 7">
            <a:extLst>
              <a:ext uri="{FF2B5EF4-FFF2-40B4-BE49-F238E27FC236}">
                <a16:creationId xmlns:a16="http://schemas.microsoft.com/office/drawing/2014/main" id="{B377D294-3CD8-B55F-64A7-C2716BFA567F}"/>
              </a:ext>
            </a:extLst>
          </p:cNvPr>
          <p:cNvSpPr>
            <a:spLocks noGrp="1"/>
          </p:cNvSpPr>
          <p:nvPr>
            <p:ph type="body" sz="quarter" idx="14"/>
          </p:nvPr>
        </p:nvSpPr>
        <p:spPr>
          <a:xfrm>
            <a:off x="697074" y="2081143"/>
            <a:ext cx="4263934" cy="3600450"/>
          </a:xfrm>
        </p:spPr>
        <p:txBody>
          <a:bodyPr>
            <a:normAutofit/>
          </a:bodyPr>
          <a:lstStyle/>
          <a:p>
            <a:r>
              <a:rPr lang="en-ZA" sz="1800" dirty="0"/>
              <a:t>In order to generate alpha, the cash and money market assets must be invested in assets that:</a:t>
            </a:r>
          </a:p>
          <a:p>
            <a:pPr marL="800100" lvl="1" indent="-342900">
              <a:buSzPct val="100000"/>
              <a:buFont typeface="+mj-lt"/>
              <a:buAutoNum type="arabicPeriod"/>
            </a:pPr>
            <a:endParaRPr lang="en-ZA" sz="1400" dirty="0"/>
          </a:p>
          <a:p>
            <a:pPr marL="800100" lvl="1" indent="-342900">
              <a:buSzPct val="100000"/>
              <a:buFont typeface="+mj-lt"/>
              <a:buAutoNum type="arabicPeriod"/>
            </a:pPr>
            <a:r>
              <a:rPr lang="en-ZA" sz="1400" dirty="0"/>
              <a:t>Offer a higher fixed rate of return because capital is tied up for a longer period of time, i.e. </a:t>
            </a:r>
            <a:r>
              <a:rPr lang="en-ZA" sz="1400" b="1" dirty="0">
                <a:solidFill>
                  <a:schemeClr val="accent3"/>
                </a:solidFill>
              </a:rPr>
              <a:t>term assets</a:t>
            </a:r>
          </a:p>
          <a:p>
            <a:pPr marL="800100" lvl="1" indent="-342900">
              <a:buSzPct val="100000"/>
              <a:buFont typeface="+mj-lt"/>
              <a:buAutoNum type="arabicPeriod"/>
            </a:pPr>
            <a:endParaRPr lang="en-ZA" sz="1400" dirty="0"/>
          </a:p>
          <a:p>
            <a:pPr marL="800100" lvl="1" indent="-342900">
              <a:buSzPct val="100000"/>
              <a:buFont typeface="+mj-lt"/>
              <a:buAutoNum type="arabicPeriod"/>
            </a:pPr>
            <a:r>
              <a:rPr lang="en-ZA" sz="1400" dirty="0"/>
              <a:t>Offer a higher rate of return because the issuer has given probability of defaulting, i.e. </a:t>
            </a:r>
            <a:r>
              <a:rPr lang="en-ZA" sz="1400" b="1" dirty="0">
                <a:solidFill>
                  <a:schemeClr val="accent2"/>
                </a:solidFill>
              </a:rPr>
              <a:t>credit assets </a:t>
            </a:r>
          </a:p>
          <a:p>
            <a:pPr marL="457200"/>
            <a:endParaRPr lang="en-ZA" sz="1800" dirty="0"/>
          </a:p>
          <a:p>
            <a:pPr marL="457200"/>
            <a:r>
              <a:rPr lang="en-ZA" sz="1800" dirty="0"/>
              <a:t>This is done within the regulation and investment risk tolerances</a:t>
            </a:r>
          </a:p>
          <a:p>
            <a:endParaRPr lang="en-US" sz="1600" dirty="0"/>
          </a:p>
        </p:txBody>
      </p:sp>
      <p:sp>
        <p:nvSpPr>
          <p:cNvPr id="3" name="Content Placeholder 13">
            <a:extLst>
              <a:ext uri="{FF2B5EF4-FFF2-40B4-BE49-F238E27FC236}">
                <a16:creationId xmlns:a16="http://schemas.microsoft.com/office/drawing/2014/main" id="{20AE7447-3ED6-480E-16A1-03344A92073D}"/>
              </a:ext>
            </a:extLst>
          </p:cNvPr>
          <p:cNvSpPr txBox="1">
            <a:spLocks/>
          </p:cNvSpPr>
          <p:nvPr/>
        </p:nvSpPr>
        <p:spPr>
          <a:xfrm>
            <a:off x="6400790" y="1726657"/>
            <a:ext cx="5312229" cy="66651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ZA" sz="1600" dirty="0">
                <a:solidFill>
                  <a:schemeClr val="accent2"/>
                </a:solidFill>
              </a:rPr>
              <a:t>Excess Cash and Money Market return is obtained from Term (duration) and/or Credit </a:t>
            </a:r>
          </a:p>
        </p:txBody>
      </p:sp>
      <p:graphicFrame>
        <p:nvGraphicFramePr>
          <p:cNvPr id="4" name="Content Placeholder 16">
            <a:extLst>
              <a:ext uri="{FF2B5EF4-FFF2-40B4-BE49-F238E27FC236}">
                <a16:creationId xmlns:a16="http://schemas.microsoft.com/office/drawing/2014/main" id="{0CA4E1EA-1C46-5132-3498-BD73B72338D4}"/>
              </a:ext>
            </a:extLst>
          </p:cNvPr>
          <p:cNvGraphicFramePr>
            <a:graphicFrameLocks/>
          </p:cNvGraphicFramePr>
          <p:nvPr/>
        </p:nvGraphicFramePr>
        <p:xfrm>
          <a:off x="6411913" y="2478088"/>
          <a:ext cx="5311775" cy="36004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49752773"/>
      </p:ext>
    </p:extLst>
  </p:cSld>
  <p:clrMapOvr>
    <a:masterClrMapping/>
  </p:clrMapOvr>
  <p:transition spd="slow">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9458B-0547-983A-7B30-4C8B155B0B3B}"/>
            </a:ext>
          </a:extLst>
        </p:cNvPr>
        <p:cNvGrpSpPr/>
        <p:nvPr/>
      </p:nvGrpSpPr>
      <p:grpSpPr>
        <a:xfrm>
          <a:off x="0" y="0"/>
          <a:ext cx="0" cy="0"/>
          <a:chOff x="0" y="0"/>
          <a:chExt cx="0" cy="0"/>
        </a:xfrm>
      </p:grpSpPr>
      <p:pic>
        <p:nvPicPr>
          <p:cNvPr id="15" name="Picture Placeholder 14" descr="A close-up of a blue post&#10;&#10;Description automatically generated">
            <a:extLst>
              <a:ext uri="{FF2B5EF4-FFF2-40B4-BE49-F238E27FC236}">
                <a16:creationId xmlns:a16="http://schemas.microsoft.com/office/drawing/2014/main" id="{636EBF10-27B1-2FF5-0BD4-E00EBD9276DC}"/>
              </a:ext>
            </a:extLst>
          </p:cNvPr>
          <p:cNvPicPr>
            <a:picLocks noGrp="1" noChangeAspect="1"/>
          </p:cNvPicPr>
          <p:nvPr>
            <p:ph type="pic" sz="quarter" idx="19"/>
          </p:nvPr>
        </p:nvPicPr>
        <p:blipFill>
          <a:blip r:embed="rId2"/>
          <a:srcRect/>
          <a:stretch/>
        </p:blipFill>
        <p:spPr>
          <a:xfrm>
            <a:off x="0" y="0"/>
            <a:ext cx="12192000" cy="6858000"/>
          </a:xfrm>
        </p:spPr>
      </p:pic>
      <p:sp>
        <p:nvSpPr>
          <p:cNvPr id="5" name="Picture Placeholder 4">
            <a:extLst>
              <a:ext uri="{FF2B5EF4-FFF2-40B4-BE49-F238E27FC236}">
                <a16:creationId xmlns:a16="http://schemas.microsoft.com/office/drawing/2014/main" id="{16F73DF0-1E84-BCDA-7468-987C39F28ECC}"/>
              </a:ext>
            </a:extLst>
          </p:cNvPr>
          <p:cNvSpPr>
            <a:spLocks noGrp="1"/>
          </p:cNvSpPr>
          <p:nvPr>
            <p:ph type="pic" sz="quarter" idx="15"/>
          </p:nvPr>
        </p:nvSpPr>
        <p:spPr/>
        <p:txBody>
          <a:bodyPr/>
          <a:lstStyle/>
          <a:p>
            <a:endParaRPr lang="en-ZA" dirty="0"/>
          </a:p>
        </p:txBody>
      </p:sp>
      <p:sp>
        <p:nvSpPr>
          <p:cNvPr id="7" name="Picture Placeholder 6">
            <a:extLst>
              <a:ext uri="{FF2B5EF4-FFF2-40B4-BE49-F238E27FC236}">
                <a16:creationId xmlns:a16="http://schemas.microsoft.com/office/drawing/2014/main" id="{04DC205A-5F9D-9BBD-AE33-23253697A2AF}"/>
              </a:ext>
            </a:extLst>
          </p:cNvPr>
          <p:cNvSpPr>
            <a:spLocks noGrp="1"/>
          </p:cNvSpPr>
          <p:nvPr>
            <p:ph type="pic" sz="quarter" idx="20"/>
          </p:nvPr>
        </p:nvSpPr>
        <p:spPr/>
        <p:txBody>
          <a:bodyPr/>
          <a:lstStyle/>
          <a:p>
            <a:endParaRPr lang="en-ZA"/>
          </a:p>
        </p:txBody>
      </p:sp>
      <p:sp>
        <p:nvSpPr>
          <p:cNvPr id="8" name="Text Placeholder 7">
            <a:extLst>
              <a:ext uri="{FF2B5EF4-FFF2-40B4-BE49-F238E27FC236}">
                <a16:creationId xmlns:a16="http://schemas.microsoft.com/office/drawing/2014/main" id="{D511F57C-77D1-4598-A3B0-C9A5D6966980}"/>
              </a:ext>
            </a:extLst>
          </p:cNvPr>
          <p:cNvSpPr>
            <a:spLocks noGrp="1"/>
          </p:cNvSpPr>
          <p:nvPr>
            <p:ph type="body" sz="quarter" idx="13"/>
          </p:nvPr>
        </p:nvSpPr>
        <p:spPr>
          <a:xfrm>
            <a:off x="619125" y="2429692"/>
            <a:ext cx="5172075" cy="775597"/>
          </a:xfrm>
        </p:spPr>
        <p:txBody>
          <a:bodyPr/>
          <a:lstStyle/>
          <a:p>
            <a:r>
              <a:rPr lang="en-US" dirty="0"/>
              <a:t>Performance track record</a:t>
            </a:r>
          </a:p>
        </p:txBody>
      </p:sp>
      <p:sp>
        <p:nvSpPr>
          <p:cNvPr id="4" name="Text Placeholder 3">
            <a:extLst>
              <a:ext uri="{FF2B5EF4-FFF2-40B4-BE49-F238E27FC236}">
                <a16:creationId xmlns:a16="http://schemas.microsoft.com/office/drawing/2014/main" id="{A16722C5-D94F-56B9-3A67-47A51B0D5057}"/>
              </a:ext>
            </a:extLst>
          </p:cNvPr>
          <p:cNvSpPr>
            <a:spLocks noGrp="1"/>
          </p:cNvSpPr>
          <p:nvPr>
            <p:ph type="body" sz="quarter" idx="14"/>
          </p:nvPr>
        </p:nvSpPr>
        <p:spPr>
          <a:xfrm>
            <a:off x="618847" y="3767566"/>
            <a:ext cx="6217382" cy="221599"/>
          </a:xfrm>
        </p:spPr>
        <p:txBody>
          <a:bodyPr/>
          <a:lstStyle/>
          <a:p>
            <a:endParaRPr lang="en-ZA" dirty="0"/>
          </a:p>
        </p:txBody>
      </p:sp>
      <p:sp>
        <p:nvSpPr>
          <p:cNvPr id="6" name="Content Placeholder 5">
            <a:extLst>
              <a:ext uri="{FF2B5EF4-FFF2-40B4-BE49-F238E27FC236}">
                <a16:creationId xmlns:a16="http://schemas.microsoft.com/office/drawing/2014/main" id="{67A22C63-CD59-BF9B-4C70-1FAD14B9B6BA}"/>
              </a:ext>
            </a:extLst>
          </p:cNvPr>
          <p:cNvSpPr>
            <a:spLocks noGrp="1"/>
          </p:cNvSpPr>
          <p:nvPr>
            <p:ph sz="quarter" idx="17"/>
          </p:nvPr>
        </p:nvSpPr>
        <p:spPr/>
        <p:txBody>
          <a:bodyPr/>
          <a:lstStyle/>
          <a:p>
            <a:endParaRPr lang="en-ZA"/>
          </a:p>
        </p:txBody>
      </p:sp>
    </p:spTree>
    <p:extLst>
      <p:ext uri="{BB962C8B-B14F-4D97-AF65-F5344CB8AC3E}">
        <p14:creationId xmlns:p14="http://schemas.microsoft.com/office/powerpoint/2010/main" val="3580627118"/>
      </p:ext>
    </p:extLst>
  </p:cSld>
  <p:clrMapOvr>
    <a:masterClrMapping/>
  </p:clrMapOvr>
  <p:transition spd="slow">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9E504-CFA6-A92E-1E91-E51537C60364}"/>
            </a:ext>
          </a:extLst>
        </p:cNvPr>
        <p:cNvGrpSpPr/>
        <p:nvPr/>
      </p:nvGrpSpPr>
      <p:grpSpPr>
        <a:xfrm>
          <a:off x="0" y="0"/>
          <a:ext cx="0" cy="0"/>
          <a:chOff x="0" y="0"/>
          <a:chExt cx="0" cy="0"/>
        </a:xfrm>
      </p:grpSpPr>
      <p:pic>
        <p:nvPicPr>
          <p:cNvPr id="15" name="Picture Placeholder 14" descr="A close-up of a blue post&#10;&#10;Description automatically generated">
            <a:extLst>
              <a:ext uri="{FF2B5EF4-FFF2-40B4-BE49-F238E27FC236}">
                <a16:creationId xmlns:a16="http://schemas.microsoft.com/office/drawing/2014/main" id="{3B459927-0775-DD03-1029-173014912344}"/>
              </a:ext>
            </a:extLst>
          </p:cNvPr>
          <p:cNvPicPr>
            <a:picLocks noGrp="1" noChangeAspect="1"/>
          </p:cNvPicPr>
          <p:nvPr>
            <p:ph type="pic" sz="quarter" idx="19"/>
          </p:nvPr>
        </p:nvPicPr>
        <p:blipFill>
          <a:blip r:embed="rId2"/>
          <a:srcRect/>
          <a:stretch>
            <a:fillRect/>
          </a:stretch>
        </p:blipFill>
        <p:spPr/>
      </p:pic>
      <p:sp>
        <p:nvSpPr>
          <p:cNvPr id="10" name="Picture Placeholder 9">
            <a:extLst>
              <a:ext uri="{FF2B5EF4-FFF2-40B4-BE49-F238E27FC236}">
                <a16:creationId xmlns:a16="http://schemas.microsoft.com/office/drawing/2014/main" id="{BCFE5C2A-488E-B67C-03C7-DDD3C3347A7B}"/>
              </a:ext>
            </a:extLst>
          </p:cNvPr>
          <p:cNvSpPr>
            <a:spLocks noGrp="1"/>
          </p:cNvSpPr>
          <p:nvPr>
            <p:ph type="pic" sz="quarter" idx="15"/>
          </p:nvPr>
        </p:nvSpPr>
        <p:spPr/>
        <p:txBody>
          <a:bodyPr/>
          <a:lstStyle/>
          <a:p>
            <a:endParaRPr lang="en-US"/>
          </a:p>
        </p:txBody>
      </p:sp>
      <p:sp>
        <p:nvSpPr>
          <p:cNvPr id="13" name="Picture Placeholder 12">
            <a:extLst>
              <a:ext uri="{FF2B5EF4-FFF2-40B4-BE49-F238E27FC236}">
                <a16:creationId xmlns:a16="http://schemas.microsoft.com/office/drawing/2014/main" id="{E5BA8D2C-83F7-EA91-4810-E0B23D5AFBAB}"/>
              </a:ext>
            </a:extLst>
          </p:cNvPr>
          <p:cNvSpPr>
            <a:spLocks noGrp="1"/>
          </p:cNvSpPr>
          <p:nvPr>
            <p:ph type="pic" sz="quarter" idx="20"/>
          </p:nvPr>
        </p:nvSpPr>
        <p:spPr/>
        <p:txBody>
          <a:bodyPr/>
          <a:lstStyle/>
          <a:p>
            <a:endParaRPr lang="en-US"/>
          </a:p>
        </p:txBody>
      </p:sp>
      <p:sp>
        <p:nvSpPr>
          <p:cNvPr id="8" name="Text Placeholder 7">
            <a:extLst>
              <a:ext uri="{FF2B5EF4-FFF2-40B4-BE49-F238E27FC236}">
                <a16:creationId xmlns:a16="http://schemas.microsoft.com/office/drawing/2014/main" id="{F11312BA-FE7B-AB42-D158-572C14E102E8}"/>
              </a:ext>
            </a:extLst>
          </p:cNvPr>
          <p:cNvSpPr>
            <a:spLocks noGrp="1"/>
          </p:cNvSpPr>
          <p:nvPr>
            <p:ph type="body" sz="quarter" idx="13"/>
          </p:nvPr>
        </p:nvSpPr>
        <p:spPr>
          <a:xfrm>
            <a:off x="618848" y="2400300"/>
            <a:ext cx="4498929" cy="1291636"/>
          </a:xfrm>
        </p:spPr>
        <p:txBody>
          <a:bodyPr/>
          <a:lstStyle/>
          <a:p>
            <a:r>
              <a:rPr lang="en-US" dirty="0"/>
              <a:t>Prescient core capped equity fund</a:t>
            </a:r>
          </a:p>
          <a:p>
            <a:endParaRPr lang="en-US" dirty="0"/>
          </a:p>
        </p:txBody>
      </p:sp>
      <p:sp>
        <p:nvSpPr>
          <p:cNvPr id="11" name="Content Placeholder 10">
            <a:extLst>
              <a:ext uri="{FF2B5EF4-FFF2-40B4-BE49-F238E27FC236}">
                <a16:creationId xmlns:a16="http://schemas.microsoft.com/office/drawing/2014/main" id="{0C9C2B90-20E9-CC43-9C23-1A6DD03982B4}"/>
              </a:ext>
            </a:extLst>
          </p:cNvPr>
          <p:cNvSpPr>
            <a:spLocks noGrp="1"/>
          </p:cNvSpPr>
          <p:nvPr>
            <p:ph sz="quarter" idx="17"/>
          </p:nvPr>
        </p:nvSpPr>
        <p:spPr/>
        <p:txBody>
          <a:bodyPr/>
          <a:lstStyle/>
          <a:p>
            <a:endParaRPr lang="en-US"/>
          </a:p>
        </p:txBody>
      </p:sp>
      <p:sp>
        <p:nvSpPr>
          <p:cNvPr id="2" name="Text Placeholder 3">
            <a:extLst>
              <a:ext uri="{FF2B5EF4-FFF2-40B4-BE49-F238E27FC236}">
                <a16:creationId xmlns:a16="http://schemas.microsoft.com/office/drawing/2014/main" id="{9AF73578-01AE-A8C8-56D3-B8D8B699CB1F}"/>
              </a:ext>
            </a:extLst>
          </p:cNvPr>
          <p:cNvSpPr>
            <a:spLocks noGrp="1"/>
          </p:cNvSpPr>
          <p:nvPr>
            <p:ph type="body" sz="quarter" idx="14"/>
          </p:nvPr>
        </p:nvSpPr>
        <p:spPr>
          <a:xfrm>
            <a:off x="618847" y="3767566"/>
            <a:ext cx="6217382" cy="443198"/>
          </a:xfrm>
        </p:spPr>
        <p:txBody>
          <a:bodyPr/>
          <a:lstStyle/>
          <a:p>
            <a:pPr marL="0" indent="0">
              <a:buNone/>
            </a:pPr>
            <a:r>
              <a:rPr lang="en-ZA" dirty="0"/>
              <a:t>Institutional performance - Prescient Core Capped SWIX Equity Composite</a:t>
            </a:r>
          </a:p>
        </p:txBody>
      </p:sp>
    </p:spTree>
    <p:extLst>
      <p:ext uri="{BB962C8B-B14F-4D97-AF65-F5344CB8AC3E}">
        <p14:creationId xmlns:p14="http://schemas.microsoft.com/office/powerpoint/2010/main" val="1858135964"/>
      </p:ext>
    </p:extLst>
  </p:cSld>
  <p:clrMapOvr>
    <a:masterClrMapping/>
  </p:clrMapOvr>
  <p:transition spd="slow">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94AAF-5D1A-9523-EC2F-7124177C3AB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02E4B19-CF07-C14D-5815-DD4737FBB36D}"/>
              </a:ext>
            </a:extLst>
          </p:cNvPr>
          <p:cNvSpPr>
            <a:spLocks noGrp="1"/>
          </p:cNvSpPr>
          <p:nvPr>
            <p:ph type="sldNum" sz="quarter" idx="4"/>
          </p:nvPr>
        </p:nvSpPr>
        <p:spPr>
          <a:xfrm>
            <a:off x="-1" y="6396981"/>
            <a:ext cx="447675" cy="184666"/>
          </a:xfrm>
        </p:spPr>
        <p:txBody>
          <a:bodyPr/>
          <a:lstStyle/>
          <a:p>
            <a:fld id="{73490A59-D3E2-A64D-A2FA-D689A8266F0F}" type="slidenum">
              <a:rPr lang="en-US" smtClean="0"/>
              <a:pPr/>
              <a:t>36</a:t>
            </a:fld>
            <a:endParaRPr lang="en-US" dirty="0"/>
          </a:p>
        </p:txBody>
      </p:sp>
      <p:sp>
        <p:nvSpPr>
          <p:cNvPr id="7" name="Text Placeholder 6">
            <a:extLst>
              <a:ext uri="{FF2B5EF4-FFF2-40B4-BE49-F238E27FC236}">
                <a16:creationId xmlns:a16="http://schemas.microsoft.com/office/drawing/2014/main" id="{2C6A16CC-4D27-94E9-C76F-AA6F8842B2FD}"/>
              </a:ext>
            </a:extLst>
          </p:cNvPr>
          <p:cNvSpPr>
            <a:spLocks noGrp="1"/>
          </p:cNvSpPr>
          <p:nvPr>
            <p:ph type="body" sz="quarter" idx="10"/>
          </p:nvPr>
        </p:nvSpPr>
        <p:spPr>
          <a:xfrm>
            <a:off x="647700" y="525463"/>
            <a:ext cx="8724900" cy="347662"/>
          </a:xfrm>
        </p:spPr>
        <p:txBody>
          <a:bodyPr/>
          <a:lstStyle/>
          <a:p>
            <a:r>
              <a:rPr lang="en-ZA" dirty="0"/>
              <a:t>Prescient core capped swix equity composite</a:t>
            </a:r>
          </a:p>
        </p:txBody>
      </p:sp>
      <p:sp>
        <p:nvSpPr>
          <p:cNvPr id="8" name="Text Placeholder 7">
            <a:extLst>
              <a:ext uri="{FF2B5EF4-FFF2-40B4-BE49-F238E27FC236}">
                <a16:creationId xmlns:a16="http://schemas.microsoft.com/office/drawing/2014/main" id="{E09F80AC-8B1B-A00C-4C18-EC4D7C5EC5D9}"/>
              </a:ext>
            </a:extLst>
          </p:cNvPr>
          <p:cNvSpPr>
            <a:spLocks noGrp="1"/>
          </p:cNvSpPr>
          <p:nvPr>
            <p:ph type="body" sz="quarter" idx="11"/>
          </p:nvPr>
        </p:nvSpPr>
        <p:spPr>
          <a:xfrm>
            <a:off x="647700" y="903288"/>
            <a:ext cx="9219111" cy="557212"/>
          </a:xfrm>
        </p:spPr>
        <p:txBody>
          <a:bodyPr/>
          <a:lstStyle/>
          <a:p>
            <a:r>
              <a:rPr lang="en-ZA" dirty="0"/>
              <a:t>Performance</a:t>
            </a:r>
          </a:p>
        </p:txBody>
      </p:sp>
      <p:sp>
        <p:nvSpPr>
          <p:cNvPr id="9" name="Text Placeholder 8">
            <a:extLst>
              <a:ext uri="{FF2B5EF4-FFF2-40B4-BE49-F238E27FC236}">
                <a16:creationId xmlns:a16="http://schemas.microsoft.com/office/drawing/2014/main" id="{68D59225-DF0B-B703-76B8-08C9FEC2451C}"/>
              </a:ext>
            </a:extLst>
          </p:cNvPr>
          <p:cNvSpPr>
            <a:spLocks noGrp="1"/>
          </p:cNvSpPr>
          <p:nvPr>
            <p:ph type="body" sz="quarter" idx="14"/>
          </p:nvPr>
        </p:nvSpPr>
        <p:spPr>
          <a:xfrm>
            <a:off x="597988" y="6450812"/>
            <a:ext cx="5791760" cy="125419"/>
          </a:xfrm>
        </p:spPr>
        <p:txBody>
          <a:bodyPr/>
          <a:lstStyle/>
          <a:p>
            <a:r>
              <a:rPr lang="en-ZA" noProof="0" dirty="0"/>
              <a:t>Gross returns to 31 January 2026. Since inception January 2018.</a:t>
            </a:r>
          </a:p>
        </p:txBody>
      </p:sp>
      <p:graphicFrame>
        <p:nvGraphicFramePr>
          <p:cNvPr id="10" name="Chart Placeholder 9">
            <a:extLst>
              <a:ext uri="{FF2B5EF4-FFF2-40B4-BE49-F238E27FC236}">
                <a16:creationId xmlns:a16="http://schemas.microsoft.com/office/drawing/2014/main" id="{00000000-0008-0000-0000-000002000000}"/>
              </a:ext>
            </a:extLst>
          </p:cNvPr>
          <p:cNvGraphicFramePr>
            <a:graphicFrameLocks noGrp="1"/>
          </p:cNvGraphicFramePr>
          <p:nvPr>
            <p:ph type="chart" sz="quarter" idx="17"/>
          </p:nvPr>
        </p:nvGraphicFramePr>
        <p:xfrm>
          <a:off x="598488" y="2032000"/>
          <a:ext cx="10968037" cy="39227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59641980"/>
      </p:ext>
    </p:extLst>
  </p:cSld>
  <p:clrMapOvr>
    <a:masterClrMapping/>
  </p:clrMapOvr>
  <p:transition spd="slow">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17F23-7CB7-9A5D-09E7-AF37DFCDA1C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14F584-742A-64B3-3A90-9781B4E7670E}"/>
              </a:ext>
            </a:extLst>
          </p:cNvPr>
          <p:cNvSpPr>
            <a:spLocks noGrp="1"/>
          </p:cNvSpPr>
          <p:nvPr>
            <p:ph type="sldNum" sz="quarter" idx="4"/>
          </p:nvPr>
        </p:nvSpPr>
        <p:spPr>
          <a:xfrm>
            <a:off x="-1" y="6396981"/>
            <a:ext cx="447675" cy="184666"/>
          </a:xfrm>
        </p:spPr>
        <p:txBody>
          <a:bodyPr/>
          <a:lstStyle/>
          <a:p>
            <a:fld id="{73490A59-D3E2-A64D-A2FA-D689A8266F0F}" type="slidenum">
              <a:rPr lang="en-US" smtClean="0"/>
              <a:pPr/>
              <a:t>37</a:t>
            </a:fld>
            <a:endParaRPr lang="en-US" dirty="0"/>
          </a:p>
        </p:txBody>
      </p:sp>
      <p:sp>
        <p:nvSpPr>
          <p:cNvPr id="7" name="Text Placeholder 6">
            <a:extLst>
              <a:ext uri="{FF2B5EF4-FFF2-40B4-BE49-F238E27FC236}">
                <a16:creationId xmlns:a16="http://schemas.microsoft.com/office/drawing/2014/main" id="{015F3D1D-9E41-A83E-6CA9-FF2ABCF223E2}"/>
              </a:ext>
            </a:extLst>
          </p:cNvPr>
          <p:cNvSpPr>
            <a:spLocks noGrp="1"/>
          </p:cNvSpPr>
          <p:nvPr>
            <p:ph type="body" sz="quarter" idx="10"/>
          </p:nvPr>
        </p:nvSpPr>
        <p:spPr>
          <a:xfrm>
            <a:off x="647699" y="525463"/>
            <a:ext cx="10125075" cy="347662"/>
          </a:xfrm>
        </p:spPr>
        <p:txBody>
          <a:bodyPr/>
          <a:lstStyle/>
          <a:p>
            <a:r>
              <a:rPr lang="en-ZA" dirty="0"/>
              <a:t>Prescient Core capped swix equity composite</a:t>
            </a:r>
          </a:p>
        </p:txBody>
      </p:sp>
      <p:sp>
        <p:nvSpPr>
          <p:cNvPr id="8" name="Text Placeholder 7">
            <a:extLst>
              <a:ext uri="{FF2B5EF4-FFF2-40B4-BE49-F238E27FC236}">
                <a16:creationId xmlns:a16="http://schemas.microsoft.com/office/drawing/2014/main" id="{122F4878-AAFE-2E05-EEE4-BC2E5EDD621E}"/>
              </a:ext>
            </a:extLst>
          </p:cNvPr>
          <p:cNvSpPr>
            <a:spLocks noGrp="1"/>
          </p:cNvSpPr>
          <p:nvPr>
            <p:ph type="body" sz="quarter" idx="11"/>
          </p:nvPr>
        </p:nvSpPr>
        <p:spPr>
          <a:xfrm>
            <a:off x="647700" y="903288"/>
            <a:ext cx="9219111" cy="557212"/>
          </a:xfrm>
        </p:spPr>
        <p:txBody>
          <a:bodyPr/>
          <a:lstStyle/>
          <a:p>
            <a:r>
              <a:rPr lang="en-ZA" dirty="0"/>
              <a:t>Cumulative Returns</a:t>
            </a:r>
          </a:p>
        </p:txBody>
      </p:sp>
      <p:sp>
        <p:nvSpPr>
          <p:cNvPr id="9" name="Text Placeholder 8">
            <a:extLst>
              <a:ext uri="{FF2B5EF4-FFF2-40B4-BE49-F238E27FC236}">
                <a16:creationId xmlns:a16="http://schemas.microsoft.com/office/drawing/2014/main" id="{522ADCBF-709E-76DE-7416-6EFB0853197D}"/>
              </a:ext>
            </a:extLst>
          </p:cNvPr>
          <p:cNvSpPr>
            <a:spLocks noGrp="1"/>
          </p:cNvSpPr>
          <p:nvPr>
            <p:ph type="body" sz="quarter" idx="14"/>
          </p:nvPr>
        </p:nvSpPr>
        <p:spPr>
          <a:xfrm>
            <a:off x="597988" y="6450812"/>
            <a:ext cx="5791760" cy="125419"/>
          </a:xfrm>
        </p:spPr>
        <p:txBody>
          <a:bodyPr/>
          <a:lstStyle/>
          <a:p>
            <a:r>
              <a:rPr lang="en-ZA" noProof="0" dirty="0"/>
              <a:t>Gross returns to 31 January 2026. Since inception January 2018.</a:t>
            </a:r>
          </a:p>
        </p:txBody>
      </p:sp>
      <p:graphicFrame>
        <p:nvGraphicFramePr>
          <p:cNvPr id="6" name="Chart Placeholder 5">
            <a:extLst>
              <a:ext uri="{FF2B5EF4-FFF2-40B4-BE49-F238E27FC236}">
                <a16:creationId xmlns:a16="http://schemas.microsoft.com/office/drawing/2014/main" id="{B498B684-8612-E4C5-7E58-F81FD2D21AFE}"/>
              </a:ext>
            </a:extLst>
          </p:cNvPr>
          <p:cNvGraphicFramePr>
            <a:graphicFrameLocks noGrp="1"/>
          </p:cNvGraphicFramePr>
          <p:nvPr>
            <p:ph type="chart" sz="quarter" idx="17"/>
          </p:nvPr>
        </p:nvGraphicFramePr>
        <p:xfrm>
          <a:off x="598488" y="2032000"/>
          <a:ext cx="10968037" cy="39227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894527748"/>
      </p:ext>
    </p:extLst>
  </p:cSld>
  <p:clrMapOvr>
    <a:masterClrMapping/>
  </p:clrMapOvr>
  <p:transition spd="slow">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8FF9F-847B-A40C-EA17-A755F48345C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2DE27D-69A4-DCA8-CF79-DAFAC1871C05}"/>
              </a:ext>
            </a:extLst>
          </p:cNvPr>
          <p:cNvSpPr>
            <a:spLocks noGrp="1"/>
          </p:cNvSpPr>
          <p:nvPr>
            <p:ph type="sldNum" sz="quarter" idx="4"/>
          </p:nvPr>
        </p:nvSpPr>
        <p:spPr>
          <a:xfrm>
            <a:off x="-1" y="6396981"/>
            <a:ext cx="447675" cy="184666"/>
          </a:xfrm>
        </p:spPr>
        <p:txBody>
          <a:bodyPr/>
          <a:lstStyle/>
          <a:p>
            <a:fld id="{73490A59-D3E2-A64D-A2FA-D689A8266F0F}" type="slidenum">
              <a:rPr lang="en-US" smtClean="0"/>
              <a:pPr/>
              <a:t>38</a:t>
            </a:fld>
            <a:endParaRPr lang="en-US" dirty="0"/>
          </a:p>
        </p:txBody>
      </p:sp>
      <p:sp>
        <p:nvSpPr>
          <p:cNvPr id="7" name="Text Placeholder 6">
            <a:extLst>
              <a:ext uri="{FF2B5EF4-FFF2-40B4-BE49-F238E27FC236}">
                <a16:creationId xmlns:a16="http://schemas.microsoft.com/office/drawing/2014/main" id="{F3F7E908-A29A-0D16-6954-229E0CE88D4B}"/>
              </a:ext>
            </a:extLst>
          </p:cNvPr>
          <p:cNvSpPr>
            <a:spLocks noGrp="1"/>
          </p:cNvSpPr>
          <p:nvPr>
            <p:ph type="body" sz="quarter" idx="10"/>
          </p:nvPr>
        </p:nvSpPr>
        <p:spPr>
          <a:xfrm>
            <a:off x="647699" y="525463"/>
            <a:ext cx="10614349" cy="346249"/>
          </a:xfrm>
        </p:spPr>
        <p:txBody>
          <a:bodyPr/>
          <a:lstStyle/>
          <a:p>
            <a:r>
              <a:rPr lang="en-ZA" dirty="0"/>
              <a:t>Prescient Core capped equity fund a2</a:t>
            </a:r>
          </a:p>
        </p:txBody>
      </p:sp>
      <p:sp>
        <p:nvSpPr>
          <p:cNvPr id="8" name="Text Placeholder 7">
            <a:extLst>
              <a:ext uri="{FF2B5EF4-FFF2-40B4-BE49-F238E27FC236}">
                <a16:creationId xmlns:a16="http://schemas.microsoft.com/office/drawing/2014/main" id="{ABFCDEA0-FD57-9710-0603-8A23987D5246}"/>
              </a:ext>
            </a:extLst>
          </p:cNvPr>
          <p:cNvSpPr>
            <a:spLocks noGrp="1"/>
          </p:cNvSpPr>
          <p:nvPr>
            <p:ph type="body" sz="quarter" idx="11"/>
          </p:nvPr>
        </p:nvSpPr>
        <p:spPr>
          <a:xfrm>
            <a:off x="647700" y="903288"/>
            <a:ext cx="10333809" cy="553998"/>
          </a:xfrm>
        </p:spPr>
        <p:txBody>
          <a:bodyPr/>
          <a:lstStyle/>
          <a:p>
            <a:r>
              <a:rPr lang="en-ZA" dirty="0"/>
              <a:t>Indexed Return</a:t>
            </a:r>
          </a:p>
        </p:txBody>
      </p:sp>
      <p:sp>
        <p:nvSpPr>
          <p:cNvPr id="9" name="Text Placeholder 8">
            <a:extLst>
              <a:ext uri="{FF2B5EF4-FFF2-40B4-BE49-F238E27FC236}">
                <a16:creationId xmlns:a16="http://schemas.microsoft.com/office/drawing/2014/main" id="{2AEF860E-04E7-BABA-C229-E2572457FE32}"/>
              </a:ext>
            </a:extLst>
          </p:cNvPr>
          <p:cNvSpPr>
            <a:spLocks noGrp="1"/>
          </p:cNvSpPr>
          <p:nvPr>
            <p:ph type="body" sz="quarter" idx="14"/>
          </p:nvPr>
        </p:nvSpPr>
        <p:spPr>
          <a:xfrm>
            <a:off x="597988" y="6450812"/>
            <a:ext cx="5791760" cy="125419"/>
          </a:xfrm>
        </p:spPr>
        <p:txBody>
          <a:bodyPr/>
          <a:lstStyle/>
          <a:p>
            <a:r>
              <a:rPr lang="en-ZA" dirty="0"/>
              <a:t>Source: Prescient Prime Portal, 31 January 2026</a:t>
            </a:r>
          </a:p>
        </p:txBody>
      </p:sp>
      <p:pic>
        <p:nvPicPr>
          <p:cNvPr id="12" name="Chart Placeholder 11">
            <a:extLst>
              <a:ext uri="{FF2B5EF4-FFF2-40B4-BE49-F238E27FC236}">
                <a16:creationId xmlns:a16="http://schemas.microsoft.com/office/drawing/2014/main" id="{F2645745-0815-B75D-6551-F61111142B5C}"/>
              </a:ext>
            </a:extLst>
          </p:cNvPr>
          <p:cNvPicPr>
            <a:picLocks noGrp="1" noChangeAspect="1"/>
          </p:cNvPicPr>
          <p:nvPr>
            <p:ph type="chart" sz="quarter" idx="17"/>
          </p:nvPr>
        </p:nvPicPr>
        <p:blipFill>
          <a:blip r:embed="rId2"/>
          <a:stretch>
            <a:fillRect/>
          </a:stretch>
        </p:blipFill>
        <p:spPr>
          <a:xfrm>
            <a:off x="859610" y="2032000"/>
            <a:ext cx="10445793" cy="3922713"/>
          </a:xfrm>
          <a:prstGeom prst="rect">
            <a:avLst/>
          </a:prstGeom>
        </p:spPr>
      </p:pic>
    </p:spTree>
    <p:extLst>
      <p:ext uri="{BB962C8B-B14F-4D97-AF65-F5344CB8AC3E}">
        <p14:creationId xmlns:p14="http://schemas.microsoft.com/office/powerpoint/2010/main" val="3938472684"/>
      </p:ext>
    </p:extLst>
  </p:cSld>
  <p:clrMapOvr>
    <a:masterClrMapping/>
  </p:clrMapOvr>
  <p:transition spd="slow">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B0A9A2-0B6D-5FC5-1635-7C8115D2D37A}"/>
              </a:ext>
            </a:extLst>
          </p:cNvPr>
          <p:cNvSpPr>
            <a:spLocks noGrp="1"/>
          </p:cNvSpPr>
          <p:nvPr>
            <p:ph type="sldNum" sz="quarter" idx="4"/>
          </p:nvPr>
        </p:nvSpPr>
        <p:spPr/>
        <p:txBody>
          <a:bodyPr/>
          <a:lstStyle/>
          <a:p>
            <a:fld id="{73490A59-D3E2-A64D-A2FA-D689A8266F0F}" type="slidenum">
              <a:rPr lang="en-US" smtClean="0"/>
              <a:pPr/>
              <a:t>39</a:t>
            </a:fld>
            <a:endParaRPr lang="en-US" dirty="0"/>
          </a:p>
        </p:txBody>
      </p:sp>
      <p:sp>
        <p:nvSpPr>
          <p:cNvPr id="4" name="Text Placeholder 3">
            <a:extLst>
              <a:ext uri="{FF2B5EF4-FFF2-40B4-BE49-F238E27FC236}">
                <a16:creationId xmlns:a16="http://schemas.microsoft.com/office/drawing/2014/main" id="{A1F409D4-BE72-FA72-1C0C-8258134FC795}"/>
              </a:ext>
            </a:extLst>
          </p:cNvPr>
          <p:cNvSpPr>
            <a:spLocks noGrp="1"/>
          </p:cNvSpPr>
          <p:nvPr>
            <p:ph type="body" sz="quarter" idx="10"/>
          </p:nvPr>
        </p:nvSpPr>
        <p:spPr>
          <a:xfrm>
            <a:off x="647387" y="525188"/>
            <a:ext cx="10678996" cy="348365"/>
          </a:xfrm>
        </p:spPr>
        <p:txBody>
          <a:bodyPr/>
          <a:lstStyle/>
          <a:p>
            <a:r>
              <a:rPr lang="en-ZA" dirty="0"/>
              <a:t>Prescient Core capped equity fund a2</a:t>
            </a:r>
          </a:p>
        </p:txBody>
      </p:sp>
      <p:sp>
        <p:nvSpPr>
          <p:cNvPr id="5" name="Text Placeholder 4">
            <a:extLst>
              <a:ext uri="{FF2B5EF4-FFF2-40B4-BE49-F238E27FC236}">
                <a16:creationId xmlns:a16="http://schemas.microsoft.com/office/drawing/2014/main" id="{100C4333-FBC7-EAB2-42BD-8AD8D273FDF8}"/>
              </a:ext>
            </a:extLst>
          </p:cNvPr>
          <p:cNvSpPr>
            <a:spLocks noGrp="1"/>
          </p:cNvSpPr>
          <p:nvPr>
            <p:ph type="body" sz="quarter" idx="11"/>
          </p:nvPr>
        </p:nvSpPr>
        <p:spPr>
          <a:xfrm>
            <a:off x="647387" y="903702"/>
            <a:ext cx="10134913" cy="553998"/>
          </a:xfrm>
        </p:spPr>
        <p:txBody>
          <a:bodyPr/>
          <a:lstStyle/>
          <a:p>
            <a:r>
              <a:rPr lang="en-ZA" dirty="0"/>
              <a:t>Rolling 1 Year Volatility Percentile Rank</a:t>
            </a:r>
          </a:p>
        </p:txBody>
      </p:sp>
      <p:sp>
        <p:nvSpPr>
          <p:cNvPr id="6" name="Text Placeholder 5">
            <a:extLst>
              <a:ext uri="{FF2B5EF4-FFF2-40B4-BE49-F238E27FC236}">
                <a16:creationId xmlns:a16="http://schemas.microsoft.com/office/drawing/2014/main" id="{0D261380-D563-B129-2368-EC8A7BF64863}"/>
              </a:ext>
            </a:extLst>
          </p:cNvPr>
          <p:cNvSpPr>
            <a:spLocks noGrp="1"/>
          </p:cNvSpPr>
          <p:nvPr>
            <p:ph type="body" sz="quarter" idx="14"/>
          </p:nvPr>
        </p:nvSpPr>
        <p:spPr>
          <a:xfrm>
            <a:off x="597988" y="6450812"/>
            <a:ext cx="5791760" cy="124650"/>
          </a:xfrm>
        </p:spPr>
        <p:txBody>
          <a:bodyPr/>
          <a:lstStyle/>
          <a:p>
            <a:r>
              <a:rPr lang="en-ZA" dirty="0"/>
              <a:t>Source: Prescient Prime Portal, 31 January 2026</a:t>
            </a:r>
          </a:p>
        </p:txBody>
      </p:sp>
      <p:pic>
        <p:nvPicPr>
          <p:cNvPr id="11" name="Chart Placeholder 10">
            <a:extLst>
              <a:ext uri="{FF2B5EF4-FFF2-40B4-BE49-F238E27FC236}">
                <a16:creationId xmlns:a16="http://schemas.microsoft.com/office/drawing/2014/main" id="{4F83B027-CFF5-D61B-DA26-261D64795248}"/>
              </a:ext>
            </a:extLst>
          </p:cNvPr>
          <p:cNvPicPr>
            <a:picLocks noGrp="1" noChangeAspect="1"/>
          </p:cNvPicPr>
          <p:nvPr>
            <p:ph type="chart" sz="quarter" idx="17"/>
          </p:nvPr>
        </p:nvPicPr>
        <p:blipFill>
          <a:blip r:embed="rId2"/>
          <a:stretch>
            <a:fillRect/>
          </a:stretch>
        </p:blipFill>
        <p:spPr>
          <a:xfrm>
            <a:off x="834855" y="2032000"/>
            <a:ext cx="10495303" cy="3922713"/>
          </a:xfrm>
          <a:prstGeom prst="rect">
            <a:avLst/>
          </a:prstGeom>
        </p:spPr>
      </p:pic>
    </p:spTree>
    <p:extLst>
      <p:ext uri="{BB962C8B-B14F-4D97-AF65-F5344CB8AC3E}">
        <p14:creationId xmlns:p14="http://schemas.microsoft.com/office/powerpoint/2010/main" val="3404988564"/>
      </p:ext>
    </p:extLst>
  </p:cSld>
  <p:clrMapOvr>
    <a:masterClrMapping/>
  </p:clrMapOvr>
  <p:transition spd="slow">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8757F-0761-2618-CE8F-C5B2F0B1047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0105B0C-F57B-7C03-91F6-FCDF8E3C46C0}"/>
              </a:ext>
            </a:extLst>
          </p:cNvPr>
          <p:cNvSpPr>
            <a:spLocks noGrp="1"/>
          </p:cNvSpPr>
          <p:nvPr>
            <p:ph type="sldNum" sz="quarter" idx="4"/>
          </p:nvPr>
        </p:nvSpPr>
        <p:spPr>
          <a:xfrm>
            <a:off x="-1" y="6396981"/>
            <a:ext cx="447675" cy="184666"/>
          </a:xfrm>
        </p:spPr>
        <p:txBody>
          <a:bodyPr/>
          <a:lstStyle/>
          <a:p>
            <a:fld id="{73490A59-D3E2-A64D-A2FA-D689A8266F0F}" type="slidenum">
              <a:rPr lang="en-US" smtClean="0"/>
              <a:pPr/>
              <a:t>40</a:t>
            </a:fld>
            <a:endParaRPr lang="en-US" dirty="0"/>
          </a:p>
        </p:txBody>
      </p:sp>
      <p:sp>
        <p:nvSpPr>
          <p:cNvPr id="7" name="Text Placeholder 6">
            <a:extLst>
              <a:ext uri="{FF2B5EF4-FFF2-40B4-BE49-F238E27FC236}">
                <a16:creationId xmlns:a16="http://schemas.microsoft.com/office/drawing/2014/main" id="{F8BD3C51-7614-D69D-4579-8F9CDD1976B3}"/>
              </a:ext>
            </a:extLst>
          </p:cNvPr>
          <p:cNvSpPr>
            <a:spLocks noGrp="1"/>
          </p:cNvSpPr>
          <p:nvPr>
            <p:ph type="body" sz="quarter" idx="10"/>
          </p:nvPr>
        </p:nvSpPr>
        <p:spPr>
          <a:xfrm>
            <a:off x="647699" y="525463"/>
            <a:ext cx="10614349" cy="346249"/>
          </a:xfrm>
        </p:spPr>
        <p:txBody>
          <a:bodyPr/>
          <a:lstStyle/>
          <a:p>
            <a:r>
              <a:rPr lang="en-ZA" dirty="0"/>
              <a:t>Prescient Core capped equity fund a2</a:t>
            </a:r>
          </a:p>
        </p:txBody>
      </p:sp>
      <p:sp>
        <p:nvSpPr>
          <p:cNvPr id="8" name="Text Placeholder 7">
            <a:extLst>
              <a:ext uri="{FF2B5EF4-FFF2-40B4-BE49-F238E27FC236}">
                <a16:creationId xmlns:a16="http://schemas.microsoft.com/office/drawing/2014/main" id="{708984C9-F772-7438-A83F-EC4AE5591A0E}"/>
              </a:ext>
            </a:extLst>
          </p:cNvPr>
          <p:cNvSpPr>
            <a:spLocks noGrp="1"/>
          </p:cNvSpPr>
          <p:nvPr>
            <p:ph type="body" sz="quarter" idx="11"/>
          </p:nvPr>
        </p:nvSpPr>
        <p:spPr>
          <a:xfrm>
            <a:off x="647700" y="903288"/>
            <a:ext cx="10333809" cy="553998"/>
          </a:xfrm>
        </p:spPr>
        <p:txBody>
          <a:bodyPr/>
          <a:lstStyle/>
          <a:p>
            <a:r>
              <a:rPr lang="en-ZA" dirty="0"/>
              <a:t>Quartile Analysis</a:t>
            </a:r>
          </a:p>
        </p:txBody>
      </p:sp>
      <p:sp>
        <p:nvSpPr>
          <p:cNvPr id="9" name="Text Placeholder 8">
            <a:extLst>
              <a:ext uri="{FF2B5EF4-FFF2-40B4-BE49-F238E27FC236}">
                <a16:creationId xmlns:a16="http://schemas.microsoft.com/office/drawing/2014/main" id="{884122D5-DB22-6BF2-6C06-646D7D66011C}"/>
              </a:ext>
            </a:extLst>
          </p:cNvPr>
          <p:cNvSpPr>
            <a:spLocks noGrp="1"/>
          </p:cNvSpPr>
          <p:nvPr>
            <p:ph type="body" sz="quarter" idx="14"/>
          </p:nvPr>
        </p:nvSpPr>
        <p:spPr>
          <a:xfrm>
            <a:off x="597988" y="6450812"/>
            <a:ext cx="5791760" cy="125419"/>
          </a:xfrm>
        </p:spPr>
        <p:txBody>
          <a:bodyPr/>
          <a:lstStyle/>
          <a:p>
            <a:r>
              <a:rPr lang="en-ZA" dirty="0"/>
              <a:t>Source: Prescient Prime Portal, 31 January 2026</a:t>
            </a:r>
          </a:p>
        </p:txBody>
      </p:sp>
      <p:pic>
        <p:nvPicPr>
          <p:cNvPr id="12" name="Chart Placeholder 11">
            <a:extLst>
              <a:ext uri="{FF2B5EF4-FFF2-40B4-BE49-F238E27FC236}">
                <a16:creationId xmlns:a16="http://schemas.microsoft.com/office/drawing/2014/main" id="{79B68D4B-355A-435B-9D8C-FFC3EAAA5527}"/>
              </a:ext>
            </a:extLst>
          </p:cNvPr>
          <p:cNvPicPr>
            <a:picLocks noGrp="1" noChangeAspect="1"/>
          </p:cNvPicPr>
          <p:nvPr>
            <p:ph type="chart" sz="quarter" idx="17"/>
          </p:nvPr>
        </p:nvPicPr>
        <p:blipFill>
          <a:blip r:embed="rId2"/>
          <a:stretch>
            <a:fillRect/>
          </a:stretch>
        </p:blipFill>
        <p:spPr>
          <a:xfrm>
            <a:off x="808554" y="2032000"/>
            <a:ext cx="10547904" cy="3922713"/>
          </a:xfrm>
          <a:prstGeom prst="rect">
            <a:avLst/>
          </a:prstGeom>
        </p:spPr>
      </p:pic>
    </p:spTree>
    <p:extLst>
      <p:ext uri="{BB962C8B-B14F-4D97-AF65-F5344CB8AC3E}">
        <p14:creationId xmlns:p14="http://schemas.microsoft.com/office/powerpoint/2010/main" val="3653267153"/>
      </p:ext>
    </p:extLst>
  </p:cSld>
  <p:clrMapOvr>
    <a:masterClrMapping/>
  </p:clrMapOvr>
  <p:transition spd="slow">
    <p:wipe dir="r"/>
  </p:transition>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5" name="Picture Placeholder 14" descr="A close-up of a blue post&#10;&#10;Description automatically generated">
            <a:extLst>
              <a:ext uri="{FF2B5EF4-FFF2-40B4-BE49-F238E27FC236}">
                <a16:creationId xmlns:a16="http://schemas.microsoft.com/office/drawing/2014/main" id="{D2757A32-BBB8-725E-4F07-DBF9C2E5DBAA}"/>
              </a:ext>
            </a:extLst>
          </p:cNvPr>
          <p:cNvPicPr>
            <a:picLocks noGrp="1" noChangeAspect="1"/>
          </p:cNvPicPr>
          <p:nvPr>
            <p:ph type="pic" sz="quarter" idx="19"/>
          </p:nvPr>
        </p:nvPicPr>
        <p:blipFill>
          <a:blip r:embed="rId2"/>
          <a:srcRect/>
          <a:stretch>
            <a:fillRect/>
          </a:stretch>
        </p:blipFill>
        <p:spPr/>
      </p:pic>
      <p:sp>
        <p:nvSpPr>
          <p:cNvPr id="10" name="Picture Placeholder 9">
            <a:extLst>
              <a:ext uri="{FF2B5EF4-FFF2-40B4-BE49-F238E27FC236}">
                <a16:creationId xmlns:a16="http://schemas.microsoft.com/office/drawing/2014/main" id="{922FFD8E-3B54-2F21-BFF5-788458E1DCB1}"/>
              </a:ext>
            </a:extLst>
          </p:cNvPr>
          <p:cNvSpPr>
            <a:spLocks noGrp="1"/>
          </p:cNvSpPr>
          <p:nvPr>
            <p:ph type="pic" sz="quarter" idx="15"/>
          </p:nvPr>
        </p:nvSpPr>
        <p:spPr/>
        <p:txBody>
          <a:bodyPr/>
          <a:lstStyle/>
          <a:p>
            <a:endParaRPr lang="en-US"/>
          </a:p>
        </p:txBody>
      </p:sp>
      <p:sp>
        <p:nvSpPr>
          <p:cNvPr id="13" name="Picture Placeholder 12">
            <a:extLst>
              <a:ext uri="{FF2B5EF4-FFF2-40B4-BE49-F238E27FC236}">
                <a16:creationId xmlns:a16="http://schemas.microsoft.com/office/drawing/2014/main" id="{6FC4ED49-FA3D-5F4A-065E-B3D001DBF944}"/>
              </a:ext>
            </a:extLst>
          </p:cNvPr>
          <p:cNvSpPr>
            <a:spLocks noGrp="1"/>
          </p:cNvSpPr>
          <p:nvPr>
            <p:ph type="pic" sz="quarter" idx="20"/>
          </p:nvPr>
        </p:nvSpPr>
        <p:spPr/>
        <p:txBody>
          <a:bodyPr/>
          <a:lstStyle/>
          <a:p>
            <a:endParaRPr lang="en-US"/>
          </a:p>
        </p:txBody>
      </p:sp>
      <p:sp>
        <p:nvSpPr>
          <p:cNvPr id="8" name="Text Placeholder 7">
            <a:extLst>
              <a:ext uri="{FF2B5EF4-FFF2-40B4-BE49-F238E27FC236}">
                <a16:creationId xmlns:a16="http://schemas.microsoft.com/office/drawing/2014/main" id="{76D4B28F-8BE9-41C8-530D-01520C14C42C}"/>
              </a:ext>
            </a:extLst>
          </p:cNvPr>
          <p:cNvSpPr>
            <a:spLocks noGrp="1"/>
          </p:cNvSpPr>
          <p:nvPr>
            <p:ph type="body" sz="quarter" idx="13"/>
          </p:nvPr>
        </p:nvSpPr>
        <p:spPr>
          <a:xfrm>
            <a:off x="618848" y="2400300"/>
            <a:ext cx="4498929" cy="1642505"/>
          </a:xfrm>
        </p:spPr>
        <p:txBody>
          <a:bodyPr/>
          <a:lstStyle/>
          <a:p>
            <a:r>
              <a:rPr lang="en-US" dirty="0"/>
              <a:t>Prescient core equity</a:t>
            </a:r>
          </a:p>
          <a:p>
            <a:endParaRPr lang="en-US" dirty="0"/>
          </a:p>
        </p:txBody>
      </p:sp>
      <p:sp>
        <p:nvSpPr>
          <p:cNvPr id="11" name="Content Placeholder 10">
            <a:extLst>
              <a:ext uri="{FF2B5EF4-FFF2-40B4-BE49-F238E27FC236}">
                <a16:creationId xmlns:a16="http://schemas.microsoft.com/office/drawing/2014/main" id="{47EEE7B8-60F6-9417-FBB7-5E0622292812}"/>
              </a:ext>
            </a:extLst>
          </p:cNvPr>
          <p:cNvSpPr>
            <a:spLocks noGrp="1"/>
          </p:cNvSpPr>
          <p:nvPr>
            <p:ph sz="quarter" idx="17"/>
          </p:nvPr>
        </p:nvSpPr>
        <p:spPr/>
        <p:txBody>
          <a:bodyPr/>
          <a:lstStyle/>
          <a:p>
            <a:endParaRPr lang="en-US"/>
          </a:p>
        </p:txBody>
      </p:sp>
      <p:sp>
        <p:nvSpPr>
          <p:cNvPr id="2" name="Text Placeholder 3">
            <a:extLst>
              <a:ext uri="{FF2B5EF4-FFF2-40B4-BE49-F238E27FC236}">
                <a16:creationId xmlns:a16="http://schemas.microsoft.com/office/drawing/2014/main" id="{E705DC54-70C6-A056-D47B-718614254C86}"/>
              </a:ext>
            </a:extLst>
          </p:cNvPr>
          <p:cNvSpPr>
            <a:spLocks noGrp="1"/>
          </p:cNvSpPr>
          <p:nvPr>
            <p:ph type="body" sz="quarter" idx="14"/>
          </p:nvPr>
        </p:nvSpPr>
        <p:spPr>
          <a:xfrm>
            <a:off x="618847" y="3767566"/>
            <a:ext cx="6217382" cy="221599"/>
          </a:xfrm>
        </p:spPr>
        <p:txBody>
          <a:bodyPr/>
          <a:lstStyle/>
          <a:p>
            <a:pPr marL="0" indent="0">
              <a:buNone/>
            </a:pPr>
            <a:r>
              <a:rPr lang="en-ZA" dirty="0"/>
              <a:t>Institutional performance - Prescient Core Equity Composite</a:t>
            </a:r>
          </a:p>
        </p:txBody>
      </p:sp>
    </p:spTree>
    <p:extLst>
      <p:ext uri="{BB962C8B-B14F-4D97-AF65-F5344CB8AC3E}">
        <p14:creationId xmlns:p14="http://schemas.microsoft.com/office/powerpoint/2010/main" val="1464784067"/>
      </p:ext>
    </p:extLst>
  </p:cSld>
  <p:clrMapOvr>
    <a:masterClrMapping/>
  </p:clrMapOvr>
  <p:transition spd="slow">
    <p:wipe dir="r"/>
  </p:transition>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16AE30D-3D43-73B7-14D1-33E2EC69D13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4D18D71-7DF5-A7F8-7F14-000D1FE92B87}"/>
              </a:ext>
            </a:extLst>
          </p:cNvPr>
          <p:cNvSpPr>
            <a:spLocks noGrp="1"/>
          </p:cNvSpPr>
          <p:nvPr>
            <p:ph type="sldNum" sz="quarter" idx="4"/>
          </p:nvPr>
        </p:nvSpPr>
        <p:spPr>
          <a:xfrm>
            <a:off x="-1" y="6396981"/>
            <a:ext cx="447675" cy="184666"/>
          </a:xfrm>
        </p:spPr>
        <p:txBody>
          <a:bodyPr/>
          <a:lstStyle/>
          <a:p>
            <a:fld id="{73490A59-D3E2-A64D-A2FA-D689A8266F0F}" type="slidenum">
              <a:rPr lang="en-US" smtClean="0"/>
              <a:pPr/>
              <a:t>42</a:t>
            </a:fld>
            <a:endParaRPr lang="en-US" dirty="0"/>
          </a:p>
        </p:txBody>
      </p:sp>
      <p:sp>
        <p:nvSpPr>
          <p:cNvPr id="7" name="Text Placeholder 6">
            <a:extLst>
              <a:ext uri="{FF2B5EF4-FFF2-40B4-BE49-F238E27FC236}">
                <a16:creationId xmlns:a16="http://schemas.microsoft.com/office/drawing/2014/main" id="{45C44681-69F4-703A-634F-993A7F9577AD}"/>
              </a:ext>
            </a:extLst>
          </p:cNvPr>
          <p:cNvSpPr>
            <a:spLocks noGrp="1"/>
          </p:cNvSpPr>
          <p:nvPr>
            <p:ph type="body" sz="quarter" idx="10"/>
          </p:nvPr>
        </p:nvSpPr>
        <p:spPr>
          <a:xfrm>
            <a:off x="647700" y="525463"/>
            <a:ext cx="8461466" cy="347662"/>
          </a:xfrm>
        </p:spPr>
        <p:txBody>
          <a:bodyPr/>
          <a:lstStyle/>
          <a:p>
            <a:r>
              <a:rPr lang="en-ZA" dirty="0"/>
              <a:t>Prescient Core Equity SWIX Composite</a:t>
            </a:r>
          </a:p>
        </p:txBody>
      </p:sp>
      <p:sp>
        <p:nvSpPr>
          <p:cNvPr id="8" name="Text Placeholder 7">
            <a:extLst>
              <a:ext uri="{FF2B5EF4-FFF2-40B4-BE49-F238E27FC236}">
                <a16:creationId xmlns:a16="http://schemas.microsoft.com/office/drawing/2014/main" id="{7A598EA5-4E68-D9D7-79AD-0DA89AB26A42}"/>
              </a:ext>
            </a:extLst>
          </p:cNvPr>
          <p:cNvSpPr>
            <a:spLocks noGrp="1"/>
          </p:cNvSpPr>
          <p:nvPr>
            <p:ph type="body" sz="quarter" idx="11"/>
          </p:nvPr>
        </p:nvSpPr>
        <p:spPr>
          <a:xfrm>
            <a:off x="647700" y="903288"/>
            <a:ext cx="9219111" cy="557212"/>
          </a:xfrm>
        </p:spPr>
        <p:txBody>
          <a:bodyPr/>
          <a:lstStyle/>
          <a:p>
            <a:r>
              <a:rPr lang="en-ZA" dirty="0"/>
              <a:t>Performance</a:t>
            </a:r>
          </a:p>
        </p:txBody>
      </p:sp>
      <p:sp>
        <p:nvSpPr>
          <p:cNvPr id="9" name="Text Placeholder 8">
            <a:extLst>
              <a:ext uri="{FF2B5EF4-FFF2-40B4-BE49-F238E27FC236}">
                <a16:creationId xmlns:a16="http://schemas.microsoft.com/office/drawing/2014/main" id="{CF764414-32F3-AFBB-2C9F-B7C215A81CDA}"/>
              </a:ext>
            </a:extLst>
          </p:cNvPr>
          <p:cNvSpPr>
            <a:spLocks noGrp="1"/>
          </p:cNvSpPr>
          <p:nvPr>
            <p:ph type="body" sz="quarter" idx="14"/>
          </p:nvPr>
        </p:nvSpPr>
        <p:spPr>
          <a:xfrm>
            <a:off x="597988" y="6450812"/>
            <a:ext cx="5791760" cy="125419"/>
          </a:xfrm>
        </p:spPr>
        <p:txBody>
          <a:bodyPr/>
          <a:lstStyle/>
          <a:p>
            <a:r>
              <a:rPr lang="en-ZA" noProof="0" dirty="0"/>
              <a:t>Source: Gross returns to 31 January 2026. Since inception September 2014.</a:t>
            </a:r>
          </a:p>
        </p:txBody>
      </p:sp>
      <p:graphicFrame>
        <p:nvGraphicFramePr>
          <p:cNvPr id="10" name="Chart Placeholder 9">
            <a:extLst>
              <a:ext uri="{FF2B5EF4-FFF2-40B4-BE49-F238E27FC236}">
                <a16:creationId xmlns:a16="http://schemas.microsoft.com/office/drawing/2014/main" id="{26C1D01E-B448-0A84-49CD-AE6AF332F39E}"/>
              </a:ext>
            </a:extLst>
          </p:cNvPr>
          <p:cNvGraphicFramePr>
            <a:graphicFrameLocks noGrp="1"/>
          </p:cNvGraphicFramePr>
          <p:nvPr>
            <p:ph type="chart" sz="quarter" idx="17"/>
          </p:nvPr>
        </p:nvGraphicFramePr>
        <p:xfrm>
          <a:off x="598488" y="2032000"/>
          <a:ext cx="10968037" cy="39227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28568801"/>
      </p:ext>
    </p:extLst>
  </p:cSld>
  <p:clrMapOvr>
    <a:masterClrMapping/>
  </p:clrMapOvr>
  <p:transition spd="slow">
    <p:wipe dir="r"/>
  </p:transition>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E250E96-D73B-0E22-C8DC-3498F056E53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107CBE4-FBC2-58B6-5647-3DF3A0D94AC2}"/>
              </a:ext>
            </a:extLst>
          </p:cNvPr>
          <p:cNvSpPr>
            <a:spLocks noGrp="1"/>
          </p:cNvSpPr>
          <p:nvPr>
            <p:ph type="sldNum" sz="quarter" idx="4"/>
          </p:nvPr>
        </p:nvSpPr>
        <p:spPr>
          <a:xfrm>
            <a:off x="-1" y="6396981"/>
            <a:ext cx="447675" cy="184666"/>
          </a:xfrm>
        </p:spPr>
        <p:txBody>
          <a:bodyPr/>
          <a:lstStyle/>
          <a:p>
            <a:fld id="{73490A59-D3E2-A64D-A2FA-D689A8266F0F}" type="slidenum">
              <a:rPr lang="en-US" smtClean="0"/>
              <a:pPr/>
              <a:t>43</a:t>
            </a:fld>
            <a:endParaRPr lang="en-US" dirty="0"/>
          </a:p>
        </p:txBody>
      </p:sp>
      <p:sp>
        <p:nvSpPr>
          <p:cNvPr id="7" name="Text Placeholder 6">
            <a:extLst>
              <a:ext uri="{FF2B5EF4-FFF2-40B4-BE49-F238E27FC236}">
                <a16:creationId xmlns:a16="http://schemas.microsoft.com/office/drawing/2014/main" id="{F3630698-BE70-1AC8-0D10-DCB78B8AFFB7}"/>
              </a:ext>
            </a:extLst>
          </p:cNvPr>
          <p:cNvSpPr>
            <a:spLocks noGrp="1"/>
          </p:cNvSpPr>
          <p:nvPr>
            <p:ph type="body" sz="quarter" idx="10"/>
          </p:nvPr>
        </p:nvSpPr>
        <p:spPr>
          <a:xfrm>
            <a:off x="647700" y="525463"/>
            <a:ext cx="8461466" cy="347662"/>
          </a:xfrm>
        </p:spPr>
        <p:txBody>
          <a:bodyPr/>
          <a:lstStyle/>
          <a:p>
            <a:r>
              <a:rPr lang="en-ZA" dirty="0"/>
              <a:t>Prescient Core Equity SWIX Composite</a:t>
            </a:r>
          </a:p>
        </p:txBody>
      </p:sp>
      <p:sp>
        <p:nvSpPr>
          <p:cNvPr id="8" name="Text Placeholder 7">
            <a:extLst>
              <a:ext uri="{FF2B5EF4-FFF2-40B4-BE49-F238E27FC236}">
                <a16:creationId xmlns:a16="http://schemas.microsoft.com/office/drawing/2014/main" id="{D25461F7-1A1B-2952-214F-391180265BB9}"/>
              </a:ext>
            </a:extLst>
          </p:cNvPr>
          <p:cNvSpPr>
            <a:spLocks noGrp="1"/>
          </p:cNvSpPr>
          <p:nvPr>
            <p:ph type="body" sz="quarter" idx="11"/>
          </p:nvPr>
        </p:nvSpPr>
        <p:spPr>
          <a:xfrm>
            <a:off x="647700" y="903288"/>
            <a:ext cx="10333809" cy="553998"/>
          </a:xfrm>
        </p:spPr>
        <p:txBody>
          <a:bodyPr/>
          <a:lstStyle/>
          <a:p>
            <a:r>
              <a:rPr lang="en-ZA" dirty="0"/>
              <a:t>Cumulative Returns</a:t>
            </a:r>
          </a:p>
        </p:txBody>
      </p:sp>
      <p:sp>
        <p:nvSpPr>
          <p:cNvPr id="9" name="Text Placeholder 8">
            <a:extLst>
              <a:ext uri="{FF2B5EF4-FFF2-40B4-BE49-F238E27FC236}">
                <a16:creationId xmlns:a16="http://schemas.microsoft.com/office/drawing/2014/main" id="{15A27711-994C-E9A4-9187-6D7647A516D9}"/>
              </a:ext>
            </a:extLst>
          </p:cNvPr>
          <p:cNvSpPr>
            <a:spLocks noGrp="1"/>
          </p:cNvSpPr>
          <p:nvPr>
            <p:ph type="body" sz="quarter" idx="14"/>
          </p:nvPr>
        </p:nvSpPr>
        <p:spPr>
          <a:xfrm>
            <a:off x="597988" y="6450812"/>
            <a:ext cx="5791760" cy="125419"/>
          </a:xfrm>
        </p:spPr>
        <p:txBody>
          <a:bodyPr/>
          <a:lstStyle/>
          <a:p>
            <a:r>
              <a:rPr lang="en-ZA" noProof="0" dirty="0"/>
              <a:t>Source: Gross returns to 31 January 2026. Since inception September 2014.</a:t>
            </a:r>
          </a:p>
        </p:txBody>
      </p:sp>
      <p:sp>
        <p:nvSpPr>
          <p:cNvPr id="14" name="TextBox 13">
            <a:extLst>
              <a:ext uri="{FF2B5EF4-FFF2-40B4-BE49-F238E27FC236}">
                <a16:creationId xmlns:a16="http://schemas.microsoft.com/office/drawing/2014/main" id="{42BAF000-C979-A16A-324F-B69D03600ADE}"/>
              </a:ext>
            </a:extLst>
          </p:cNvPr>
          <p:cNvSpPr txBox="1"/>
          <p:nvPr/>
        </p:nvSpPr>
        <p:spPr>
          <a:xfrm>
            <a:off x="3648892" y="6156881"/>
            <a:ext cx="6096000" cy="369332"/>
          </a:xfrm>
          <a:prstGeom prst="rect">
            <a:avLst/>
          </a:prstGeom>
          <a:noFill/>
        </p:spPr>
        <p:txBody>
          <a:bodyPr wrap="square">
            <a:spAutoFit/>
          </a:bodyPr>
          <a:lstStyle/>
          <a:p>
            <a:pPr algn="ctr"/>
            <a:r>
              <a:rPr lang="en-ZA" sz="1800" dirty="0">
                <a:solidFill>
                  <a:schemeClr val="accent2"/>
                </a:solidFill>
              </a:rPr>
              <a:t>“Consistency over magnitude”</a:t>
            </a:r>
          </a:p>
        </p:txBody>
      </p:sp>
      <p:graphicFrame>
        <p:nvGraphicFramePr>
          <p:cNvPr id="10" name="Chart Placeholder 9">
            <a:extLst>
              <a:ext uri="{FF2B5EF4-FFF2-40B4-BE49-F238E27FC236}">
                <a16:creationId xmlns:a16="http://schemas.microsoft.com/office/drawing/2014/main" id="{828834D4-AAFA-D111-DCAA-CF1D29DBD54A}"/>
              </a:ext>
            </a:extLst>
          </p:cNvPr>
          <p:cNvGraphicFramePr>
            <a:graphicFrameLocks noGrp="1"/>
          </p:cNvGraphicFramePr>
          <p:nvPr>
            <p:ph type="chart" sz="quarter" idx="17"/>
          </p:nvPr>
        </p:nvGraphicFramePr>
        <p:xfrm>
          <a:off x="598488" y="2032000"/>
          <a:ext cx="10968037" cy="39227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33909365"/>
      </p:ext>
    </p:extLst>
  </p:cSld>
  <p:clrMapOvr>
    <a:masterClrMapping/>
  </p:clrMapOvr>
  <p:transition spd="slow">
    <p:wipe dir="r"/>
  </p:transition>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4DFB8AD-094D-4F80-ECE9-1C9FDFEC6F3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58B60D-BD6B-6BAD-FDB8-017A64385390}"/>
              </a:ext>
            </a:extLst>
          </p:cNvPr>
          <p:cNvSpPr>
            <a:spLocks noGrp="1"/>
          </p:cNvSpPr>
          <p:nvPr>
            <p:ph type="sldNum" sz="quarter" idx="4"/>
          </p:nvPr>
        </p:nvSpPr>
        <p:spPr>
          <a:xfrm>
            <a:off x="-1" y="6396981"/>
            <a:ext cx="447675" cy="184666"/>
          </a:xfrm>
        </p:spPr>
        <p:txBody>
          <a:bodyPr/>
          <a:lstStyle/>
          <a:p>
            <a:fld id="{73490A59-D3E2-A64D-A2FA-D689A8266F0F}" type="slidenum">
              <a:rPr lang="en-US" smtClean="0"/>
              <a:pPr/>
              <a:t>44</a:t>
            </a:fld>
            <a:endParaRPr lang="en-US" dirty="0"/>
          </a:p>
        </p:txBody>
      </p:sp>
      <p:sp>
        <p:nvSpPr>
          <p:cNvPr id="7" name="Text Placeholder 6">
            <a:extLst>
              <a:ext uri="{FF2B5EF4-FFF2-40B4-BE49-F238E27FC236}">
                <a16:creationId xmlns:a16="http://schemas.microsoft.com/office/drawing/2014/main" id="{26F0C377-2189-7A94-9805-4D19CACA1BB4}"/>
              </a:ext>
            </a:extLst>
          </p:cNvPr>
          <p:cNvSpPr>
            <a:spLocks noGrp="1"/>
          </p:cNvSpPr>
          <p:nvPr>
            <p:ph type="body" sz="quarter" idx="10"/>
          </p:nvPr>
        </p:nvSpPr>
        <p:spPr>
          <a:xfrm>
            <a:off x="647699" y="525463"/>
            <a:ext cx="10614349" cy="346249"/>
          </a:xfrm>
        </p:spPr>
        <p:txBody>
          <a:bodyPr/>
          <a:lstStyle/>
          <a:p>
            <a:r>
              <a:rPr lang="en-ZA" dirty="0"/>
              <a:t>Prescient Core equity fund a2 vs sa equity</a:t>
            </a:r>
          </a:p>
        </p:txBody>
      </p:sp>
      <p:sp>
        <p:nvSpPr>
          <p:cNvPr id="8" name="Text Placeholder 7">
            <a:extLst>
              <a:ext uri="{FF2B5EF4-FFF2-40B4-BE49-F238E27FC236}">
                <a16:creationId xmlns:a16="http://schemas.microsoft.com/office/drawing/2014/main" id="{F1A4604C-669A-34CF-A7F6-AEE11E0D0127}"/>
              </a:ext>
            </a:extLst>
          </p:cNvPr>
          <p:cNvSpPr>
            <a:spLocks noGrp="1"/>
          </p:cNvSpPr>
          <p:nvPr>
            <p:ph type="body" sz="quarter" idx="11"/>
          </p:nvPr>
        </p:nvSpPr>
        <p:spPr>
          <a:xfrm>
            <a:off x="647700" y="903288"/>
            <a:ext cx="10333809" cy="553998"/>
          </a:xfrm>
        </p:spPr>
        <p:txBody>
          <a:bodyPr/>
          <a:lstStyle/>
          <a:p>
            <a:r>
              <a:rPr lang="en-ZA" dirty="0"/>
              <a:t>Indexed returns</a:t>
            </a:r>
          </a:p>
        </p:txBody>
      </p:sp>
      <p:sp>
        <p:nvSpPr>
          <p:cNvPr id="9" name="Text Placeholder 8">
            <a:extLst>
              <a:ext uri="{FF2B5EF4-FFF2-40B4-BE49-F238E27FC236}">
                <a16:creationId xmlns:a16="http://schemas.microsoft.com/office/drawing/2014/main" id="{A888135D-5A97-833B-41BC-A97714286720}"/>
              </a:ext>
            </a:extLst>
          </p:cNvPr>
          <p:cNvSpPr>
            <a:spLocks noGrp="1"/>
          </p:cNvSpPr>
          <p:nvPr>
            <p:ph type="body" sz="quarter" idx="14"/>
          </p:nvPr>
        </p:nvSpPr>
        <p:spPr>
          <a:xfrm>
            <a:off x="597988" y="6450812"/>
            <a:ext cx="5791760" cy="125419"/>
          </a:xfrm>
        </p:spPr>
        <p:txBody>
          <a:bodyPr/>
          <a:lstStyle/>
          <a:p>
            <a:r>
              <a:rPr lang="en-ZA" dirty="0"/>
              <a:t>Source: Prescient Prime Portal, 31 January 2026</a:t>
            </a:r>
          </a:p>
        </p:txBody>
      </p:sp>
      <p:pic>
        <p:nvPicPr>
          <p:cNvPr id="12" name="Chart Placeholder 11">
            <a:extLst>
              <a:ext uri="{FF2B5EF4-FFF2-40B4-BE49-F238E27FC236}">
                <a16:creationId xmlns:a16="http://schemas.microsoft.com/office/drawing/2014/main" id="{79D7FDCE-EE23-8D56-0CC6-34941648A514}"/>
              </a:ext>
            </a:extLst>
          </p:cNvPr>
          <p:cNvPicPr>
            <a:picLocks noGrp="1" noChangeAspect="1"/>
          </p:cNvPicPr>
          <p:nvPr>
            <p:ph type="chart" sz="quarter" idx="17"/>
          </p:nvPr>
        </p:nvPicPr>
        <p:blipFill>
          <a:blip r:embed="rId2"/>
          <a:stretch>
            <a:fillRect/>
          </a:stretch>
        </p:blipFill>
        <p:spPr>
          <a:xfrm>
            <a:off x="896298" y="2032000"/>
            <a:ext cx="10372416" cy="3922713"/>
          </a:xfrm>
          <a:prstGeom prst="rect">
            <a:avLst/>
          </a:prstGeom>
        </p:spPr>
      </p:pic>
    </p:spTree>
    <p:extLst>
      <p:ext uri="{BB962C8B-B14F-4D97-AF65-F5344CB8AC3E}">
        <p14:creationId xmlns:p14="http://schemas.microsoft.com/office/powerpoint/2010/main" val="4239893708"/>
      </p:ext>
    </p:extLst>
  </p:cSld>
  <p:clrMapOvr>
    <a:masterClrMapping/>
  </p:clrMapOvr>
  <p:transition spd="slow">
    <p:wipe dir="r"/>
  </p:transition>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AA084AD-AFE5-C27C-B690-AA2D972454E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517E65-E886-E4CA-F13D-CF5380262761}"/>
              </a:ext>
            </a:extLst>
          </p:cNvPr>
          <p:cNvSpPr>
            <a:spLocks noGrp="1"/>
          </p:cNvSpPr>
          <p:nvPr>
            <p:ph type="sldNum" sz="quarter" idx="4"/>
          </p:nvPr>
        </p:nvSpPr>
        <p:spPr>
          <a:xfrm>
            <a:off x="-1" y="6396981"/>
            <a:ext cx="447675" cy="184666"/>
          </a:xfrm>
        </p:spPr>
        <p:txBody>
          <a:bodyPr/>
          <a:lstStyle/>
          <a:p>
            <a:fld id="{73490A59-D3E2-A64D-A2FA-D689A8266F0F}" type="slidenum">
              <a:rPr lang="en-US" smtClean="0"/>
              <a:pPr/>
              <a:t>45</a:t>
            </a:fld>
            <a:endParaRPr lang="en-US" dirty="0"/>
          </a:p>
        </p:txBody>
      </p:sp>
      <p:sp>
        <p:nvSpPr>
          <p:cNvPr id="7" name="Text Placeholder 6">
            <a:extLst>
              <a:ext uri="{FF2B5EF4-FFF2-40B4-BE49-F238E27FC236}">
                <a16:creationId xmlns:a16="http://schemas.microsoft.com/office/drawing/2014/main" id="{5C31B018-64B6-5CBF-E430-8352B9D6E25C}"/>
              </a:ext>
            </a:extLst>
          </p:cNvPr>
          <p:cNvSpPr>
            <a:spLocks noGrp="1"/>
          </p:cNvSpPr>
          <p:nvPr>
            <p:ph type="body" sz="quarter" idx="10"/>
          </p:nvPr>
        </p:nvSpPr>
        <p:spPr>
          <a:xfrm>
            <a:off x="647699" y="525463"/>
            <a:ext cx="10614349" cy="346249"/>
          </a:xfrm>
        </p:spPr>
        <p:txBody>
          <a:bodyPr/>
          <a:lstStyle/>
          <a:p>
            <a:r>
              <a:rPr lang="en-ZA" dirty="0"/>
              <a:t>Prescient Core Equity fund a2 vs sa equity</a:t>
            </a:r>
          </a:p>
        </p:txBody>
      </p:sp>
      <p:sp>
        <p:nvSpPr>
          <p:cNvPr id="8" name="Text Placeholder 7">
            <a:extLst>
              <a:ext uri="{FF2B5EF4-FFF2-40B4-BE49-F238E27FC236}">
                <a16:creationId xmlns:a16="http://schemas.microsoft.com/office/drawing/2014/main" id="{34244509-18A1-C469-18A2-A9DA7821E00A}"/>
              </a:ext>
            </a:extLst>
          </p:cNvPr>
          <p:cNvSpPr>
            <a:spLocks noGrp="1"/>
          </p:cNvSpPr>
          <p:nvPr>
            <p:ph type="body" sz="quarter" idx="11"/>
          </p:nvPr>
        </p:nvSpPr>
        <p:spPr>
          <a:xfrm>
            <a:off x="647700" y="903288"/>
            <a:ext cx="10333809" cy="553998"/>
          </a:xfrm>
        </p:spPr>
        <p:txBody>
          <a:bodyPr/>
          <a:lstStyle/>
          <a:p>
            <a:r>
              <a:rPr lang="en-ZA" dirty="0"/>
              <a:t>Rolling 1 Year Volatility Percentile Rank</a:t>
            </a:r>
          </a:p>
        </p:txBody>
      </p:sp>
      <p:sp>
        <p:nvSpPr>
          <p:cNvPr id="9" name="Text Placeholder 8">
            <a:extLst>
              <a:ext uri="{FF2B5EF4-FFF2-40B4-BE49-F238E27FC236}">
                <a16:creationId xmlns:a16="http://schemas.microsoft.com/office/drawing/2014/main" id="{0B35CACC-00D6-FAE4-FE90-E6754540E5AE}"/>
              </a:ext>
            </a:extLst>
          </p:cNvPr>
          <p:cNvSpPr>
            <a:spLocks noGrp="1"/>
          </p:cNvSpPr>
          <p:nvPr>
            <p:ph type="body" sz="quarter" idx="14"/>
          </p:nvPr>
        </p:nvSpPr>
        <p:spPr>
          <a:xfrm>
            <a:off x="597988" y="6450812"/>
            <a:ext cx="5791760" cy="125419"/>
          </a:xfrm>
        </p:spPr>
        <p:txBody>
          <a:bodyPr/>
          <a:lstStyle/>
          <a:p>
            <a:r>
              <a:rPr lang="en-ZA" dirty="0"/>
              <a:t>Source: Prescient Prime Portal, 31 January 2026</a:t>
            </a:r>
          </a:p>
        </p:txBody>
      </p:sp>
      <p:pic>
        <p:nvPicPr>
          <p:cNvPr id="12" name="Chart Placeholder 11">
            <a:extLst>
              <a:ext uri="{FF2B5EF4-FFF2-40B4-BE49-F238E27FC236}">
                <a16:creationId xmlns:a16="http://schemas.microsoft.com/office/drawing/2014/main" id="{FAAE6F25-7E36-FF10-EF02-0B03CB1B486B}"/>
              </a:ext>
            </a:extLst>
          </p:cNvPr>
          <p:cNvPicPr>
            <a:picLocks noGrp="1" noChangeAspect="1"/>
          </p:cNvPicPr>
          <p:nvPr>
            <p:ph type="chart" sz="quarter" idx="17"/>
          </p:nvPr>
        </p:nvPicPr>
        <p:blipFill>
          <a:blip r:embed="rId2"/>
          <a:stretch>
            <a:fillRect/>
          </a:stretch>
        </p:blipFill>
        <p:spPr>
          <a:xfrm>
            <a:off x="881606" y="2032000"/>
            <a:ext cx="10401800" cy="3922713"/>
          </a:xfrm>
          <a:prstGeom prst="rect">
            <a:avLst/>
          </a:prstGeom>
        </p:spPr>
      </p:pic>
    </p:spTree>
    <p:extLst>
      <p:ext uri="{BB962C8B-B14F-4D97-AF65-F5344CB8AC3E}">
        <p14:creationId xmlns:p14="http://schemas.microsoft.com/office/powerpoint/2010/main" val="2130555710"/>
      </p:ext>
    </p:extLst>
  </p:cSld>
  <p:clrMapOvr>
    <a:masterClrMapping/>
  </p:clrMapOvr>
  <p:transition spd="slow">
    <p:wipe dir="r"/>
  </p:transition>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EE3B5A4-659B-7265-21E4-6000E91BC65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9B55847-4CB6-6E09-01A2-51B97FD8B6EF}"/>
              </a:ext>
            </a:extLst>
          </p:cNvPr>
          <p:cNvSpPr>
            <a:spLocks noGrp="1"/>
          </p:cNvSpPr>
          <p:nvPr>
            <p:ph type="sldNum" sz="quarter" idx="4"/>
          </p:nvPr>
        </p:nvSpPr>
        <p:spPr>
          <a:xfrm>
            <a:off x="-1" y="6396981"/>
            <a:ext cx="447675" cy="184666"/>
          </a:xfrm>
        </p:spPr>
        <p:txBody>
          <a:bodyPr/>
          <a:lstStyle/>
          <a:p>
            <a:fld id="{73490A59-D3E2-A64D-A2FA-D689A8266F0F}" type="slidenum">
              <a:rPr lang="en-US" smtClean="0"/>
              <a:pPr/>
              <a:t>46</a:t>
            </a:fld>
            <a:endParaRPr lang="en-US" dirty="0"/>
          </a:p>
        </p:txBody>
      </p:sp>
      <p:sp>
        <p:nvSpPr>
          <p:cNvPr id="7" name="Text Placeholder 6">
            <a:extLst>
              <a:ext uri="{FF2B5EF4-FFF2-40B4-BE49-F238E27FC236}">
                <a16:creationId xmlns:a16="http://schemas.microsoft.com/office/drawing/2014/main" id="{EC362819-FBE1-478C-5A87-F2CACD5A9A83}"/>
              </a:ext>
            </a:extLst>
          </p:cNvPr>
          <p:cNvSpPr>
            <a:spLocks noGrp="1"/>
          </p:cNvSpPr>
          <p:nvPr>
            <p:ph type="body" sz="quarter" idx="10"/>
          </p:nvPr>
        </p:nvSpPr>
        <p:spPr>
          <a:xfrm>
            <a:off x="647699" y="525463"/>
            <a:ext cx="10614349" cy="346249"/>
          </a:xfrm>
        </p:spPr>
        <p:txBody>
          <a:bodyPr/>
          <a:lstStyle/>
          <a:p>
            <a:r>
              <a:rPr lang="en-ZA" dirty="0"/>
              <a:t>Prescient Core Equity fund a2</a:t>
            </a:r>
          </a:p>
        </p:txBody>
      </p:sp>
      <p:sp>
        <p:nvSpPr>
          <p:cNvPr id="8" name="Text Placeholder 7">
            <a:extLst>
              <a:ext uri="{FF2B5EF4-FFF2-40B4-BE49-F238E27FC236}">
                <a16:creationId xmlns:a16="http://schemas.microsoft.com/office/drawing/2014/main" id="{EEF64837-DB5E-A5F1-4F5C-3A04E085B6B0}"/>
              </a:ext>
            </a:extLst>
          </p:cNvPr>
          <p:cNvSpPr>
            <a:spLocks noGrp="1"/>
          </p:cNvSpPr>
          <p:nvPr>
            <p:ph type="body" sz="quarter" idx="11"/>
          </p:nvPr>
        </p:nvSpPr>
        <p:spPr>
          <a:xfrm>
            <a:off x="647700" y="903288"/>
            <a:ext cx="10333809" cy="553998"/>
          </a:xfrm>
        </p:spPr>
        <p:txBody>
          <a:bodyPr/>
          <a:lstStyle/>
          <a:p>
            <a:r>
              <a:rPr lang="en-ZA" dirty="0"/>
              <a:t>Quartile Analysis</a:t>
            </a:r>
          </a:p>
        </p:txBody>
      </p:sp>
      <p:sp>
        <p:nvSpPr>
          <p:cNvPr id="9" name="Text Placeholder 8">
            <a:extLst>
              <a:ext uri="{FF2B5EF4-FFF2-40B4-BE49-F238E27FC236}">
                <a16:creationId xmlns:a16="http://schemas.microsoft.com/office/drawing/2014/main" id="{3A568F6B-2095-40D9-398A-2D343B23CFF1}"/>
              </a:ext>
            </a:extLst>
          </p:cNvPr>
          <p:cNvSpPr>
            <a:spLocks noGrp="1"/>
          </p:cNvSpPr>
          <p:nvPr>
            <p:ph type="body" sz="quarter" idx="14"/>
          </p:nvPr>
        </p:nvSpPr>
        <p:spPr>
          <a:xfrm>
            <a:off x="597988" y="6450812"/>
            <a:ext cx="5791760" cy="125419"/>
          </a:xfrm>
        </p:spPr>
        <p:txBody>
          <a:bodyPr/>
          <a:lstStyle/>
          <a:p>
            <a:r>
              <a:rPr lang="en-ZA" dirty="0"/>
              <a:t>Source: Prescient Prime Portal, 31 January 2026</a:t>
            </a:r>
          </a:p>
        </p:txBody>
      </p:sp>
      <p:pic>
        <p:nvPicPr>
          <p:cNvPr id="11" name="Chart Placeholder 10">
            <a:extLst>
              <a:ext uri="{FF2B5EF4-FFF2-40B4-BE49-F238E27FC236}">
                <a16:creationId xmlns:a16="http://schemas.microsoft.com/office/drawing/2014/main" id="{EF7A8F2E-E014-6149-F92C-F7EAA9134092}"/>
              </a:ext>
            </a:extLst>
          </p:cNvPr>
          <p:cNvPicPr>
            <a:picLocks noGrp="1" noChangeAspect="1"/>
          </p:cNvPicPr>
          <p:nvPr>
            <p:ph type="chart" sz="quarter" idx="17"/>
          </p:nvPr>
        </p:nvPicPr>
        <p:blipFill>
          <a:blip r:embed="rId2"/>
          <a:srcRect b="2245"/>
          <a:stretch>
            <a:fillRect/>
          </a:stretch>
        </p:blipFill>
        <p:spPr>
          <a:xfrm>
            <a:off x="1326595" y="2032000"/>
            <a:ext cx="9511822" cy="3922713"/>
          </a:xfrm>
          <a:prstGeom prst="rect">
            <a:avLst/>
          </a:prstGeom>
        </p:spPr>
      </p:pic>
    </p:spTree>
    <p:extLst>
      <p:ext uri="{BB962C8B-B14F-4D97-AF65-F5344CB8AC3E}">
        <p14:creationId xmlns:p14="http://schemas.microsoft.com/office/powerpoint/2010/main" val="1455537610"/>
      </p:ext>
    </p:extLst>
  </p:cSld>
  <p:clrMapOvr>
    <a:masterClrMapping/>
  </p:clrMapOvr>
  <p:transition spd="slow">
    <p:wipe dir="r"/>
  </p:transition>
</p:sld>
</file>

<file path=ppt/theme/theme1.xml><?xml version="1.0" encoding="utf-8"?>
<a:theme xmlns:a="http://schemas.openxmlformats.org/drawingml/2006/main" name="1_Office Theme">
  <a:themeElements>
    <a:clrScheme name="Prescient Teal Theme">
      <a:dk1>
        <a:srgbClr val="002855"/>
      </a:dk1>
      <a:lt1>
        <a:srgbClr val="FFFFFF"/>
      </a:lt1>
      <a:dk2>
        <a:srgbClr val="002855"/>
      </a:dk2>
      <a:lt2>
        <a:srgbClr val="FEFFFE"/>
      </a:lt2>
      <a:accent1>
        <a:srgbClr val="002855"/>
      </a:accent1>
      <a:accent2>
        <a:srgbClr val="00B2A9"/>
      </a:accent2>
      <a:accent3>
        <a:srgbClr val="5576D1"/>
      </a:accent3>
      <a:accent4>
        <a:srgbClr val="0094D5"/>
      </a:accent4>
      <a:accent5>
        <a:srgbClr val="00AD50"/>
      </a:accent5>
      <a:accent6>
        <a:srgbClr val="BBB323"/>
      </a:accent6>
      <a:hlink>
        <a:srgbClr val="00B1A8"/>
      </a:hlink>
      <a:folHlink>
        <a:srgbClr val="5475D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IM_Teal_Theme_PowerPoint_Template" id="{7123BCB2-5284-4003-87A2-D267CAF554BD}" vid="{9527AD0F-8EDC-49FC-A259-B45F77B69A6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PIM_Teal_Theme_PowerPoint_Template</Template>
  <TotalTime>3255</TotalTime>
  <Words>1805</Words>
  <Application>Microsoft Office PowerPoint</Application>
  <PresentationFormat>Widescreen</PresentationFormat>
  <Paragraphs>405</Paragraphs>
  <Slides>46</Slides>
  <Notes>5</Notes>
  <HiddenSlides>14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Arial</vt:lpstr>
      <vt:lpstr>Calibri</vt:lpstr>
      <vt:lpstr>Red Hat Display</vt:lpstr>
      <vt:lpstr>Red Hat Display Light</vt:lpstr>
      <vt:lpstr>System Font Regular</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Julie Nell</dc:creator>
  <cp:lastModifiedBy>Romelon Chetty</cp:lastModifiedBy>
  <cp:revision>80</cp:revision>
  <cp:lastPrinted>2024-02-05T08:08:49Z</cp:lastPrinted>
  <dcterms:created xsi:type="dcterms:W3CDTF">2024-01-22T06:28:04Z</dcterms:created>
  <dcterms:modified xsi:type="dcterms:W3CDTF">2026-02-24T14:24:03Z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d164be7-03a2-4291-9ff5-d26186382e5b_Enabled">
    <vt:lpwstr>true</vt:lpwstr>
  </property>
  <property fmtid="{D5CDD505-2E9C-101B-9397-08002B2CF9AE}" pid="3" name="MSIP_Label_1d164be7-03a2-4291-9ff5-d26186382e5b_SetDate">
    <vt:lpwstr>2023-11-02T07:20:31Z</vt:lpwstr>
  </property>
  <property fmtid="{D5CDD505-2E9C-101B-9397-08002B2CF9AE}" pid="4" name="MSIP_Label_1d164be7-03a2-4291-9ff5-d26186382e5b_Method">
    <vt:lpwstr>Standard</vt:lpwstr>
  </property>
  <property fmtid="{D5CDD505-2E9C-101B-9397-08002B2CF9AE}" pid="5" name="MSIP_Label_1d164be7-03a2-4291-9ff5-d26186382e5b_Name">
    <vt:lpwstr>General</vt:lpwstr>
  </property>
  <property fmtid="{D5CDD505-2E9C-101B-9397-08002B2CF9AE}" pid="6" name="MSIP_Label_1d164be7-03a2-4291-9ff5-d26186382e5b_SiteId">
    <vt:lpwstr>5e097b4a-acc6-4c11-8233-96ef54c26c08</vt:lpwstr>
  </property>
  <property fmtid="{D5CDD505-2E9C-101B-9397-08002B2CF9AE}" pid="7" name="MSIP_Label_1d164be7-03a2-4291-9ff5-d26186382e5b_ActionId">
    <vt:lpwstr>d2c055cd-e76d-4439-8e01-8873163b83bf</vt:lpwstr>
  </property>
  <property fmtid="{D5CDD505-2E9C-101B-9397-08002B2CF9AE}" pid="8" name="MSIP_Label_1d164be7-03a2-4291-9ff5-d26186382e5b_ContentBits">
    <vt:lpwstr>0</vt:lpwstr>
  </property>
</Properties>
</file>